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60" r:id="rId2"/>
    <p:sldId id="262" r:id="rId3"/>
    <p:sldId id="264" r:id="rId4"/>
    <p:sldId id="263" r:id="rId5"/>
    <p:sldId id="256" r:id="rId6"/>
    <p:sldId id="258" r:id="rId7"/>
    <p:sldId id="266" r:id="rId8"/>
    <p:sldId id="265" r:id="rId9"/>
  </p:sldIdLst>
  <p:sldSz cx="6858000" cy="9144000" type="screen4x3"/>
  <p:notesSz cx="6858000" cy="9144000"/>
  <p:defaultTextStyle>
    <a:defPPr>
      <a:defRPr lang="en-US"/>
    </a:defPPr>
    <a:lvl1pPr marL="0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온보딩" id="{48178709-3278-4FD5-85FB-2C03F70506E3}">
          <p14:sldIdLst>
            <p14:sldId id="260"/>
          </p14:sldIdLst>
        </p14:section>
        <p14:section name="홈" id="{00723424-3A4C-496E-9278-A4CF77578AEB}">
          <p14:sldIdLst>
            <p14:sldId id="262"/>
          </p14:sldIdLst>
        </p14:section>
        <p14:section name="스케치북" id="{B62597EA-61DD-4BC4-9CD0-9B77CFCD9DC5}">
          <p14:sldIdLst>
            <p14:sldId id="264"/>
          </p14:sldIdLst>
        </p14:section>
        <p14:section name="일기달력" id="{40276003-960B-4DAA-AF4C-ECC48D2AF482}">
          <p14:sldIdLst>
            <p14:sldId id="263"/>
            <p14:sldId id="256"/>
            <p14:sldId id="258"/>
            <p14:sldId id="266"/>
          </p14:sldIdLst>
        </p14:section>
        <p14:section name="설정" id="{E489BDBA-25D2-4B6C-B70F-78AB747A615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488" userDrawn="1">
          <p15:clr>
            <a:srgbClr val="A4A3A4"/>
          </p15:clr>
        </p15:guide>
        <p15:guide id="2" pos="459" userDrawn="1">
          <p15:clr>
            <a:srgbClr val="A4A3A4"/>
          </p15:clr>
        </p15:guide>
        <p15:guide id="3" pos="3861" userDrawn="1">
          <p15:clr>
            <a:srgbClr val="A4A3A4"/>
          </p15:clr>
        </p15:guide>
        <p15:guide id="4" orient="horz" pos="1066" userDrawn="1">
          <p15:clr>
            <a:srgbClr val="A4A3A4"/>
          </p15:clr>
        </p15:guide>
        <p15:guide id="5" orient="horz" pos="385" userDrawn="1">
          <p15:clr>
            <a:srgbClr val="A4A3A4"/>
          </p15:clr>
        </p15:guide>
        <p15:guide id="6" orient="horz" pos="13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341D"/>
    <a:srgbClr val="952917"/>
    <a:srgbClr val="E05036"/>
    <a:srgbClr val="27466B"/>
    <a:srgbClr val="305683"/>
    <a:srgbClr val="825A00"/>
    <a:srgbClr val="E7A400"/>
    <a:srgbClr val="FFBF2A"/>
    <a:srgbClr val="FAF8F4"/>
    <a:srgbClr val="1E2D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2328" y="800"/>
      </p:cViewPr>
      <p:guideLst>
        <p:guide orient="horz" pos="5488"/>
        <p:guide pos="459"/>
        <p:guide pos="3861"/>
        <p:guide orient="horz" pos="1066"/>
        <p:guide orient="horz" pos="385"/>
        <p:guide orient="horz" pos="13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BE790-B84C-4C6E-90A5-3ECCE5FA4BA5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ACBE7-A3C7-4D2D-9065-22E41D6FE4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44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035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08B10-BF76-680C-D7A3-0CD5D01B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9EA636-5586-29E5-8A56-EA53A71DD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E10A1-7E18-97D7-B801-9D9A2C7C9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EBE6B-D24F-F5EC-8C18-3CAFA44A7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06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A4418-7ABC-8191-9F4B-78A0BAE46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C64C2C-0003-DA65-A186-B0A2D9D2F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267E2-9190-6066-BCB9-1AA942DE2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FD914-1E74-5E4C-FE42-CE9D2AD0C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5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81B4C-6ABC-19D0-FBFC-FF3DBCDB4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9FC2F1-9606-F789-FA80-1CC882D53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23796F-61AE-3315-5E4B-572B68399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BD5FE-F141-B21F-1134-78343EDF6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07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8F82-45EF-259D-F5BD-8422D892E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38E881-2DA6-CB9A-E01C-FED8592B4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288AB-AFE7-CE70-B480-6B0C24F22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FDFA79-4E9B-85E1-BEDA-763D7E2B4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899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5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8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10" indent="0" algn="ctr">
              <a:buNone/>
              <a:defRPr sz="1500"/>
            </a:lvl2pPr>
            <a:lvl3pPr marL="685819" indent="0" algn="ctr">
              <a:buNone/>
              <a:defRPr sz="1350"/>
            </a:lvl3pPr>
            <a:lvl4pPr marL="1028729" indent="0" algn="ctr">
              <a:buNone/>
              <a:defRPr sz="1200"/>
            </a:lvl4pPr>
            <a:lvl5pPr marL="1371638" indent="0" algn="ctr">
              <a:buNone/>
              <a:defRPr sz="1200"/>
            </a:lvl5pPr>
            <a:lvl6pPr marL="1714548" indent="0" algn="ctr">
              <a:buNone/>
              <a:defRPr sz="1200"/>
            </a:lvl6pPr>
            <a:lvl7pPr marL="2057458" indent="0" algn="ctr">
              <a:buNone/>
              <a:defRPr sz="1200"/>
            </a:lvl7pPr>
            <a:lvl8pPr marL="2400367" indent="0" algn="ctr">
              <a:buNone/>
              <a:defRPr sz="1200"/>
            </a:lvl8pPr>
            <a:lvl9pPr marL="2743277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55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9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7" y="2279654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7" y="6119287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1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19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29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3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5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6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7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82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92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2" y="486837"/>
            <a:ext cx="5915025" cy="176741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241552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0" indent="0">
              <a:buNone/>
              <a:defRPr sz="1500" b="1"/>
            </a:lvl2pPr>
            <a:lvl3pPr marL="685819" indent="0">
              <a:buNone/>
              <a:defRPr sz="1350" b="1"/>
            </a:lvl3pPr>
            <a:lvl4pPr marL="1028729" indent="0">
              <a:buNone/>
              <a:defRPr sz="1200" b="1"/>
            </a:lvl4pPr>
            <a:lvl5pPr marL="1371638" indent="0">
              <a:buNone/>
              <a:defRPr sz="1200" b="1"/>
            </a:lvl5pPr>
            <a:lvl6pPr marL="1714548" indent="0">
              <a:buNone/>
              <a:defRPr sz="1200" b="1"/>
            </a:lvl6pPr>
            <a:lvl7pPr marL="2057458" indent="0">
              <a:buNone/>
              <a:defRPr sz="1200" b="1"/>
            </a:lvl7pPr>
            <a:lvl8pPr marL="2400367" indent="0">
              <a:buNone/>
              <a:defRPr sz="1200" b="1"/>
            </a:lvl8pPr>
            <a:lvl9pPr marL="2743277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340100"/>
            <a:ext cx="2901255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4" y="2241552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0" indent="0">
              <a:buNone/>
              <a:defRPr sz="1500" b="1"/>
            </a:lvl2pPr>
            <a:lvl3pPr marL="685819" indent="0">
              <a:buNone/>
              <a:defRPr sz="1350" b="1"/>
            </a:lvl3pPr>
            <a:lvl4pPr marL="1028729" indent="0">
              <a:buNone/>
              <a:defRPr sz="1200" b="1"/>
            </a:lvl4pPr>
            <a:lvl5pPr marL="1371638" indent="0">
              <a:buNone/>
              <a:defRPr sz="1200" b="1"/>
            </a:lvl5pPr>
            <a:lvl6pPr marL="1714548" indent="0">
              <a:buNone/>
              <a:defRPr sz="1200" b="1"/>
            </a:lvl6pPr>
            <a:lvl7pPr marL="2057458" indent="0">
              <a:buNone/>
              <a:defRPr sz="1200" b="1"/>
            </a:lvl7pPr>
            <a:lvl8pPr marL="2400367" indent="0">
              <a:buNone/>
              <a:defRPr sz="1200" b="1"/>
            </a:lvl8pPr>
            <a:lvl9pPr marL="2743277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4" y="3340100"/>
            <a:ext cx="2915543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7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354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388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1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10" indent="0">
              <a:buNone/>
              <a:defRPr sz="1050"/>
            </a:lvl2pPr>
            <a:lvl3pPr marL="685819" indent="0">
              <a:buNone/>
              <a:defRPr sz="900"/>
            </a:lvl3pPr>
            <a:lvl4pPr marL="1028729" indent="0">
              <a:buNone/>
              <a:defRPr sz="750"/>
            </a:lvl4pPr>
            <a:lvl5pPr marL="1371638" indent="0">
              <a:buNone/>
              <a:defRPr sz="750"/>
            </a:lvl5pPr>
            <a:lvl6pPr marL="1714548" indent="0">
              <a:buNone/>
              <a:defRPr sz="750"/>
            </a:lvl6pPr>
            <a:lvl7pPr marL="2057458" indent="0">
              <a:buNone/>
              <a:defRPr sz="750"/>
            </a:lvl7pPr>
            <a:lvl8pPr marL="2400367" indent="0">
              <a:buNone/>
              <a:defRPr sz="750"/>
            </a:lvl8pPr>
            <a:lvl9pPr marL="2743277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00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10" indent="0">
              <a:buNone/>
              <a:defRPr sz="2100"/>
            </a:lvl2pPr>
            <a:lvl3pPr marL="685819" indent="0">
              <a:buNone/>
              <a:defRPr sz="1800"/>
            </a:lvl3pPr>
            <a:lvl4pPr marL="1028729" indent="0">
              <a:buNone/>
              <a:defRPr sz="1500"/>
            </a:lvl4pPr>
            <a:lvl5pPr marL="1371638" indent="0">
              <a:buNone/>
              <a:defRPr sz="1500"/>
            </a:lvl5pPr>
            <a:lvl6pPr marL="1714548" indent="0">
              <a:buNone/>
              <a:defRPr sz="1500"/>
            </a:lvl6pPr>
            <a:lvl7pPr marL="2057458" indent="0">
              <a:buNone/>
              <a:defRPr sz="1500"/>
            </a:lvl7pPr>
            <a:lvl8pPr marL="2400367" indent="0">
              <a:buNone/>
              <a:defRPr sz="1500"/>
            </a:lvl8pPr>
            <a:lvl9pPr marL="2743277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1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10" indent="0">
              <a:buNone/>
              <a:defRPr sz="1050"/>
            </a:lvl2pPr>
            <a:lvl3pPr marL="685819" indent="0">
              <a:buNone/>
              <a:defRPr sz="900"/>
            </a:lvl3pPr>
            <a:lvl4pPr marL="1028729" indent="0">
              <a:buNone/>
              <a:defRPr sz="750"/>
            </a:lvl4pPr>
            <a:lvl5pPr marL="1371638" indent="0">
              <a:buNone/>
              <a:defRPr sz="750"/>
            </a:lvl5pPr>
            <a:lvl6pPr marL="1714548" indent="0">
              <a:buNone/>
              <a:defRPr sz="750"/>
            </a:lvl6pPr>
            <a:lvl7pPr marL="2057458" indent="0">
              <a:buNone/>
              <a:defRPr sz="750"/>
            </a:lvl7pPr>
            <a:lvl8pPr marL="2400367" indent="0">
              <a:buNone/>
              <a:defRPr sz="750"/>
            </a:lvl8pPr>
            <a:lvl9pPr marL="2743277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19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29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5"/>
            <a:ext cx="1478756" cy="77491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5"/>
            <a:ext cx="4350544" cy="77491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7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9" y="486837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9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4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1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19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5" indent="-171455" algn="l" defTabSz="685819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6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7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8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9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00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91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822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32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10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9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9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7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77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CFC33-0B91-F924-C8B6-758494201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DAC67E7-A7B7-751D-60DA-8876DD251A78}"/>
              </a:ext>
            </a:extLst>
          </p:cNvPr>
          <p:cNvSpPr/>
          <p:nvPr/>
        </p:nvSpPr>
        <p:spPr>
          <a:xfrm>
            <a:off x="0" y="1"/>
            <a:ext cx="6858000" cy="9144000"/>
          </a:xfrm>
          <a:prstGeom prst="rect">
            <a:avLst/>
          </a:prstGeom>
          <a:solidFill>
            <a:srgbClr val="ABBC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26F56A-3553-742C-7308-3A19664347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36" y="708572"/>
            <a:ext cx="4910130" cy="7365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3EB654-1315-953C-5DF5-78C31521B6AF}"/>
              </a:ext>
            </a:extLst>
          </p:cNvPr>
          <p:cNvSpPr txBox="1"/>
          <p:nvPr/>
        </p:nvSpPr>
        <p:spPr>
          <a:xfrm>
            <a:off x="519764" y="211242"/>
            <a:ext cx="58184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Daily sketch</a:t>
            </a:r>
            <a:endParaRPr lang="ko-KR" altLang="en-US" sz="10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C2F2DE5-277A-BD6D-1997-F497E6C07F84}"/>
              </a:ext>
            </a:extLst>
          </p:cNvPr>
          <p:cNvSpPr/>
          <p:nvPr/>
        </p:nvSpPr>
        <p:spPr>
          <a:xfrm flipV="1">
            <a:off x="2526631" y="8032192"/>
            <a:ext cx="1727736" cy="627959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FE2C0-4265-D9ED-EE3E-BA3FF48209F3}"/>
              </a:ext>
            </a:extLst>
          </p:cNvPr>
          <p:cNvSpPr txBox="1"/>
          <p:nvPr/>
        </p:nvSpPr>
        <p:spPr>
          <a:xfrm>
            <a:off x="2521820" y="8115339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rgbClr val="E6E9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2400" dirty="0">
              <a:solidFill>
                <a:srgbClr val="E6E9DE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B4338A-52D5-DE56-5114-2E4DD526A8F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7FAE2A-EC75-A897-DAE3-C6586B54BF0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F5C229E-EA07-0CBB-CBD0-6A3C72CB5CDF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6405E47-723E-B2AA-73F4-493A25826997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332CD88-4EB5-41D6-8B04-B6D25D55B37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62D5611-0EF7-EE9D-BFAE-3C2686F2956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07EEB9E-8CCD-F377-B781-CF59331F923F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F96D5DF-7D0C-E238-3170-E22104F128D1}"/>
              </a:ext>
            </a:extLst>
          </p:cNvPr>
          <p:cNvSpPr txBox="1"/>
          <p:nvPr/>
        </p:nvSpPr>
        <p:spPr>
          <a:xfrm>
            <a:off x="519764" y="7288936"/>
            <a:ext cx="58184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together, keep the little days</a:t>
            </a:r>
            <a:endParaRPr lang="ko-KR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7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540E0-0CB8-D01C-6237-60CC24C4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7D6FACC9-EF09-A0DD-6A2E-AB6D5A998060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AE379966-7E27-3E4E-7CED-6D3BEF2FD485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B999219-B69C-AFDC-168F-28A6FE09F1A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BDA0932-CFD5-E179-5B0A-E17F81B29E0E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2604EEC-7960-4569-4DBB-DDA7CE0D9089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BC66DAA-BC69-065D-834D-9B0925B94FEB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B0B97BD-3CCD-5AD4-03B9-D783F2BC76C3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07AFEE7E-5F8D-67ED-4829-B8BBF2D5EE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5" t="3148" r="52282" b="51481"/>
          <a:stretch>
            <a:fillRect/>
          </a:stretch>
        </p:blipFill>
        <p:spPr>
          <a:xfrm>
            <a:off x="9327069" y="-114347"/>
            <a:ext cx="5029150" cy="909329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8174074-F2F4-E70B-8CD6-755FB8D61588}"/>
              </a:ext>
            </a:extLst>
          </p:cNvPr>
          <p:cNvSpPr txBox="1"/>
          <p:nvPr/>
        </p:nvSpPr>
        <p:spPr>
          <a:xfrm>
            <a:off x="-4551452" y="1910599"/>
            <a:ext cx="391645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노트추가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노트공유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노트참가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노트삭제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표지편집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햄버거표시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6684D1-D81F-4C16-FF50-3645F1B4738F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4972C0-043D-5AD9-8751-A1D10596D206}"/>
              </a:ext>
            </a:extLst>
          </p:cNvPr>
          <p:cNvSpPr txBox="1"/>
          <p:nvPr/>
        </p:nvSpPr>
        <p:spPr>
          <a:xfrm>
            <a:off x="-6173642" y="5771425"/>
            <a:ext cx="391645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ko-KR" sz="3200" dirty="0"/>
              <a:t>메인(내부) 디스플레이 해상도는 </a:t>
            </a:r>
            <a:r>
              <a:rPr lang="ko-KR" altLang="ko-KR" b="1" dirty="0"/>
              <a:t>2,448 × 1,848 (QXGA+)</a:t>
            </a:r>
            <a:r>
              <a:rPr lang="ko-KR" altLang="ko-KR" dirty="0"/>
              <a:t>이며, 커버(외부) 디스플레이 해상도는 </a:t>
            </a:r>
            <a:r>
              <a:rPr lang="ko-KR" altLang="ko-KR" b="1" dirty="0"/>
              <a:t>1,972 × 1,248 (WUXGA+)</a:t>
            </a:r>
            <a:endParaRPr lang="ko-KR" altLang="en-US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06D3046-01F5-EBC0-93B2-D5B55080E37F}"/>
              </a:ext>
            </a:extLst>
          </p:cNvPr>
          <p:cNvGrpSpPr/>
          <p:nvPr/>
        </p:nvGrpSpPr>
        <p:grpSpPr>
          <a:xfrm>
            <a:off x="-368301" y="2310889"/>
            <a:ext cx="10494101" cy="6681142"/>
            <a:chOff x="-368301" y="2963709"/>
            <a:chExt cx="10494101" cy="6681142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F1BC661D-0631-B885-7036-092A329306AF}"/>
                </a:ext>
              </a:extLst>
            </p:cNvPr>
            <p:cNvGrpSpPr/>
            <p:nvPr/>
          </p:nvGrpSpPr>
          <p:grpSpPr>
            <a:xfrm>
              <a:off x="-36830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1" name="자유형: 도형 70">
                <a:extLst>
                  <a:ext uri="{FF2B5EF4-FFF2-40B4-BE49-F238E27FC236}">
                    <a16:creationId xmlns:a16="http://schemas.microsoft.com/office/drawing/2014/main" id="{AAFC3205-F467-0E2C-D648-BD2212E3182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471FDB-8E61-8CD0-ADC7-9678D4AC852C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73" name="사각형: 둥근 위쪽 모서리 72">
                  <a:extLst>
                    <a:ext uri="{FF2B5EF4-FFF2-40B4-BE49-F238E27FC236}">
                      <a16:creationId xmlns:a16="http://schemas.microsoft.com/office/drawing/2014/main" id="{0875F131-6815-0F17-E743-F20B5882360D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305683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27466B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6BC7F21C-1D45-CB78-473F-E435F6B80C7A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27466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A83DAF3-8A26-430E-9408-FAC09138EE03}"/>
                </a:ext>
              </a:extLst>
            </p:cNvPr>
            <p:cNvGrpSpPr/>
            <p:nvPr/>
          </p:nvGrpSpPr>
          <p:grpSpPr>
            <a:xfrm>
              <a:off x="510002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1D3E271F-F699-3809-11C3-C81C1279986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5F25CFD-9337-6072-7DE7-2D1ECDABC855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80" name="사각형: 둥근 위쪽 모서리 79">
                  <a:extLst>
                    <a:ext uri="{FF2B5EF4-FFF2-40B4-BE49-F238E27FC236}">
                      <a16:creationId xmlns:a16="http://schemas.microsoft.com/office/drawing/2014/main" id="{EC73FAC3-9FAE-C45A-F209-D02FA7DA063F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E05036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C000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81" name="직사각형 80">
                  <a:extLst>
                    <a:ext uri="{FF2B5EF4-FFF2-40B4-BE49-F238E27FC236}">
                      <a16:creationId xmlns:a16="http://schemas.microsoft.com/office/drawing/2014/main" id="{05DE0B39-E5E4-CCD8-C923-2421A99CA142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BD341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54A0166-7B8E-2861-B4A9-656E3CBAB71B}"/>
                </a:ext>
              </a:extLst>
            </p:cNvPr>
            <p:cNvGrpSpPr/>
            <p:nvPr/>
          </p:nvGrpSpPr>
          <p:grpSpPr>
            <a:xfrm>
              <a:off x="2113887" y="2963709"/>
              <a:ext cx="6190201" cy="6681142"/>
              <a:chOff x="10151764" y="1692275"/>
              <a:chExt cx="5832309" cy="6294869"/>
            </a:xfrm>
          </p:grpSpPr>
          <p:sp>
            <p:nvSpPr>
              <p:cNvPr id="32" name="자유형: 도형 31">
                <a:extLst>
                  <a:ext uri="{FF2B5EF4-FFF2-40B4-BE49-F238E27FC236}">
                    <a16:creationId xmlns:a16="http://schemas.microsoft.com/office/drawing/2014/main" id="{767FAB43-0DA3-3862-C544-69818B49F969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A361CD12-F327-D2DF-2E94-46725E4106DF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28" name="사각형: 둥근 위쪽 모서리 27">
                  <a:extLst>
                    <a:ext uri="{FF2B5EF4-FFF2-40B4-BE49-F238E27FC236}">
                      <a16:creationId xmlns:a16="http://schemas.microsoft.com/office/drawing/2014/main" id="{52E08F6A-EA65-70D3-B501-D7C5C0B7A3D0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FFBF2A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825A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8B21631A-81CD-2A04-19BB-0653B2F85178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E7A4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4E790A0C-F22B-85EB-46D4-68E63E571C62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DF88812-5833-BB27-7834-EDBE967679CB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2" name="그래픽 9" descr="단일 톱니바퀴 단색으로 채워진">
              <a:extLst>
                <a:ext uri="{FF2B5EF4-FFF2-40B4-BE49-F238E27FC236}">
                  <a16:creationId xmlns:a16="http://schemas.microsoft.com/office/drawing/2014/main" id="{F02BE31A-CA46-58C0-0F66-3D8ECB997498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E85F68C2-4D06-83E3-B492-4C58C8AC8EAF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1DB4615E-F9D6-84B1-ADDB-AF919B02C69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CB8A1A37-471B-06CC-FEF1-89CE08DAAD13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0171263-55B6-3C34-F649-96828B12C992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819C6609-CD30-4602-0011-D6805AD1AC40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07A3957A-833B-A851-4919-2F30A84F6866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F84BE108-2BEC-13E0-7E08-B627B6FC4BC3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8" name="그래픽 15" descr="주택 윤곽선">
              <a:extLst>
                <a:ext uri="{FF2B5EF4-FFF2-40B4-BE49-F238E27FC236}">
                  <a16:creationId xmlns:a16="http://schemas.microsoft.com/office/drawing/2014/main" id="{875A1511-D77E-B14E-356B-8474F00EEE43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pic>
        <p:nvPicPr>
          <p:cNvPr id="85" name="그래픽 84" descr="배지 팔로우 단색으로 채워진">
            <a:extLst>
              <a:ext uri="{FF2B5EF4-FFF2-40B4-BE49-F238E27FC236}">
                <a16:creationId xmlns:a16="http://schemas.microsoft.com/office/drawing/2014/main" id="{6832CA65-AB04-E846-458D-ACB2CC9E94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1800" y="66411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39D3A-74C5-D8B7-8556-911462A57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그룹 54">
            <a:extLst>
              <a:ext uri="{FF2B5EF4-FFF2-40B4-BE49-F238E27FC236}">
                <a16:creationId xmlns:a16="http://schemas.microsoft.com/office/drawing/2014/main" id="{BCF716E3-2094-9454-5460-01DE3545024A}"/>
              </a:ext>
            </a:extLst>
          </p:cNvPr>
          <p:cNvGrpSpPr/>
          <p:nvPr/>
        </p:nvGrpSpPr>
        <p:grpSpPr>
          <a:xfrm>
            <a:off x="728662" y="5318888"/>
            <a:ext cx="1501086" cy="2259170"/>
            <a:chOff x="2138045" y="3527386"/>
            <a:chExt cx="2425965" cy="3651137"/>
          </a:xfrm>
        </p:grpSpPr>
        <p:sp>
          <p:nvSpPr>
            <p:cNvPr id="56" name="사각형: 둥근 위쪽 모서리 55">
              <a:extLst>
                <a:ext uri="{FF2B5EF4-FFF2-40B4-BE49-F238E27FC236}">
                  <a16:creationId xmlns:a16="http://schemas.microsoft.com/office/drawing/2014/main" id="{8FE6909C-355B-31F8-017B-85483989BF4F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C517C5D3-D7AE-763E-3E8F-671AB6DEF981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ABC8CB03-BD07-D010-A6EC-A8C7FD61EAAE}"/>
              </a:ext>
            </a:extLst>
          </p:cNvPr>
          <p:cNvGrpSpPr/>
          <p:nvPr/>
        </p:nvGrpSpPr>
        <p:grpSpPr>
          <a:xfrm>
            <a:off x="2678457" y="5318888"/>
            <a:ext cx="1501086" cy="2259170"/>
            <a:chOff x="2138045" y="3527386"/>
            <a:chExt cx="2425965" cy="3651137"/>
          </a:xfrm>
        </p:grpSpPr>
        <p:sp>
          <p:nvSpPr>
            <p:cNvPr id="59" name="사각형: 둥근 위쪽 모서리 58">
              <a:extLst>
                <a:ext uri="{FF2B5EF4-FFF2-40B4-BE49-F238E27FC236}">
                  <a16:creationId xmlns:a16="http://schemas.microsoft.com/office/drawing/2014/main" id="{B0715384-108B-ABC0-4364-ABAEF2A09C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EA26DEBB-5C47-8E32-B2B5-27C6EBA99E1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895E216D-C379-D432-5D99-CD86C4CBE546}"/>
              </a:ext>
            </a:extLst>
          </p:cNvPr>
          <p:cNvGrpSpPr/>
          <p:nvPr/>
        </p:nvGrpSpPr>
        <p:grpSpPr>
          <a:xfrm>
            <a:off x="4628251" y="5318888"/>
            <a:ext cx="1501086" cy="2259170"/>
            <a:chOff x="2138045" y="3527386"/>
            <a:chExt cx="2425965" cy="3651137"/>
          </a:xfrm>
        </p:grpSpPr>
        <p:sp>
          <p:nvSpPr>
            <p:cNvPr id="62" name="사각형: 둥근 위쪽 모서리 61">
              <a:extLst>
                <a:ext uri="{FF2B5EF4-FFF2-40B4-BE49-F238E27FC236}">
                  <a16:creationId xmlns:a16="http://schemas.microsoft.com/office/drawing/2014/main" id="{AA88D522-B216-A2CF-8A00-5D34AA5A6D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2FE6DC2F-7D0F-BD15-8951-B92BB6F5583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50A9D28-2267-47FB-ED22-8B0B401ACBFF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35D374A-B437-4C88-D168-C1C35549553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52147A7-B38A-DC8C-A0D9-76E5B0164A1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196D0CF-84E3-6013-4694-CD09E304CDD0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D85D6C1-17E9-8751-64F9-1129E92AE7B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2458CE7-E2AD-F29C-EA36-A132B4ECB25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5E494D71-FC56-2A34-48E1-9253F3F16DC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60C2A64-4209-3666-25D3-1A6C85886943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7A8AD38-130C-18B5-444D-5060ACF366A7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32C7FC88-CA7D-9A43-7D5E-0B7E379B2AAA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9" name="그래픽 9" descr="단일 톱니바퀴 단색으로 채워진">
              <a:extLst>
                <a:ext uri="{FF2B5EF4-FFF2-40B4-BE49-F238E27FC236}">
                  <a16:creationId xmlns:a16="http://schemas.microsoft.com/office/drawing/2014/main" id="{15B7DB5F-A67C-09CE-0BEF-0AB118019496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89046A7-3C8E-36AA-A07E-1B9A4030E552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A83987D8-4E50-0E29-8CC1-76661B452F77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169F3B96-A197-F8DC-6368-AE36D6DDAAAB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5659DFC-C969-BB05-E733-49D50D4D88F6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16" name="자유형: 도형 15">
                <a:extLst>
                  <a:ext uri="{FF2B5EF4-FFF2-40B4-BE49-F238E27FC236}">
                    <a16:creationId xmlns:a16="http://schemas.microsoft.com/office/drawing/2014/main" id="{DC9D41B9-A1E9-B19A-78D7-CCA8408C1089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07E4074C-A72C-C7E1-6952-85ED04C44D99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B60C1909-F946-1B6D-B0C2-CA9D88685B27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5" name="그래픽 15" descr="주택 윤곽선">
              <a:extLst>
                <a:ext uri="{FF2B5EF4-FFF2-40B4-BE49-F238E27FC236}">
                  <a16:creationId xmlns:a16="http://schemas.microsoft.com/office/drawing/2014/main" id="{6FCA62C1-BC45-B25C-15AF-D555BDB79A6D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148468C-5FDC-2145-882C-F2A0B04C7072}"/>
              </a:ext>
            </a:extLst>
          </p:cNvPr>
          <p:cNvGrpSpPr/>
          <p:nvPr/>
        </p:nvGrpSpPr>
        <p:grpSpPr>
          <a:xfrm>
            <a:off x="728662" y="2581390"/>
            <a:ext cx="1501086" cy="2259170"/>
            <a:chOff x="2138045" y="3527386"/>
            <a:chExt cx="2425965" cy="3651137"/>
          </a:xfrm>
        </p:grpSpPr>
        <p:sp>
          <p:nvSpPr>
            <p:cNvPr id="27" name="사각형: 둥근 위쪽 모서리 26">
              <a:extLst>
                <a:ext uri="{FF2B5EF4-FFF2-40B4-BE49-F238E27FC236}">
                  <a16:creationId xmlns:a16="http://schemas.microsoft.com/office/drawing/2014/main" id="{533D9A82-CED1-E5D3-5F13-98BD8B8C6893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6F4EEE4-BD71-B643-D627-41F1D00EE95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8805128-38EA-E7E0-2743-D3A6FD3A6131}"/>
              </a:ext>
            </a:extLst>
          </p:cNvPr>
          <p:cNvGrpSpPr/>
          <p:nvPr/>
        </p:nvGrpSpPr>
        <p:grpSpPr>
          <a:xfrm>
            <a:off x="2678457" y="2581390"/>
            <a:ext cx="1501086" cy="2259170"/>
            <a:chOff x="2138045" y="3527386"/>
            <a:chExt cx="2425965" cy="3651137"/>
          </a:xfrm>
        </p:grpSpPr>
        <p:sp>
          <p:nvSpPr>
            <p:cNvPr id="48" name="사각형: 둥근 위쪽 모서리 47">
              <a:extLst>
                <a:ext uri="{FF2B5EF4-FFF2-40B4-BE49-F238E27FC236}">
                  <a16:creationId xmlns:a16="http://schemas.microsoft.com/office/drawing/2014/main" id="{2ECF0CB9-6617-C0D4-5D56-CB58D463DC26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A58782F-F5B6-317E-AAF2-39AC77964C0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43315AC-21BA-8CAF-6167-C28F4B9E7339}"/>
              </a:ext>
            </a:extLst>
          </p:cNvPr>
          <p:cNvGrpSpPr/>
          <p:nvPr/>
        </p:nvGrpSpPr>
        <p:grpSpPr>
          <a:xfrm>
            <a:off x="4628251" y="2581390"/>
            <a:ext cx="1501086" cy="2259170"/>
            <a:chOff x="2138045" y="3527386"/>
            <a:chExt cx="2425965" cy="3651137"/>
          </a:xfrm>
        </p:grpSpPr>
        <p:sp>
          <p:nvSpPr>
            <p:cNvPr id="51" name="사각형: 둥근 위쪽 모서리 50">
              <a:extLst>
                <a:ext uri="{FF2B5EF4-FFF2-40B4-BE49-F238E27FC236}">
                  <a16:creationId xmlns:a16="http://schemas.microsoft.com/office/drawing/2014/main" id="{E53900AD-C9F3-A382-E0CD-D4521C5CF0A7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D997888-5A12-C327-0674-A5AA33046F93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pic>
        <p:nvPicPr>
          <p:cNvPr id="65" name="그래픽 64" descr="공유 단색으로 채워진">
            <a:extLst>
              <a:ext uri="{FF2B5EF4-FFF2-40B4-BE49-F238E27FC236}">
                <a16:creationId xmlns:a16="http://schemas.microsoft.com/office/drawing/2014/main" id="{EEBEDA04-5D6D-68E8-E595-B00FF7DDA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825765" y="2830891"/>
            <a:ext cx="914400" cy="914400"/>
          </a:xfrm>
          <a:prstGeom prst="rect">
            <a:avLst/>
          </a:prstGeom>
        </p:spPr>
      </p:pic>
      <p:pic>
        <p:nvPicPr>
          <p:cNvPr id="67" name="그래픽 66" descr="모임 단색으로 채워진">
            <a:extLst>
              <a:ext uri="{FF2B5EF4-FFF2-40B4-BE49-F238E27FC236}">
                <a16:creationId xmlns:a16="http://schemas.microsoft.com/office/drawing/2014/main" id="{6CAB6FC4-DD97-DA72-C705-9B2FC1227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4782" y="1786312"/>
            <a:ext cx="602419" cy="602419"/>
          </a:xfrm>
          <a:prstGeom prst="rect">
            <a:avLst/>
          </a:prstGeom>
        </p:spPr>
      </p:pic>
      <p:pic>
        <p:nvPicPr>
          <p:cNvPr id="69" name="그래픽 68" descr="사용자 단색으로 채워진">
            <a:extLst>
              <a:ext uri="{FF2B5EF4-FFF2-40B4-BE49-F238E27FC236}">
                <a16:creationId xmlns:a16="http://schemas.microsoft.com/office/drawing/2014/main" id="{69FF15CD-8133-45E4-B68E-4A909671E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662" y="1826106"/>
            <a:ext cx="516120" cy="516120"/>
          </a:xfrm>
          <a:prstGeom prst="rect">
            <a:avLst/>
          </a:prstGeom>
        </p:spPr>
      </p:pic>
      <p:pic>
        <p:nvPicPr>
          <p:cNvPr id="71" name="그래픽 70" descr="기타 단색으로 채워진">
            <a:extLst>
              <a:ext uri="{FF2B5EF4-FFF2-40B4-BE49-F238E27FC236}">
                <a16:creationId xmlns:a16="http://schemas.microsoft.com/office/drawing/2014/main" id="{DA277593-F3DB-F1DF-B818-2D392D3297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825765" y="3564964"/>
            <a:ext cx="914400" cy="914400"/>
          </a:xfrm>
          <a:prstGeom prst="rect">
            <a:avLst/>
          </a:prstGeom>
        </p:spPr>
      </p:pic>
      <p:pic>
        <p:nvPicPr>
          <p:cNvPr id="73" name="그래픽 72" descr="햄버거 메뉴 아이콘 단색으로 채워진">
            <a:extLst>
              <a:ext uri="{FF2B5EF4-FFF2-40B4-BE49-F238E27FC236}">
                <a16:creationId xmlns:a16="http://schemas.microsoft.com/office/drawing/2014/main" id="{4A9122C9-86B7-B761-5DA5-50BDA49AB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899565" y="4149037"/>
            <a:ext cx="914400" cy="914400"/>
          </a:xfrm>
          <a:prstGeom prst="rect">
            <a:avLst/>
          </a:prstGeom>
        </p:spPr>
      </p:pic>
      <p:pic>
        <p:nvPicPr>
          <p:cNvPr id="75" name="그래픽 74" descr="쓰레기 단색으로 채워진">
            <a:extLst>
              <a:ext uri="{FF2B5EF4-FFF2-40B4-BE49-F238E27FC236}">
                <a16:creationId xmlns:a16="http://schemas.microsoft.com/office/drawing/2014/main" id="{5C326071-D381-B920-6A6C-E8D2093F30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886262" y="518169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45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93D7E-06B3-2FEF-980B-8324F2D01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타원 61">
            <a:extLst>
              <a:ext uri="{FF2B5EF4-FFF2-40B4-BE49-F238E27FC236}">
                <a16:creationId xmlns:a16="http://schemas.microsoft.com/office/drawing/2014/main" id="{7A0A1A81-EB72-24F0-DFD3-37151FFE197C}"/>
              </a:ext>
            </a:extLst>
          </p:cNvPr>
          <p:cNvSpPr/>
          <p:nvPr/>
        </p:nvSpPr>
        <p:spPr>
          <a:xfrm>
            <a:off x="3281826" y="6511160"/>
            <a:ext cx="288000" cy="288000"/>
          </a:xfrm>
          <a:prstGeom prst="ellipse">
            <a:avLst/>
          </a:prstGeom>
          <a:solidFill>
            <a:srgbClr val="CFC0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FD0CE357-0B3A-EE5E-2F81-6B110B5BCBD9}"/>
              </a:ext>
            </a:extLst>
          </p:cNvPr>
          <p:cNvGraphicFramePr>
            <a:graphicFrameLocks noGrp="1"/>
          </p:cNvGraphicFramePr>
          <p:nvPr/>
        </p:nvGraphicFramePr>
        <p:xfrm>
          <a:off x="499147" y="4135796"/>
          <a:ext cx="5859707" cy="3920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101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5779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1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500" b="1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9B0825C-A659-DE57-626D-8BE05FBD79D6}"/>
              </a:ext>
            </a:extLst>
          </p:cNvPr>
          <p:cNvSpPr/>
          <p:nvPr/>
        </p:nvSpPr>
        <p:spPr>
          <a:xfrm>
            <a:off x="728663" y="814578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2A67313A-11C4-7870-C36D-BC40CA329719}"/>
              </a:ext>
            </a:extLst>
          </p:cNvPr>
          <p:cNvSpPr/>
          <p:nvPr/>
        </p:nvSpPr>
        <p:spPr>
          <a:xfrm>
            <a:off x="5295858" y="828142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783"/>
          </a:p>
        </p:txBody>
      </p:sp>
      <p:sp>
        <p:nvSpPr>
          <p:cNvPr id="17" name="그래픽 15" descr="주택 윤곽선">
            <a:extLst>
              <a:ext uri="{FF2B5EF4-FFF2-40B4-BE49-F238E27FC236}">
                <a16:creationId xmlns:a16="http://schemas.microsoft.com/office/drawing/2014/main" id="{A7DD32EA-D26F-47C1-BC71-375BCE6EA669}"/>
              </a:ext>
            </a:extLst>
          </p:cNvPr>
          <p:cNvSpPr>
            <a:spLocks/>
          </p:cNvSpPr>
          <p:nvPr/>
        </p:nvSpPr>
        <p:spPr>
          <a:xfrm>
            <a:off x="1267020" y="8281429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783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8996F6-8F62-C0D0-BFB3-D63AE9CB9136}"/>
              </a:ext>
            </a:extLst>
          </p:cNvPr>
          <p:cNvGrpSpPr/>
          <p:nvPr/>
        </p:nvGrpSpPr>
        <p:grpSpPr>
          <a:xfrm>
            <a:off x="2521259" y="828142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B7BF645-7289-4005-D2E2-D79E5BB1313D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B4C371E3-86E2-15BF-8DE8-3AA21CD66367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09C27FB2-6FB1-42F6-6BD8-0CD61B69BAA1}"/>
              </a:ext>
            </a:extLst>
          </p:cNvPr>
          <p:cNvGrpSpPr/>
          <p:nvPr/>
        </p:nvGrpSpPr>
        <p:grpSpPr>
          <a:xfrm>
            <a:off x="3761009" y="7926741"/>
            <a:ext cx="575732" cy="575732"/>
            <a:chOff x="3946657" y="8209951"/>
            <a:chExt cx="575732" cy="575732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7A58CF9-0662-3CE2-B7C7-E1BACCD7CC05}"/>
                </a:ext>
              </a:extLst>
            </p:cNvPr>
            <p:cNvSpPr/>
            <p:nvPr/>
          </p:nvSpPr>
          <p:spPr>
            <a:xfrm>
              <a:off x="3946657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43C0E857-E007-084A-8EB6-A72F5C6ED5E8}"/>
                </a:ext>
              </a:extLst>
            </p:cNvPr>
            <p:cNvGrpSpPr/>
            <p:nvPr/>
          </p:nvGrpSpPr>
          <p:grpSpPr>
            <a:xfrm>
              <a:off x="4086962" y="8350256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E7E01E62-8C8B-3BC0-F297-4A2390E58513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CCC3B44-F2DB-74DB-B44E-C9A8E9FCDB31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2B0AE8B-08DE-8B67-4A92-8DAB38B677DA}"/>
              </a:ext>
            </a:extLst>
          </p:cNvPr>
          <p:cNvSpPr txBox="1"/>
          <p:nvPr/>
        </p:nvSpPr>
        <p:spPr>
          <a:xfrm>
            <a:off x="1697034" y="1769516"/>
            <a:ext cx="34639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Jaunaly</a:t>
            </a:r>
            <a:r>
              <a:rPr lang="en-US" altLang="ko-KR" sz="96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 </a:t>
            </a:r>
            <a:endParaRPr lang="ko-KR" altLang="en-US" sz="96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85368-74E4-9852-4254-52BBBDE5C2B9}"/>
              </a:ext>
            </a:extLst>
          </p:cNvPr>
          <p:cNvSpPr txBox="1"/>
          <p:nvPr/>
        </p:nvSpPr>
        <p:spPr>
          <a:xfrm>
            <a:off x="1697034" y="1042549"/>
            <a:ext cx="3463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8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48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38E8943-37CF-9EC8-84C1-CDAD3207CFC2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8323ABC-BE2C-E552-E2A1-7FEB5F7C617C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9FD578A-8BD9-C11B-FA3C-4072B5FF476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A668BE8-4F81-9ECA-1928-05E610DC1113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A7A6B25-953B-C2C4-36F2-29A4084A79C4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409F9B4-BD8D-EE48-4FDA-C9ABA321940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E142DCF-B4C8-4B3D-725B-AD34DB8AFDF2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0C8B9AB5-E34A-BC84-7268-97BC971CFB53}"/>
              </a:ext>
            </a:extLst>
          </p:cNvPr>
          <p:cNvSpPr/>
          <p:nvPr/>
        </p:nvSpPr>
        <p:spPr>
          <a:xfrm>
            <a:off x="2551327" y="6849268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448811A-73D9-E6F0-D1C8-B83346E6C954}"/>
              </a:ext>
            </a:extLst>
          </p:cNvPr>
          <p:cNvSpPr/>
          <p:nvPr/>
        </p:nvSpPr>
        <p:spPr>
          <a:xfrm>
            <a:off x="3402149" y="6849268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2CB7A73-C90B-E86E-93FF-D323C9C65AA4}"/>
              </a:ext>
            </a:extLst>
          </p:cNvPr>
          <p:cNvSpPr/>
          <p:nvPr/>
        </p:nvSpPr>
        <p:spPr>
          <a:xfrm>
            <a:off x="4219181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3FCC674-5FD9-A1B1-1A83-F8DEFB1BC158}"/>
              </a:ext>
            </a:extLst>
          </p:cNvPr>
          <p:cNvSpPr/>
          <p:nvPr/>
        </p:nvSpPr>
        <p:spPr>
          <a:xfrm>
            <a:off x="3398974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5BA0EA7-45EF-5327-7012-4DDEEE7EAD60}"/>
              </a:ext>
            </a:extLst>
          </p:cNvPr>
          <p:cNvSpPr/>
          <p:nvPr/>
        </p:nvSpPr>
        <p:spPr>
          <a:xfrm>
            <a:off x="1697033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E257C6FF-9547-3843-2C78-9779CBD0A947}"/>
              </a:ext>
            </a:extLst>
          </p:cNvPr>
          <p:cNvSpPr/>
          <p:nvPr/>
        </p:nvSpPr>
        <p:spPr>
          <a:xfrm>
            <a:off x="2551327" y="6249193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87BA774B-F22E-620A-D2CD-7FC7D4B7911A}"/>
              </a:ext>
            </a:extLst>
          </p:cNvPr>
          <p:cNvSpPr/>
          <p:nvPr/>
        </p:nvSpPr>
        <p:spPr>
          <a:xfrm>
            <a:off x="3389826" y="6249193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77" name="이등변 삼각형 76">
            <a:extLst>
              <a:ext uri="{FF2B5EF4-FFF2-40B4-BE49-F238E27FC236}">
                <a16:creationId xmlns:a16="http://schemas.microsoft.com/office/drawing/2014/main" id="{10735FF9-813C-726C-F707-0E197B192E02}"/>
              </a:ext>
            </a:extLst>
          </p:cNvPr>
          <p:cNvSpPr/>
          <p:nvPr/>
        </p:nvSpPr>
        <p:spPr>
          <a:xfrm rot="16200000">
            <a:off x="988266" y="2650935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78" name="이등변 삼각형 76">
            <a:extLst>
              <a:ext uri="{FF2B5EF4-FFF2-40B4-BE49-F238E27FC236}">
                <a16:creationId xmlns:a16="http://schemas.microsoft.com/office/drawing/2014/main" id="{C48C4759-8824-C166-1E0C-F6ED04C8901E}"/>
              </a:ext>
            </a:extLst>
          </p:cNvPr>
          <p:cNvSpPr/>
          <p:nvPr/>
        </p:nvSpPr>
        <p:spPr>
          <a:xfrm rot="5400000">
            <a:off x="5672947" y="2650936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0D8524B-F926-BD16-3E2B-2F804486B8FC}"/>
              </a:ext>
            </a:extLst>
          </p:cNvPr>
          <p:cNvGrpSpPr/>
          <p:nvPr/>
        </p:nvGrpSpPr>
        <p:grpSpPr>
          <a:xfrm>
            <a:off x="5805337" y="1368275"/>
            <a:ext cx="324000" cy="324000"/>
            <a:chOff x="5100328" y="3160993"/>
            <a:chExt cx="762827" cy="762949"/>
          </a:xfrm>
        </p:grpSpPr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C0EA523-290D-215A-6AD7-A5B9C3CDB6BB}"/>
                </a:ext>
              </a:extLst>
            </p:cNvPr>
            <p:cNvSpPr/>
            <p:nvPr/>
          </p:nvSpPr>
          <p:spPr>
            <a:xfrm>
              <a:off x="5100328" y="3265765"/>
              <a:ext cx="658179" cy="658177"/>
            </a:xfrm>
            <a:custGeom>
              <a:avLst/>
              <a:gdLst>
                <a:gd name="csX0" fmla="*/ 161925 w 658177"/>
                <a:gd name="csY0" fmla="*/ 497205 h 658177"/>
                <a:gd name="csX1" fmla="*/ 161925 w 658177"/>
                <a:gd name="csY1" fmla="*/ 564833 h 658177"/>
                <a:gd name="csX2" fmla="*/ 80963 w 658177"/>
                <a:gd name="csY2" fmla="*/ 591503 h 658177"/>
                <a:gd name="csX3" fmla="*/ 66675 w 658177"/>
                <a:gd name="csY3" fmla="*/ 577215 h 658177"/>
                <a:gd name="csX4" fmla="*/ 93345 w 658177"/>
                <a:gd name="csY4" fmla="*/ 496253 h 658177"/>
                <a:gd name="csX5" fmla="*/ 161925 w 658177"/>
                <a:gd name="csY5" fmla="*/ 497205 h 658177"/>
                <a:gd name="csX6" fmla="*/ 536258 w 658177"/>
                <a:gd name="csY6" fmla="*/ 0 h 658177"/>
                <a:gd name="csX7" fmla="*/ 60008 w 658177"/>
                <a:gd name="csY7" fmla="*/ 477203 h 658177"/>
                <a:gd name="csX8" fmla="*/ 0 w 658177"/>
                <a:gd name="csY8" fmla="*/ 658178 h 658177"/>
                <a:gd name="csX9" fmla="*/ 181928 w 658177"/>
                <a:gd name="csY9" fmla="*/ 598170 h 658177"/>
                <a:gd name="csX10" fmla="*/ 658178 w 658177"/>
                <a:gd name="csY10" fmla="*/ 121920 h 658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58177" h="658177">
                  <a:moveTo>
                    <a:pt x="161925" y="497205"/>
                  </a:moveTo>
                  <a:cubicBezTo>
                    <a:pt x="180975" y="516255"/>
                    <a:pt x="180975" y="545783"/>
                    <a:pt x="161925" y="564833"/>
                  </a:cubicBezTo>
                  <a:lnTo>
                    <a:pt x="80963" y="591503"/>
                  </a:lnTo>
                  <a:lnTo>
                    <a:pt x="66675" y="577215"/>
                  </a:lnTo>
                  <a:lnTo>
                    <a:pt x="93345" y="496253"/>
                  </a:lnTo>
                  <a:cubicBezTo>
                    <a:pt x="113348" y="478155"/>
                    <a:pt x="142875" y="478155"/>
                    <a:pt x="161925" y="497205"/>
                  </a:cubicBezTo>
                  <a:close/>
                  <a:moveTo>
                    <a:pt x="536258" y="0"/>
                  </a:moveTo>
                  <a:lnTo>
                    <a:pt x="60008" y="477203"/>
                  </a:lnTo>
                  <a:lnTo>
                    <a:pt x="0" y="658178"/>
                  </a:lnTo>
                  <a:lnTo>
                    <a:pt x="181928" y="598170"/>
                  </a:lnTo>
                  <a:lnTo>
                    <a:pt x="658178" y="121920"/>
                  </a:lnTo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70112A62-7C87-4F0D-6962-665DDBB74880}"/>
                </a:ext>
              </a:extLst>
            </p:cNvPr>
            <p:cNvSpPr/>
            <p:nvPr/>
          </p:nvSpPr>
          <p:spPr>
            <a:xfrm>
              <a:off x="5663246" y="3160993"/>
              <a:ext cx="199909" cy="199072"/>
            </a:xfrm>
            <a:custGeom>
              <a:avLst/>
              <a:gdLst>
                <a:gd name="csX0" fmla="*/ 188595 w 199908"/>
                <a:gd name="csY0" fmla="*/ 79058 h 199072"/>
                <a:gd name="csX1" fmla="*/ 120968 w 199908"/>
                <a:gd name="csY1" fmla="*/ 11430 h 199072"/>
                <a:gd name="csX2" fmla="*/ 66675 w 199908"/>
                <a:gd name="csY2" fmla="*/ 11430 h 199072"/>
                <a:gd name="csX3" fmla="*/ 0 w 199908"/>
                <a:gd name="csY3" fmla="*/ 78105 h 199072"/>
                <a:gd name="csX4" fmla="*/ 120968 w 199908"/>
                <a:gd name="csY4" fmla="*/ 199072 h 199072"/>
                <a:gd name="csX5" fmla="*/ 187643 w 199908"/>
                <a:gd name="csY5" fmla="*/ 132397 h 199072"/>
                <a:gd name="csX6" fmla="*/ 188595 w 199908"/>
                <a:gd name="csY6" fmla="*/ 79058 h 199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08" h="199072">
                  <a:moveTo>
                    <a:pt x="188595" y="79058"/>
                  </a:moveTo>
                  <a:lnTo>
                    <a:pt x="120968" y="11430"/>
                  </a:lnTo>
                  <a:cubicBezTo>
                    <a:pt x="105727" y="-3810"/>
                    <a:pt x="81915" y="-3810"/>
                    <a:pt x="66675" y="11430"/>
                  </a:cubicBezTo>
                  <a:lnTo>
                    <a:pt x="0" y="78105"/>
                  </a:lnTo>
                  <a:lnTo>
                    <a:pt x="120968" y="199072"/>
                  </a:lnTo>
                  <a:lnTo>
                    <a:pt x="187643" y="132397"/>
                  </a:lnTo>
                  <a:cubicBezTo>
                    <a:pt x="203835" y="118110"/>
                    <a:pt x="203835" y="94297"/>
                    <a:pt x="188595" y="79058"/>
                  </a:cubicBezTo>
                  <a:close/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</p:grpSp>
    </p:spTree>
    <p:extLst>
      <p:ext uri="{BB962C8B-B14F-4D97-AF65-F5344CB8AC3E}">
        <p14:creationId xmlns:p14="http://schemas.microsoft.com/office/powerpoint/2010/main" val="2005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5" r="5095"/>
          <a:stretch>
            <a:fillRect/>
          </a:stretch>
        </p:blipFill>
        <p:spPr>
          <a:xfrm>
            <a:off x="4591051" y="4489451"/>
            <a:ext cx="760887" cy="1056217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6BE16D3-B366-8045-776F-6ECDB7689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430709"/>
              </p:ext>
            </p:extLst>
          </p:nvPr>
        </p:nvGraphicFramePr>
        <p:xfrm>
          <a:off x="728664" y="2065338"/>
          <a:ext cx="5400675" cy="66648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5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307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08F9B3A-FF60-B994-5ED7-EC56E28A0752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B077D3-4990-5267-FB23-DA40C2E0B6E4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B9779E5-B85E-2A33-DD8D-54C922063441}"/>
              </a:ext>
            </a:extLst>
          </p:cNvPr>
          <p:cNvSpPr/>
          <p:nvPr/>
        </p:nvSpPr>
        <p:spPr>
          <a:xfrm>
            <a:off x="4612681" y="5396439"/>
            <a:ext cx="108000" cy="108000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dirty="0">
              <a:solidFill>
                <a:srgbClr val="FAF8F4"/>
              </a:solidFill>
              <a:latin typeface="Cavorting" panose="000B0504000000000004" pitchFamily="34" charset="0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1C88877-AF80-6490-A2B0-B530BCB8C8D4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849B4AB-17F1-6B05-8FE0-3A466BF1845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0C86895-8B82-BC90-CE09-4B74C04B39D1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2B4ED50-0A63-1D55-FF40-DA6441B5B715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5D17896-7D22-23EF-BE3B-85F96910E8CD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A57B3E4-043D-1082-5B70-1DFE2BD3A156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AB2099C-C4AF-3DBB-22C6-A10FFBD405AE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</p:spTree>
    <p:extLst>
      <p:ext uri="{BB962C8B-B14F-4D97-AF65-F5344CB8AC3E}">
        <p14:creationId xmlns:p14="http://schemas.microsoft.com/office/powerpoint/2010/main" val="377588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08B31-57E1-9BCE-F0CE-A505D3B7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C00D26-FB27-0122-467C-30423137A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9F00AC-C87D-40CD-8FFD-17D28975E805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9F730E-9ED6-5650-53B4-06816A4D787B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EEE8DC-A5E0-143A-865B-1576BBC39170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F9F37-65B4-2904-2E92-3F802BB54753}"/>
              </a:ext>
            </a:extLst>
          </p:cNvPr>
          <p:cNvSpPr txBox="1"/>
          <p:nvPr/>
        </p:nvSpPr>
        <p:spPr>
          <a:xfrm>
            <a:off x="728665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855230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81574-0553-84D3-58DD-FAD37F3BD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DA198A0-FFBA-B677-3273-49C5E5B75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7F48BB-7676-5828-30AF-9CFA634A3F4D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70BFE8-4744-3DFA-71F4-CC3A9703634D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629BD4-4E75-1B6A-C634-34B425AA762A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E169A-B6D3-4299-5BDB-28C5BFFB35E6}"/>
              </a:ext>
            </a:extLst>
          </p:cNvPr>
          <p:cNvSpPr txBox="1"/>
          <p:nvPr/>
        </p:nvSpPr>
        <p:spPr>
          <a:xfrm>
            <a:off x="728665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B444C-81EA-AA71-F405-1D3C63463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074"/>
            <a:ext cx="6858000" cy="9075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747C64-CFFD-5E0F-DD22-A42ACBACECB0}"/>
              </a:ext>
            </a:extLst>
          </p:cNvPr>
          <p:cNvSpPr txBox="1"/>
          <p:nvPr/>
        </p:nvSpPr>
        <p:spPr>
          <a:xfrm>
            <a:off x="7218387" y="6911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E421F-A6B6-A8CC-FA76-078F838BAF15}"/>
              </a:ext>
            </a:extLst>
          </p:cNvPr>
          <p:cNvSpPr txBox="1"/>
          <p:nvPr/>
        </p:nvSpPr>
        <p:spPr>
          <a:xfrm>
            <a:off x="7218387" y="6763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DAE5C0-4FE2-BF8D-8805-6BB893E57CFE}"/>
              </a:ext>
            </a:extLst>
          </p:cNvPr>
          <p:cNvSpPr txBox="1"/>
          <p:nvPr/>
        </p:nvSpPr>
        <p:spPr>
          <a:xfrm>
            <a:off x="1697032" y="719727"/>
            <a:ext cx="34639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August </a:t>
            </a:r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4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C96772-A1A1-D03E-9EA1-BA49E89C3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56034882-8445-0AC9-B82C-C0638E90CE3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94FDA7E-510A-90A2-58F1-B983242AFB4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C2A25EF-410C-3AFA-2976-9000915F7DC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8516A0E-EDE8-C771-B6DC-CB09DA985F3C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AEFCBC9-41B8-8E64-0C3E-CD8A25C7D8AC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661957D0-E273-236B-6B73-4FF3872AFA1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9A9E7F8-68B1-83F8-89F0-2304D8ADA66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44024980-FBDB-D8FB-AC31-2C4139007677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0B50207-080B-0127-C76D-E9D5DCDC2BD3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1" name="그래픽 9" descr="단일 톱니바퀴 단색으로 채워진">
              <a:extLst>
                <a:ext uri="{FF2B5EF4-FFF2-40B4-BE49-F238E27FC236}">
                  <a16:creationId xmlns:a16="http://schemas.microsoft.com/office/drawing/2014/main" id="{C119262D-5E12-99D1-7E46-5D215043DC33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2A6CF2F7-9916-7449-609B-B95CE4AAC16B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0AFB7206-2A04-C237-7603-11E620DD26B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4CD0B96-B692-8F03-44AF-88911CBB4B6C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290EF5EA-0B50-A0E7-DA3B-A4A0FF0C5B8A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96C3CF3D-3448-2F7F-83E1-3C53B49C7247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5BED7E4D-6464-3E86-DCA0-DC7FCD648534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B4FF7D88-119B-D9E5-ECE8-BE4C94B4B66A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9" name="그래픽 15" descr="주택 윤곽선">
              <a:extLst>
                <a:ext uri="{FF2B5EF4-FFF2-40B4-BE49-F238E27FC236}">
                  <a16:creationId xmlns:a16="http://schemas.microsoft.com/office/drawing/2014/main" id="{74996500-000B-408C-32A7-31390DE952A2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5536C06-1ECE-0CC7-4F43-A304A37E539B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Setting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300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929DACA-1948-4C6A-AC4F-A8DB9F443F7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cb5c456-d79f-4e99-8698-fce3db2fef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329</TotalTime>
  <Words>143</Words>
  <Application>Microsoft Office PowerPoint</Application>
  <PresentationFormat>화면 슬라이드 쇼(4:3)</PresentationFormat>
  <Paragraphs>110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Pretendard Medium</vt:lpstr>
      <vt:lpstr>맑은 고딕</vt:lpstr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6</cp:revision>
  <dcterms:created xsi:type="dcterms:W3CDTF">2026-08-13T10:59:55Z</dcterms:created>
  <dcterms:modified xsi:type="dcterms:W3CDTF">2026-08-13T16:29:44Z</dcterms:modified>
</cp:coreProperties>
</file>