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"/>
  </p:notesMasterIdLst>
  <p:sldIdLst>
    <p:sldId id="260" r:id="rId2"/>
    <p:sldId id="262" r:id="rId3"/>
    <p:sldId id="272" r:id="rId4"/>
    <p:sldId id="273" r:id="rId5"/>
    <p:sldId id="264" r:id="rId6"/>
    <p:sldId id="263" r:id="rId7"/>
    <p:sldId id="256" r:id="rId8"/>
    <p:sldId id="258" r:id="rId9"/>
    <p:sldId id="266" r:id="rId10"/>
    <p:sldId id="265" r:id="rId11"/>
    <p:sldId id="271" r:id="rId12"/>
  </p:sldIdLst>
  <p:sldSz cx="5129213" cy="6840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온보딩" id="{48178709-3278-4FD5-85FB-2C03F70506E3}">
          <p14:sldIdLst>
            <p14:sldId id="260"/>
          </p14:sldIdLst>
        </p14:section>
        <p14:section name="홈" id="{00723424-3A4C-496E-9278-A4CF77578AEB}">
          <p14:sldIdLst>
            <p14:sldId id="262"/>
            <p14:sldId id="272"/>
            <p14:sldId id="273"/>
          </p14:sldIdLst>
        </p14:section>
        <p14:section name="스케치북" id="{B62597EA-61DD-4BC4-9CD0-9B77CFCD9DC5}">
          <p14:sldIdLst>
            <p14:sldId id="264"/>
          </p14:sldIdLst>
        </p14:section>
        <p14:section name="일기달력" id="{40276003-960B-4DAA-AF4C-ECC48D2AF482}">
          <p14:sldIdLst>
            <p14:sldId id="263"/>
            <p14:sldId id="256"/>
            <p14:sldId id="258"/>
            <p14:sldId id="266"/>
          </p14:sldIdLst>
        </p14:section>
        <p14:section name="설정" id="{E489BDBA-25D2-4B6C-B70F-78AB747A615B}">
          <p14:sldIdLst>
            <p14:sldId id="265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05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2908" userDrawn="1">
          <p15:clr>
            <a:srgbClr val="A4A3A4"/>
          </p15:clr>
        </p15:guide>
        <p15:guide id="4" orient="horz" pos="794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6" orient="horz" pos="9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66B"/>
    <a:srgbClr val="FAF8F4"/>
    <a:srgbClr val="BD341D"/>
    <a:srgbClr val="952917"/>
    <a:srgbClr val="E05036"/>
    <a:srgbClr val="305683"/>
    <a:srgbClr val="825A00"/>
    <a:srgbClr val="E7A400"/>
    <a:srgbClr val="FFBF2A"/>
    <a:srgbClr val="1E2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7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1968" y="64"/>
      </p:cViewPr>
      <p:guideLst>
        <p:guide orient="horz" pos="4105"/>
        <p:guide pos="323"/>
        <p:guide pos="2908"/>
        <p:guide orient="horz" pos="794"/>
        <p:guide orient="horz" pos="288"/>
        <p:guide orient="horz" pos="9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E790-B84C-4C6E-90A5-3ECCE5FA4BA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CBE7-A3C7-4D2D-9065-22E41D6FE4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44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1pPr>
    <a:lvl2pPr marL="341944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2pPr>
    <a:lvl3pPr marL="683889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3pPr>
    <a:lvl4pPr marL="1025833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4pPr>
    <a:lvl5pPr marL="1367777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5pPr>
    <a:lvl6pPr marL="1709721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6pPr>
    <a:lvl7pPr marL="2051665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7pPr>
    <a:lvl8pPr marL="2393610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8pPr>
    <a:lvl9pPr marL="2735555" algn="l" defTabSz="683889" rtl="0" eaLnBrk="1" latinLnBrk="1" hangingPunct="1">
      <a:defRPr sz="8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08B10-BF76-680C-D7A3-0CD5D01B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9EA636-5586-29E5-8A56-EA53A71D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E10A1-7E18-97D7-B801-9D9A2C7C9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EBE6B-D24F-F5EC-8C18-3CAFA44A7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06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FF5B-D595-04C7-BE30-2B9F67F7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A4D78F-AF88-83C0-3787-193CEB0EF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543185-9B73-CF45-8DAE-0C9A0061F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D4DFD1-B472-ED91-7E82-7BC66CED8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828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B2A6B-E778-90F9-0018-CAB190FB9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7D5461-ED52-F209-81B9-3F3B08365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EFD78E-4067-BECD-4542-AD5632323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6DC865-8CBB-8555-B48A-B078573E8D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05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A4418-7ABC-8191-9F4B-78A0BAE46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C64C2C-0003-DA65-A186-B0A2D9D2F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267E2-9190-6066-BCB9-1AA942DE2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FD914-1E74-5E4C-FE42-CE9D2AD0C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52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81B4C-6ABC-19D0-FBFC-FF3DBCDB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9FC2F1-9606-F789-FA80-1CC882D5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23796F-61AE-3315-5E4B-572B68399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BD5FE-F141-B21F-1134-78343EDF6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076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8F82-45EF-259D-F5BD-8422D892E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38E881-2DA6-CB9A-E01C-FED8592B4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288AB-AFE7-CE70-B480-6B0C24F2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DFA79-4E9B-85E1-BEDA-763D7E2B4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99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11683-5844-417C-3B27-62AF3F77C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D3A537-2AE5-B823-14B6-AC690D85F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6E548A-FDE8-FFED-7B23-3BB83F4D32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992BFB-6E92-7CF6-8D63-199F305D3B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08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691" y="1119505"/>
            <a:ext cx="4359831" cy="2381521"/>
          </a:xfrm>
        </p:spPr>
        <p:txBody>
          <a:bodyPr anchor="b"/>
          <a:lstStyle>
            <a:lvl1pPr algn="ctr">
              <a:defRPr sz="33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1152" y="3592866"/>
            <a:ext cx="3846910" cy="1651546"/>
          </a:xfrm>
        </p:spPr>
        <p:txBody>
          <a:bodyPr/>
          <a:lstStyle>
            <a:lvl1pPr marL="0" indent="0" algn="ctr">
              <a:buNone/>
              <a:defRPr sz="1346"/>
            </a:lvl1pPr>
            <a:lvl2pPr marL="256443" indent="0" algn="ctr">
              <a:buNone/>
              <a:defRPr sz="1122"/>
            </a:lvl2pPr>
            <a:lvl3pPr marL="512887" indent="0" algn="ctr">
              <a:buNone/>
              <a:defRPr sz="1010"/>
            </a:lvl3pPr>
            <a:lvl4pPr marL="769330" indent="0" algn="ctr">
              <a:buNone/>
              <a:defRPr sz="897"/>
            </a:lvl4pPr>
            <a:lvl5pPr marL="1025774" indent="0" algn="ctr">
              <a:buNone/>
              <a:defRPr sz="897"/>
            </a:lvl5pPr>
            <a:lvl6pPr marL="1282217" indent="0" algn="ctr">
              <a:buNone/>
              <a:defRPr sz="897"/>
            </a:lvl6pPr>
            <a:lvl7pPr marL="1538661" indent="0" algn="ctr">
              <a:buNone/>
              <a:defRPr sz="897"/>
            </a:lvl7pPr>
            <a:lvl8pPr marL="1795104" indent="0" algn="ctr">
              <a:buNone/>
              <a:defRPr sz="897"/>
            </a:lvl8pPr>
            <a:lvl9pPr marL="2051548" indent="0" algn="ctr">
              <a:buNone/>
              <a:defRPr sz="89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6500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55" userDrawn="1">
          <p15:clr>
            <a:srgbClr val="FBAE40"/>
          </p15:clr>
        </p15:guide>
        <p15:guide id="2" pos="161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70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962" y="1705386"/>
            <a:ext cx="4423946" cy="2845473"/>
          </a:xfrm>
        </p:spPr>
        <p:txBody>
          <a:bodyPr anchor="b"/>
          <a:lstStyle>
            <a:lvl1pPr>
              <a:defRPr sz="33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962" y="4577779"/>
            <a:ext cx="4423946" cy="1496367"/>
          </a:xfrm>
        </p:spPr>
        <p:txBody>
          <a:bodyPr/>
          <a:lstStyle>
            <a:lvl1pPr marL="0" indent="0">
              <a:buNone/>
              <a:defRPr sz="1346">
                <a:solidFill>
                  <a:schemeClr val="tx1">
                    <a:tint val="82000"/>
                  </a:schemeClr>
                </a:solidFill>
              </a:defRPr>
            </a:lvl1pPr>
            <a:lvl2pPr marL="256443" indent="0">
              <a:buNone/>
              <a:defRPr sz="1122">
                <a:solidFill>
                  <a:schemeClr val="tx1">
                    <a:tint val="82000"/>
                  </a:schemeClr>
                </a:solidFill>
              </a:defRPr>
            </a:lvl2pPr>
            <a:lvl3pPr marL="512887" indent="0">
              <a:buNone/>
              <a:defRPr sz="1010">
                <a:solidFill>
                  <a:schemeClr val="tx1">
                    <a:tint val="82000"/>
                  </a:schemeClr>
                </a:solidFill>
              </a:defRPr>
            </a:lvl3pPr>
            <a:lvl4pPr marL="769330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4pPr>
            <a:lvl5pPr marL="1025774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5pPr>
            <a:lvl6pPr marL="1282217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6pPr>
            <a:lvl7pPr marL="1538661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7pPr>
            <a:lvl8pPr marL="1795104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8pPr>
            <a:lvl9pPr marL="2051548" indent="0">
              <a:buNone/>
              <a:defRPr sz="8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39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633" y="1820976"/>
            <a:ext cx="2179916" cy="434025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6664" y="1820976"/>
            <a:ext cx="2179916" cy="434025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27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302" y="364197"/>
            <a:ext cx="4423946" cy="132218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3302" y="1676882"/>
            <a:ext cx="2169897" cy="821814"/>
          </a:xfrm>
        </p:spPr>
        <p:txBody>
          <a:bodyPr anchor="b"/>
          <a:lstStyle>
            <a:lvl1pPr marL="0" indent="0">
              <a:buNone/>
              <a:defRPr sz="1346" b="1"/>
            </a:lvl1pPr>
            <a:lvl2pPr marL="256443" indent="0">
              <a:buNone/>
              <a:defRPr sz="1122" b="1"/>
            </a:lvl2pPr>
            <a:lvl3pPr marL="512887" indent="0">
              <a:buNone/>
              <a:defRPr sz="1010" b="1"/>
            </a:lvl3pPr>
            <a:lvl4pPr marL="769330" indent="0">
              <a:buNone/>
              <a:defRPr sz="897" b="1"/>
            </a:lvl4pPr>
            <a:lvl5pPr marL="1025774" indent="0">
              <a:buNone/>
              <a:defRPr sz="897" b="1"/>
            </a:lvl5pPr>
            <a:lvl6pPr marL="1282217" indent="0">
              <a:buNone/>
              <a:defRPr sz="897" b="1"/>
            </a:lvl6pPr>
            <a:lvl7pPr marL="1538661" indent="0">
              <a:buNone/>
              <a:defRPr sz="897" b="1"/>
            </a:lvl7pPr>
            <a:lvl8pPr marL="1795104" indent="0">
              <a:buNone/>
              <a:defRPr sz="897" b="1"/>
            </a:lvl8pPr>
            <a:lvl9pPr marL="2051548" indent="0">
              <a:buNone/>
              <a:defRPr sz="8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3302" y="2498697"/>
            <a:ext cx="2169897" cy="367520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6664" y="1676882"/>
            <a:ext cx="2180584" cy="821814"/>
          </a:xfrm>
        </p:spPr>
        <p:txBody>
          <a:bodyPr anchor="b"/>
          <a:lstStyle>
            <a:lvl1pPr marL="0" indent="0">
              <a:buNone/>
              <a:defRPr sz="1346" b="1"/>
            </a:lvl1pPr>
            <a:lvl2pPr marL="256443" indent="0">
              <a:buNone/>
              <a:defRPr sz="1122" b="1"/>
            </a:lvl2pPr>
            <a:lvl3pPr marL="512887" indent="0">
              <a:buNone/>
              <a:defRPr sz="1010" b="1"/>
            </a:lvl3pPr>
            <a:lvl4pPr marL="769330" indent="0">
              <a:buNone/>
              <a:defRPr sz="897" b="1"/>
            </a:lvl4pPr>
            <a:lvl5pPr marL="1025774" indent="0">
              <a:buNone/>
              <a:defRPr sz="897" b="1"/>
            </a:lvl5pPr>
            <a:lvl6pPr marL="1282217" indent="0">
              <a:buNone/>
              <a:defRPr sz="897" b="1"/>
            </a:lvl6pPr>
            <a:lvl7pPr marL="1538661" indent="0">
              <a:buNone/>
              <a:defRPr sz="897" b="1"/>
            </a:lvl7pPr>
            <a:lvl8pPr marL="1795104" indent="0">
              <a:buNone/>
              <a:defRPr sz="897" b="1"/>
            </a:lvl8pPr>
            <a:lvl9pPr marL="2051548" indent="0">
              <a:buNone/>
              <a:defRPr sz="8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6664" y="2498697"/>
            <a:ext cx="2180584" cy="367520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10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641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040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301" y="456036"/>
            <a:ext cx="1654305" cy="1596126"/>
          </a:xfrm>
        </p:spPr>
        <p:txBody>
          <a:bodyPr anchor="b"/>
          <a:lstStyle>
            <a:lvl1pPr>
              <a:defRPr sz="17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0584" y="984912"/>
            <a:ext cx="2596664" cy="4861216"/>
          </a:xfrm>
        </p:spPr>
        <p:txBody>
          <a:bodyPr/>
          <a:lstStyle>
            <a:lvl1pPr>
              <a:defRPr sz="1795"/>
            </a:lvl1pPr>
            <a:lvl2pPr>
              <a:defRPr sz="1571"/>
            </a:lvl2pPr>
            <a:lvl3pPr>
              <a:defRPr sz="1346"/>
            </a:lvl3pPr>
            <a:lvl4pPr>
              <a:defRPr sz="1122"/>
            </a:lvl4pPr>
            <a:lvl5pPr>
              <a:defRPr sz="1122"/>
            </a:lvl5pPr>
            <a:lvl6pPr>
              <a:defRPr sz="1122"/>
            </a:lvl6pPr>
            <a:lvl7pPr>
              <a:defRPr sz="1122"/>
            </a:lvl7pPr>
            <a:lvl8pPr>
              <a:defRPr sz="1122"/>
            </a:lvl8pPr>
            <a:lvl9pPr>
              <a:defRPr sz="112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3301" y="2052161"/>
            <a:ext cx="1654305" cy="3801883"/>
          </a:xfrm>
        </p:spPr>
        <p:txBody>
          <a:bodyPr/>
          <a:lstStyle>
            <a:lvl1pPr marL="0" indent="0">
              <a:buNone/>
              <a:defRPr sz="897"/>
            </a:lvl1pPr>
            <a:lvl2pPr marL="256443" indent="0">
              <a:buNone/>
              <a:defRPr sz="785"/>
            </a:lvl2pPr>
            <a:lvl3pPr marL="512887" indent="0">
              <a:buNone/>
              <a:defRPr sz="673"/>
            </a:lvl3pPr>
            <a:lvl4pPr marL="769330" indent="0">
              <a:buNone/>
              <a:defRPr sz="561"/>
            </a:lvl4pPr>
            <a:lvl5pPr marL="1025774" indent="0">
              <a:buNone/>
              <a:defRPr sz="561"/>
            </a:lvl5pPr>
            <a:lvl6pPr marL="1282217" indent="0">
              <a:buNone/>
              <a:defRPr sz="561"/>
            </a:lvl6pPr>
            <a:lvl7pPr marL="1538661" indent="0">
              <a:buNone/>
              <a:defRPr sz="561"/>
            </a:lvl7pPr>
            <a:lvl8pPr marL="1795104" indent="0">
              <a:buNone/>
              <a:defRPr sz="561"/>
            </a:lvl8pPr>
            <a:lvl9pPr marL="2051548" indent="0">
              <a:buNone/>
              <a:defRPr sz="56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413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301" y="456036"/>
            <a:ext cx="1654305" cy="1596126"/>
          </a:xfrm>
        </p:spPr>
        <p:txBody>
          <a:bodyPr anchor="b"/>
          <a:lstStyle>
            <a:lvl1pPr>
              <a:defRPr sz="17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80584" y="984912"/>
            <a:ext cx="2596664" cy="4861216"/>
          </a:xfrm>
        </p:spPr>
        <p:txBody>
          <a:bodyPr anchor="t"/>
          <a:lstStyle>
            <a:lvl1pPr marL="0" indent="0">
              <a:buNone/>
              <a:defRPr sz="1795"/>
            </a:lvl1pPr>
            <a:lvl2pPr marL="256443" indent="0">
              <a:buNone/>
              <a:defRPr sz="1571"/>
            </a:lvl2pPr>
            <a:lvl3pPr marL="512887" indent="0">
              <a:buNone/>
              <a:defRPr sz="1346"/>
            </a:lvl3pPr>
            <a:lvl4pPr marL="769330" indent="0">
              <a:buNone/>
              <a:defRPr sz="1122"/>
            </a:lvl4pPr>
            <a:lvl5pPr marL="1025774" indent="0">
              <a:buNone/>
              <a:defRPr sz="1122"/>
            </a:lvl5pPr>
            <a:lvl6pPr marL="1282217" indent="0">
              <a:buNone/>
              <a:defRPr sz="1122"/>
            </a:lvl6pPr>
            <a:lvl7pPr marL="1538661" indent="0">
              <a:buNone/>
              <a:defRPr sz="1122"/>
            </a:lvl7pPr>
            <a:lvl8pPr marL="1795104" indent="0">
              <a:buNone/>
              <a:defRPr sz="1122"/>
            </a:lvl8pPr>
            <a:lvl9pPr marL="2051548" indent="0">
              <a:buNone/>
              <a:defRPr sz="112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3301" y="2052161"/>
            <a:ext cx="1654305" cy="3801883"/>
          </a:xfrm>
        </p:spPr>
        <p:txBody>
          <a:bodyPr/>
          <a:lstStyle>
            <a:lvl1pPr marL="0" indent="0">
              <a:buNone/>
              <a:defRPr sz="897"/>
            </a:lvl1pPr>
            <a:lvl2pPr marL="256443" indent="0">
              <a:buNone/>
              <a:defRPr sz="785"/>
            </a:lvl2pPr>
            <a:lvl3pPr marL="512887" indent="0">
              <a:buNone/>
              <a:defRPr sz="673"/>
            </a:lvl3pPr>
            <a:lvl4pPr marL="769330" indent="0">
              <a:buNone/>
              <a:defRPr sz="561"/>
            </a:lvl4pPr>
            <a:lvl5pPr marL="1025774" indent="0">
              <a:buNone/>
              <a:defRPr sz="561"/>
            </a:lvl5pPr>
            <a:lvl6pPr marL="1282217" indent="0">
              <a:buNone/>
              <a:defRPr sz="561"/>
            </a:lvl6pPr>
            <a:lvl7pPr marL="1538661" indent="0">
              <a:buNone/>
              <a:defRPr sz="561"/>
            </a:lvl7pPr>
            <a:lvl8pPr marL="1795104" indent="0">
              <a:buNone/>
              <a:defRPr sz="561"/>
            </a:lvl8pPr>
            <a:lvl9pPr marL="2051548" indent="0">
              <a:buNone/>
              <a:defRPr sz="56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027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82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70593" y="364195"/>
            <a:ext cx="1105987" cy="579704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634" y="364195"/>
            <a:ext cx="3253844" cy="579704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042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634" y="364197"/>
            <a:ext cx="4423946" cy="1322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34" y="1820976"/>
            <a:ext cx="4423946" cy="4340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633" y="6340167"/>
            <a:ext cx="1154073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9052" y="6340167"/>
            <a:ext cx="173110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22507" y="6340167"/>
            <a:ext cx="1154073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5368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12887" rtl="0" eaLnBrk="1" latinLnBrk="1" hangingPunct="1">
        <a:lnSpc>
          <a:spcPct val="90000"/>
        </a:lnSpc>
        <a:spcBef>
          <a:spcPct val="0"/>
        </a:spcBef>
        <a:buNone/>
        <a:defRPr sz="24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222" indent="-128222" algn="l" defTabSz="512887" rtl="0" eaLnBrk="1" latinLnBrk="1" hangingPunct="1">
        <a:lnSpc>
          <a:spcPct val="90000"/>
        </a:lnSpc>
        <a:spcBef>
          <a:spcPts val="561"/>
        </a:spcBef>
        <a:buFont typeface="Arial" panose="020B0604020202020204" pitchFamily="34" charset="0"/>
        <a:buChar char="•"/>
        <a:defRPr sz="1571" kern="1200">
          <a:solidFill>
            <a:schemeClr val="tx1"/>
          </a:solidFill>
          <a:latin typeface="+mn-lt"/>
          <a:ea typeface="+mn-ea"/>
          <a:cs typeface="+mn-cs"/>
        </a:defRPr>
      </a:lvl1pPr>
      <a:lvl2pPr marL="384665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2pPr>
      <a:lvl3pPr marL="641109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122" kern="1200">
          <a:solidFill>
            <a:schemeClr val="tx1"/>
          </a:solidFill>
          <a:latin typeface="+mn-lt"/>
          <a:ea typeface="+mn-ea"/>
          <a:cs typeface="+mn-cs"/>
        </a:defRPr>
      </a:lvl3pPr>
      <a:lvl4pPr marL="897552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4pPr>
      <a:lvl5pPr marL="1153996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5pPr>
      <a:lvl6pPr marL="1410439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6pPr>
      <a:lvl7pPr marL="1666883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7pPr>
      <a:lvl8pPr marL="1923326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8pPr>
      <a:lvl9pPr marL="2179770" indent="-128222" algn="l" defTabSz="512887" rtl="0" eaLnBrk="1" latinLnBrk="1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1pPr>
      <a:lvl2pPr marL="256443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2pPr>
      <a:lvl3pPr marL="512887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3pPr>
      <a:lvl4pPr marL="769330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4pPr>
      <a:lvl5pPr marL="1025774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5pPr>
      <a:lvl6pPr marL="1282217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6pPr>
      <a:lvl7pPr marL="1538661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7pPr>
      <a:lvl8pPr marL="1795104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8pPr>
      <a:lvl9pPr marL="2051548" algn="l" defTabSz="512887" rtl="0" eaLnBrk="1" latinLnBrk="1" hangingPunct="1">
        <a:defRPr sz="10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CFC33-0B91-F924-C8B6-75849420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DAC67E7-A7B7-751D-60DA-8876DD251A78}"/>
              </a:ext>
            </a:extLst>
          </p:cNvPr>
          <p:cNvSpPr/>
          <p:nvPr/>
        </p:nvSpPr>
        <p:spPr>
          <a:xfrm>
            <a:off x="-1" y="795"/>
            <a:ext cx="5129213" cy="683895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26F56A-3553-742C-7308-3A1966434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423" y="530747"/>
            <a:ext cx="3672368" cy="55085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EB654-1315-953C-5DF5-78C31521B6AF}"/>
              </a:ext>
            </a:extLst>
          </p:cNvPr>
          <p:cNvSpPr txBox="1"/>
          <p:nvPr/>
        </p:nvSpPr>
        <p:spPr>
          <a:xfrm>
            <a:off x="388740" y="158786"/>
            <a:ext cx="4351732" cy="124328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7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C2F2DE5-277A-BD6D-1997-F497E6C07F84}"/>
              </a:ext>
            </a:extLst>
          </p:cNvPr>
          <p:cNvSpPr/>
          <p:nvPr/>
        </p:nvSpPr>
        <p:spPr>
          <a:xfrm flipV="1">
            <a:off x="1889709" y="6008205"/>
            <a:ext cx="1292203" cy="469661"/>
          </a:xfrm>
          <a:prstGeom prst="roundRect">
            <a:avLst>
              <a:gd name="adj" fmla="val 50000"/>
            </a:avLst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FE2C0-4265-D9ED-EE3E-BA3FF48209F3}"/>
              </a:ext>
            </a:extLst>
          </p:cNvPr>
          <p:cNvSpPr txBox="1"/>
          <p:nvPr/>
        </p:nvSpPr>
        <p:spPr>
          <a:xfrm>
            <a:off x="1886111" y="6070391"/>
            <a:ext cx="1299401" cy="36856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795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1795" dirty="0">
              <a:solidFill>
                <a:schemeClr val="tx1">
                  <a:lumMod val="75000"/>
                  <a:lumOff val="2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B4338A-52D5-DE56-5114-2E4DD526A8F1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7FAE2A-EC75-A897-DAE3-C6586B54BF0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F5C229E-EA07-0CBB-CBD0-6A3C72CB5CDF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6405E47-723E-B2AA-73F4-493A25826997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332CD88-4EB5-41D6-8B04-B6D25D55B37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62D5611-0EF7-EE9D-BFAE-3C2686F2956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07EEB9E-8CCD-F377-B781-CF59331F923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F96D5DF-7D0C-E238-3170-E22104F128D1}"/>
              </a:ext>
            </a:extLst>
          </p:cNvPr>
          <p:cNvSpPr txBox="1"/>
          <p:nvPr/>
        </p:nvSpPr>
        <p:spPr>
          <a:xfrm>
            <a:off x="388740" y="5452311"/>
            <a:ext cx="43517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E487830-918C-BE83-3719-D753A798890C}"/>
              </a:ext>
            </a:extLst>
          </p:cNvPr>
          <p:cNvSpPr/>
          <p:nvPr/>
        </p:nvSpPr>
        <p:spPr>
          <a:xfrm flipV="1">
            <a:off x="5381173" y="6047133"/>
            <a:ext cx="1292203" cy="469661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6EAD6-BACB-4FD8-BA86-51EEE19FF5A3}"/>
              </a:ext>
            </a:extLst>
          </p:cNvPr>
          <p:cNvSpPr txBox="1"/>
          <p:nvPr/>
        </p:nvSpPr>
        <p:spPr>
          <a:xfrm>
            <a:off x="5377575" y="6109319"/>
            <a:ext cx="1299401" cy="36856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795" dirty="0">
                <a:solidFill>
                  <a:srgbClr val="FAF8F4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1795" dirty="0">
              <a:solidFill>
                <a:srgbClr val="FAF8F4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9BD6F5-4476-165E-DC95-FEEF0678CE4C}"/>
              </a:ext>
            </a:extLst>
          </p:cNvPr>
          <p:cNvSpPr txBox="1"/>
          <p:nvPr/>
        </p:nvSpPr>
        <p:spPr>
          <a:xfrm>
            <a:off x="1985977" y="194103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130sp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4DED80-2A3A-E4C7-55B7-F4BA4FCD0C94}"/>
              </a:ext>
            </a:extLst>
          </p:cNvPr>
          <p:cNvSpPr txBox="1"/>
          <p:nvPr/>
        </p:nvSpPr>
        <p:spPr>
          <a:xfrm>
            <a:off x="1886111" y="5365339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37sp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087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540E0-0CB8-D01C-6237-60CC24C4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7D6FACC9-EF09-A0DD-6A2E-AB6D5A998060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AE379966-7E27-3E4E-7CED-6D3BEF2FD485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B999219-B69C-AFDC-168F-28A6FE09F1A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BDA0932-CFD5-E179-5B0A-E17F81B29E0E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2604EEC-7960-4569-4DBB-DDA7CE0D9089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BC66DAA-BC69-065D-834D-9B0925B94FE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B0B97BD-3CCD-5AD4-03B9-D783F2BC76C3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ED6684D1-D81F-4C16-FF50-3645F1B4738F}"/>
              </a:ext>
            </a:extLst>
          </p:cNvPr>
          <p:cNvSpPr txBox="1"/>
          <p:nvPr/>
        </p:nvSpPr>
        <p:spPr>
          <a:xfrm>
            <a:off x="388740" y="457912"/>
            <a:ext cx="43517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your time</a:t>
            </a:r>
            <a:endParaRPr lang="ko-KR" altLang="en-US" sz="4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06D3046-01F5-EBC0-93B2-D5B55080E37F}"/>
              </a:ext>
            </a:extLst>
          </p:cNvPr>
          <p:cNvGrpSpPr/>
          <p:nvPr/>
        </p:nvGrpSpPr>
        <p:grpSpPr>
          <a:xfrm>
            <a:off x="-275458" y="2280479"/>
            <a:ext cx="7848713" cy="4996937"/>
            <a:chOff x="-368301" y="2963709"/>
            <a:chExt cx="10494101" cy="6681142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F1BC661D-0631-B885-7036-092A329306AF}"/>
                </a:ext>
              </a:extLst>
            </p:cNvPr>
            <p:cNvGrpSpPr/>
            <p:nvPr/>
          </p:nvGrpSpPr>
          <p:grpSpPr>
            <a:xfrm>
              <a:off x="-36830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1" name="자유형: 도형 70">
                <a:extLst>
                  <a:ext uri="{FF2B5EF4-FFF2-40B4-BE49-F238E27FC236}">
                    <a16:creationId xmlns:a16="http://schemas.microsoft.com/office/drawing/2014/main" id="{AAFC3205-F467-0E2C-D648-BD2212E3182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471FDB-8E61-8CD0-ADC7-9678D4AC852C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73" name="사각형: 둥근 위쪽 모서리 72">
                  <a:extLst>
                    <a:ext uri="{FF2B5EF4-FFF2-40B4-BE49-F238E27FC236}">
                      <a16:creationId xmlns:a16="http://schemas.microsoft.com/office/drawing/2014/main" id="{0875F131-6815-0F17-E743-F20B5882360D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305683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27466B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6BC7F21C-1D45-CB78-473F-E435F6B80C7A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27466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A83DAF3-8A26-430E-9408-FAC09138EE03}"/>
                </a:ext>
              </a:extLst>
            </p:cNvPr>
            <p:cNvGrpSpPr/>
            <p:nvPr/>
          </p:nvGrpSpPr>
          <p:grpSpPr>
            <a:xfrm>
              <a:off x="510002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1D3E271F-F699-3809-11C3-C81C1279986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5F25CFD-9337-6072-7DE7-2D1ECDABC855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80" name="사각형: 둥근 위쪽 모서리 79">
                  <a:extLst>
                    <a:ext uri="{FF2B5EF4-FFF2-40B4-BE49-F238E27FC236}">
                      <a16:creationId xmlns:a16="http://schemas.microsoft.com/office/drawing/2014/main" id="{EC73FAC3-9FAE-C45A-F209-D02FA7DA063F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E05036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C000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sp>
              <p:nvSpPr>
                <p:cNvPr id="81" name="직사각형 80">
                  <a:extLst>
                    <a:ext uri="{FF2B5EF4-FFF2-40B4-BE49-F238E27FC236}">
                      <a16:creationId xmlns:a16="http://schemas.microsoft.com/office/drawing/2014/main" id="{05DE0B39-E5E4-CCD8-C923-2421A99CA142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BD341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54A0166-7B8E-2861-B4A9-656E3CBAB71B}"/>
                </a:ext>
              </a:extLst>
            </p:cNvPr>
            <p:cNvGrpSpPr/>
            <p:nvPr/>
          </p:nvGrpSpPr>
          <p:grpSpPr>
            <a:xfrm>
              <a:off x="2113887" y="2963709"/>
              <a:ext cx="6190201" cy="6681142"/>
              <a:chOff x="10151764" y="1692275"/>
              <a:chExt cx="5832309" cy="6294869"/>
            </a:xfrm>
          </p:grpSpPr>
          <p:sp>
            <p:nvSpPr>
              <p:cNvPr id="32" name="자유형: 도형 31">
                <a:extLst>
                  <a:ext uri="{FF2B5EF4-FFF2-40B4-BE49-F238E27FC236}">
                    <a16:creationId xmlns:a16="http://schemas.microsoft.com/office/drawing/2014/main" id="{767FAB43-0DA3-3862-C544-69818B49F969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A361CD12-F327-D2DF-2E94-46725E4106DF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28" name="사각형: 둥근 위쪽 모서리 27">
                  <a:extLst>
                    <a:ext uri="{FF2B5EF4-FFF2-40B4-BE49-F238E27FC236}">
                      <a16:creationId xmlns:a16="http://schemas.microsoft.com/office/drawing/2014/main" id="{52E08F6A-EA65-70D3-B501-D7C5C0B7A3D0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FFBF2A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825A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 dirty="0"/>
                </a:p>
              </p:txBody>
            </p:sp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8B21631A-81CD-2A04-19BB-0653B2F85178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E7A4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</p:grp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7DF88812-5833-BB27-7834-EDBE967679CB}"/>
              </a:ext>
            </a:extLst>
          </p:cNvPr>
          <p:cNvSpPr/>
          <p:nvPr/>
        </p:nvSpPr>
        <p:spPr>
          <a:xfrm>
            <a:off x="544979" y="6093161"/>
            <a:ext cx="4039254" cy="423635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52" name="그래픽 9" descr="단일 톱니바퀴 단색으로 채워진">
            <a:extLst>
              <a:ext uri="{FF2B5EF4-FFF2-40B4-BE49-F238E27FC236}">
                <a16:creationId xmlns:a16="http://schemas.microsoft.com/office/drawing/2014/main" id="{F02BE31A-CA46-58C0-0F66-3D8ECB997498}"/>
              </a:ext>
            </a:extLst>
          </p:cNvPr>
          <p:cNvSpPr/>
          <p:nvPr/>
        </p:nvSpPr>
        <p:spPr>
          <a:xfrm>
            <a:off x="3960860" y="6194615"/>
            <a:ext cx="220727" cy="220727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08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0171263-55B6-3C34-F649-96828B12C992}"/>
              </a:ext>
            </a:extLst>
          </p:cNvPr>
          <p:cNvGrpSpPr/>
          <p:nvPr/>
        </p:nvGrpSpPr>
        <p:grpSpPr>
          <a:xfrm>
            <a:off x="2917858" y="6194615"/>
            <a:ext cx="220727" cy="220727"/>
            <a:chOff x="4086962" y="8350256"/>
            <a:chExt cx="295122" cy="295122"/>
          </a:xfrm>
        </p:grpSpPr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819C6609-CD30-4602-0011-D6805AD1AC40}"/>
                </a:ext>
              </a:extLst>
            </p:cNvPr>
            <p:cNvSpPr/>
            <p:nvPr/>
          </p:nvSpPr>
          <p:spPr>
            <a:xfrm>
              <a:off x="4086962" y="8402336"/>
              <a:ext cx="295122" cy="243042"/>
            </a:xfrm>
            <a:custGeom>
              <a:avLst/>
              <a:gdLst>
                <a:gd name="csX0" fmla="*/ 590550 w 647700"/>
                <a:gd name="csY0" fmla="*/ 57150 h 533400"/>
                <a:gd name="csX1" fmla="*/ 590550 w 647700"/>
                <a:gd name="csY1" fmla="*/ 133350 h 533400"/>
                <a:gd name="csX2" fmla="*/ 514350 w 647700"/>
                <a:gd name="csY2" fmla="*/ 133350 h 533400"/>
                <a:gd name="csX3" fmla="*/ 514350 w 647700"/>
                <a:gd name="csY3" fmla="*/ 57150 h 533400"/>
                <a:gd name="csX4" fmla="*/ 590550 w 647700"/>
                <a:gd name="csY4" fmla="*/ 57150 h 533400"/>
                <a:gd name="csX5" fmla="*/ 57150 w 647700"/>
                <a:gd name="csY5" fmla="*/ 400050 h 533400"/>
                <a:gd name="csX6" fmla="*/ 133350 w 647700"/>
                <a:gd name="csY6" fmla="*/ 400050 h 533400"/>
                <a:gd name="csX7" fmla="*/ 133350 w 647700"/>
                <a:gd name="csY7" fmla="*/ 476250 h 533400"/>
                <a:gd name="csX8" fmla="*/ 57150 w 647700"/>
                <a:gd name="csY8" fmla="*/ 476250 h 533400"/>
                <a:gd name="csX9" fmla="*/ 57150 w 647700"/>
                <a:gd name="csY9" fmla="*/ 400050 h 533400"/>
                <a:gd name="csX10" fmla="*/ 247650 w 647700"/>
                <a:gd name="csY10" fmla="*/ 57150 h 533400"/>
                <a:gd name="csX11" fmla="*/ 247650 w 647700"/>
                <a:gd name="csY11" fmla="*/ 133350 h 533400"/>
                <a:gd name="csX12" fmla="*/ 171450 w 647700"/>
                <a:gd name="csY12" fmla="*/ 133350 h 533400"/>
                <a:gd name="csX13" fmla="*/ 171450 w 647700"/>
                <a:gd name="csY13" fmla="*/ 57150 h 533400"/>
                <a:gd name="csX14" fmla="*/ 247650 w 647700"/>
                <a:gd name="csY14" fmla="*/ 57150 h 533400"/>
                <a:gd name="csX15" fmla="*/ 361950 w 647700"/>
                <a:gd name="csY15" fmla="*/ 57150 h 533400"/>
                <a:gd name="csX16" fmla="*/ 361950 w 647700"/>
                <a:gd name="csY16" fmla="*/ 133350 h 533400"/>
                <a:gd name="csX17" fmla="*/ 285750 w 647700"/>
                <a:gd name="csY17" fmla="*/ 133350 h 533400"/>
                <a:gd name="csX18" fmla="*/ 285750 w 647700"/>
                <a:gd name="csY18" fmla="*/ 57150 h 533400"/>
                <a:gd name="csX19" fmla="*/ 361950 w 647700"/>
                <a:gd name="csY19" fmla="*/ 57150 h 533400"/>
                <a:gd name="csX20" fmla="*/ 476250 w 647700"/>
                <a:gd name="csY20" fmla="*/ 247650 h 533400"/>
                <a:gd name="csX21" fmla="*/ 400050 w 647700"/>
                <a:gd name="csY21" fmla="*/ 247650 h 533400"/>
                <a:gd name="csX22" fmla="*/ 400050 w 647700"/>
                <a:gd name="csY22" fmla="*/ 171450 h 533400"/>
                <a:gd name="csX23" fmla="*/ 476250 w 647700"/>
                <a:gd name="csY23" fmla="*/ 171450 h 533400"/>
                <a:gd name="csX24" fmla="*/ 476250 w 647700"/>
                <a:gd name="csY24" fmla="*/ 247650 h 533400"/>
                <a:gd name="csX25" fmla="*/ 514350 w 647700"/>
                <a:gd name="csY25" fmla="*/ 247650 h 533400"/>
                <a:gd name="csX26" fmla="*/ 514350 w 647700"/>
                <a:gd name="csY26" fmla="*/ 171450 h 533400"/>
                <a:gd name="csX27" fmla="*/ 590550 w 647700"/>
                <a:gd name="csY27" fmla="*/ 171450 h 533400"/>
                <a:gd name="csX28" fmla="*/ 590550 w 647700"/>
                <a:gd name="csY28" fmla="*/ 247650 h 533400"/>
                <a:gd name="csX29" fmla="*/ 514350 w 647700"/>
                <a:gd name="csY29" fmla="*/ 247650 h 533400"/>
                <a:gd name="csX30" fmla="*/ 514350 w 647700"/>
                <a:gd name="csY30" fmla="*/ 361950 h 533400"/>
                <a:gd name="csX31" fmla="*/ 514350 w 647700"/>
                <a:gd name="csY31" fmla="*/ 285750 h 533400"/>
                <a:gd name="csX32" fmla="*/ 590550 w 647700"/>
                <a:gd name="csY32" fmla="*/ 285750 h 533400"/>
                <a:gd name="csX33" fmla="*/ 590550 w 647700"/>
                <a:gd name="csY33" fmla="*/ 361950 h 533400"/>
                <a:gd name="csX34" fmla="*/ 514350 w 647700"/>
                <a:gd name="csY34" fmla="*/ 361950 h 533400"/>
                <a:gd name="csX35" fmla="*/ 285750 w 647700"/>
                <a:gd name="csY35" fmla="*/ 400050 h 533400"/>
                <a:gd name="csX36" fmla="*/ 361950 w 647700"/>
                <a:gd name="csY36" fmla="*/ 400050 h 533400"/>
                <a:gd name="csX37" fmla="*/ 361950 w 647700"/>
                <a:gd name="csY37" fmla="*/ 476250 h 533400"/>
                <a:gd name="csX38" fmla="*/ 285750 w 647700"/>
                <a:gd name="csY38" fmla="*/ 476250 h 533400"/>
                <a:gd name="csX39" fmla="*/ 285750 w 647700"/>
                <a:gd name="csY39" fmla="*/ 400050 h 533400"/>
                <a:gd name="csX40" fmla="*/ 247650 w 647700"/>
                <a:gd name="csY40" fmla="*/ 400050 h 533400"/>
                <a:gd name="csX41" fmla="*/ 247650 w 647700"/>
                <a:gd name="csY41" fmla="*/ 476250 h 533400"/>
                <a:gd name="csX42" fmla="*/ 171450 w 647700"/>
                <a:gd name="csY42" fmla="*/ 476250 h 533400"/>
                <a:gd name="csX43" fmla="*/ 171450 w 647700"/>
                <a:gd name="csY43" fmla="*/ 400050 h 533400"/>
                <a:gd name="csX44" fmla="*/ 247650 w 647700"/>
                <a:gd name="csY44" fmla="*/ 400050 h 533400"/>
                <a:gd name="csX45" fmla="*/ 171450 w 647700"/>
                <a:gd name="csY45" fmla="*/ 285750 h 533400"/>
                <a:gd name="csX46" fmla="*/ 247650 w 647700"/>
                <a:gd name="csY46" fmla="*/ 285750 h 533400"/>
                <a:gd name="csX47" fmla="*/ 247650 w 647700"/>
                <a:gd name="csY47" fmla="*/ 361950 h 533400"/>
                <a:gd name="csX48" fmla="*/ 171450 w 647700"/>
                <a:gd name="csY48" fmla="*/ 361950 h 533400"/>
                <a:gd name="csX49" fmla="*/ 171450 w 647700"/>
                <a:gd name="csY49" fmla="*/ 285750 h 533400"/>
                <a:gd name="csX50" fmla="*/ 133350 w 647700"/>
                <a:gd name="csY50" fmla="*/ 285750 h 533400"/>
                <a:gd name="csX51" fmla="*/ 133350 w 647700"/>
                <a:gd name="csY51" fmla="*/ 361950 h 533400"/>
                <a:gd name="csX52" fmla="*/ 57150 w 647700"/>
                <a:gd name="csY52" fmla="*/ 361950 h 533400"/>
                <a:gd name="csX53" fmla="*/ 57150 w 647700"/>
                <a:gd name="csY53" fmla="*/ 285750 h 533400"/>
                <a:gd name="csX54" fmla="*/ 133350 w 647700"/>
                <a:gd name="csY54" fmla="*/ 285750 h 533400"/>
                <a:gd name="csX55" fmla="*/ 133350 w 647700"/>
                <a:gd name="csY55" fmla="*/ 171450 h 533400"/>
                <a:gd name="csX56" fmla="*/ 133350 w 647700"/>
                <a:gd name="csY56" fmla="*/ 247650 h 533400"/>
                <a:gd name="csX57" fmla="*/ 57150 w 647700"/>
                <a:gd name="csY57" fmla="*/ 247650 h 533400"/>
                <a:gd name="csX58" fmla="*/ 57150 w 647700"/>
                <a:gd name="csY58" fmla="*/ 171450 h 533400"/>
                <a:gd name="csX59" fmla="*/ 133350 w 647700"/>
                <a:gd name="csY59" fmla="*/ 171450 h 533400"/>
                <a:gd name="csX60" fmla="*/ 247650 w 647700"/>
                <a:gd name="csY60" fmla="*/ 247650 h 533400"/>
                <a:gd name="csX61" fmla="*/ 171450 w 647700"/>
                <a:gd name="csY61" fmla="*/ 247650 h 533400"/>
                <a:gd name="csX62" fmla="*/ 171450 w 647700"/>
                <a:gd name="csY62" fmla="*/ 171450 h 533400"/>
                <a:gd name="csX63" fmla="*/ 247650 w 647700"/>
                <a:gd name="csY63" fmla="*/ 171450 h 533400"/>
                <a:gd name="csX64" fmla="*/ 247650 w 647700"/>
                <a:gd name="csY64" fmla="*/ 247650 h 533400"/>
                <a:gd name="csX65" fmla="*/ 285750 w 647700"/>
                <a:gd name="csY65" fmla="*/ 247650 h 533400"/>
                <a:gd name="csX66" fmla="*/ 285750 w 647700"/>
                <a:gd name="csY66" fmla="*/ 171450 h 533400"/>
                <a:gd name="csX67" fmla="*/ 361950 w 647700"/>
                <a:gd name="csY67" fmla="*/ 171450 h 533400"/>
                <a:gd name="csX68" fmla="*/ 361950 w 647700"/>
                <a:gd name="csY68" fmla="*/ 247650 h 533400"/>
                <a:gd name="csX69" fmla="*/ 285750 w 647700"/>
                <a:gd name="csY69" fmla="*/ 247650 h 533400"/>
                <a:gd name="csX70" fmla="*/ 361950 w 647700"/>
                <a:gd name="csY70" fmla="*/ 361950 h 533400"/>
                <a:gd name="csX71" fmla="*/ 285750 w 647700"/>
                <a:gd name="csY71" fmla="*/ 361950 h 533400"/>
                <a:gd name="csX72" fmla="*/ 285750 w 647700"/>
                <a:gd name="csY72" fmla="*/ 285750 h 533400"/>
                <a:gd name="csX73" fmla="*/ 361950 w 647700"/>
                <a:gd name="csY73" fmla="*/ 285750 h 533400"/>
                <a:gd name="csX74" fmla="*/ 361950 w 647700"/>
                <a:gd name="csY74" fmla="*/ 361950 h 533400"/>
                <a:gd name="csX75" fmla="*/ 400050 w 647700"/>
                <a:gd name="csY75" fmla="*/ 361950 h 533400"/>
                <a:gd name="csX76" fmla="*/ 400050 w 647700"/>
                <a:gd name="csY76" fmla="*/ 285750 h 533400"/>
                <a:gd name="csX77" fmla="*/ 476250 w 647700"/>
                <a:gd name="csY77" fmla="*/ 285750 h 533400"/>
                <a:gd name="csX78" fmla="*/ 476250 w 647700"/>
                <a:gd name="csY78" fmla="*/ 361950 h 533400"/>
                <a:gd name="csX79" fmla="*/ 400050 w 647700"/>
                <a:gd name="csY79" fmla="*/ 361950 h 533400"/>
                <a:gd name="csX80" fmla="*/ 476250 w 647700"/>
                <a:gd name="csY80" fmla="*/ 57150 h 533400"/>
                <a:gd name="csX81" fmla="*/ 476250 w 647700"/>
                <a:gd name="csY81" fmla="*/ 133350 h 533400"/>
                <a:gd name="csX82" fmla="*/ 400050 w 647700"/>
                <a:gd name="csY82" fmla="*/ 133350 h 533400"/>
                <a:gd name="csX83" fmla="*/ 400050 w 647700"/>
                <a:gd name="csY83" fmla="*/ 57150 h 533400"/>
                <a:gd name="csX84" fmla="*/ 476250 w 647700"/>
                <a:gd name="csY84" fmla="*/ 57150 h 533400"/>
                <a:gd name="csX85" fmla="*/ 0 w 647700"/>
                <a:gd name="csY85" fmla="*/ 0 h 533400"/>
                <a:gd name="csX86" fmla="*/ 0 w 647700"/>
                <a:gd name="csY86" fmla="*/ 533400 h 533400"/>
                <a:gd name="csX87" fmla="*/ 647700 w 647700"/>
                <a:gd name="csY87" fmla="*/ 533400 h 533400"/>
                <a:gd name="csX88" fmla="*/ 647700 w 647700"/>
                <a:gd name="csY88" fmla="*/ 0 h 533400"/>
                <a:gd name="csX89" fmla="*/ 0 w 647700"/>
                <a:gd name="csY89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647700" h="533400">
                  <a:moveTo>
                    <a:pt x="590550" y="57150"/>
                  </a:moveTo>
                  <a:lnTo>
                    <a:pt x="590550" y="133350"/>
                  </a:lnTo>
                  <a:lnTo>
                    <a:pt x="514350" y="133350"/>
                  </a:lnTo>
                  <a:lnTo>
                    <a:pt x="514350" y="57150"/>
                  </a:lnTo>
                  <a:lnTo>
                    <a:pt x="590550" y="57150"/>
                  </a:lnTo>
                  <a:close/>
                  <a:moveTo>
                    <a:pt x="57150" y="400050"/>
                  </a:moveTo>
                  <a:lnTo>
                    <a:pt x="133350" y="400050"/>
                  </a:lnTo>
                  <a:lnTo>
                    <a:pt x="133350" y="476250"/>
                  </a:lnTo>
                  <a:lnTo>
                    <a:pt x="57150" y="476250"/>
                  </a:lnTo>
                  <a:lnTo>
                    <a:pt x="57150" y="400050"/>
                  </a:lnTo>
                  <a:close/>
                  <a:moveTo>
                    <a:pt x="247650" y="57150"/>
                  </a:moveTo>
                  <a:lnTo>
                    <a:pt x="247650" y="133350"/>
                  </a:lnTo>
                  <a:lnTo>
                    <a:pt x="171450" y="133350"/>
                  </a:lnTo>
                  <a:lnTo>
                    <a:pt x="171450" y="57150"/>
                  </a:lnTo>
                  <a:lnTo>
                    <a:pt x="247650" y="57150"/>
                  </a:lnTo>
                  <a:close/>
                  <a:moveTo>
                    <a:pt x="361950" y="57150"/>
                  </a:moveTo>
                  <a:lnTo>
                    <a:pt x="361950" y="133350"/>
                  </a:lnTo>
                  <a:lnTo>
                    <a:pt x="285750" y="133350"/>
                  </a:lnTo>
                  <a:lnTo>
                    <a:pt x="285750" y="57150"/>
                  </a:lnTo>
                  <a:lnTo>
                    <a:pt x="361950" y="57150"/>
                  </a:lnTo>
                  <a:close/>
                  <a:moveTo>
                    <a:pt x="476250" y="247650"/>
                  </a:moveTo>
                  <a:lnTo>
                    <a:pt x="400050" y="247650"/>
                  </a:lnTo>
                  <a:lnTo>
                    <a:pt x="400050" y="171450"/>
                  </a:lnTo>
                  <a:lnTo>
                    <a:pt x="476250" y="171450"/>
                  </a:lnTo>
                  <a:lnTo>
                    <a:pt x="476250" y="247650"/>
                  </a:lnTo>
                  <a:close/>
                  <a:moveTo>
                    <a:pt x="514350" y="247650"/>
                  </a:moveTo>
                  <a:lnTo>
                    <a:pt x="514350" y="171450"/>
                  </a:lnTo>
                  <a:lnTo>
                    <a:pt x="590550" y="171450"/>
                  </a:lnTo>
                  <a:lnTo>
                    <a:pt x="590550" y="247650"/>
                  </a:lnTo>
                  <a:lnTo>
                    <a:pt x="514350" y="247650"/>
                  </a:lnTo>
                  <a:close/>
                  <a:moveTo>
                    <a:pt x="514350" y="361950"/>
                  </a:moveTo>
                  <a:lnTo>
                    <a:pt x="514350" y="285750"/>
                  </a:lnTo>
                  <a:lnTo>
                    <a:pt x="590550" y="285750"/>
                  </a:lnTo>
                  <a:lnTo>
                    <a:pt x="590550" y="361950"/>
                  </a:lnTo>
                  <a:lnTo>
                    <a:pt x="514350" y="361950"/>
                  </a:lnTo>
                  <a:close/>
                  <a:moveTo>
                    <a:pt x="285750" y="400050"/>
                  </a:moveTo>
                  <a:lnTo>
                    <a:pt x="361950" y="400050"/>
                  </a:lnTo>
                  <a:lnTo>
                    <a:pt x="361950" y="476250"/>
                  </a:lnTo>
                  <a:lnTo>
                    <a:pt x="285750" y="476250"/>
                  </a:lnTo>
                  <a:lnTo>
                    <a:pt x="285750" y="400050"/>
                  </a:lnTo>
                  <a:close/>
                  <a:moveTo>
                    <a:pt x="247650" y="400050"/>
                  </a:moveTo>
                  <a:lnTo>
                    <a:pt x="247650" y="476250"/>
                  </a:lnTo>
                  <a:lnTo>
                    <a:pt x="171450" y="476250"/>
                  </a:lnTo>
                  <a:lnTo>
                    <a:pt x="171450" y="400050"/>
                  </a:lnTo>
                  <a:lnTo>
                    <a:pt x="247650" y="400050"/>
                  </a:lnTo>
                  <a:close/>
                  <a:moveTo>
                    <a:pt x="171450" y="285750"/>
                  </a:moveTo>
                  <a:lnTo>
                    <a:pt x="247650" y="285750"/>
                  </a:lnTo>
                  <a:lnTo>
                    <a:pt x="247650" y="361950"/>
                  </a:lnTo>
                  <a:lnTo>
                    <a:pt x="171450" y="361950"/>
                  </a:lnTo>
                  <a:lnTo>
                    <a:pt x="171450" y="285750"/>
                  </a:lnTo>
                  <a:close/>
                  <a:moveTo>
                    <a:pt x="133350" y="285750"/>
                  </a:moveTo>
                  <a:lnTo>
                    <a:pt x="133350" y="361950"/>
                  </a:lnTo>
                  <a:lnTo>
                    <a:pt x="57150" y="361950"/>
                  </a:lnTo>
                  <a:lnTo>
                    <a:pt x="57150" y="285750"/>
                  </a:lnTo>
                  <a:lnTo>
                    <a:pt x="133350" y="285750"/>
                  </a:lnTo>
                  <a:close/>
                  <a:moveTo>
                    <a:pt x="133350" y="171450"/>
                  </a:moveTo>
                  <a:lnTo>
                    <a:pt x="133350" y="247650"/>
                  </a:lnTo>
                  <a:lnTo>
                    <a:pt x="57150" y="247650"/>
                  </a:lnTo>
                  <a:lnTo>
                    <a:pt x="57150" y="171450"/>
                  </a:lnTo>
                  <a:lnTo>
                    <a:pt x="133350" y="171450"/>
                  </a:lnTo>
                  <a:close/>
                  <a:moveTo>
                    <a:pt x="247650" y="247650"/>
                  </a:moveTo>
                  <a:lnTo>
                    <a:pt x="171450" y="247650"/>
                  </a:lnTo>
                  <a:lnTo>
                    <a:pt x="171450" y="171450"/>
                  </a:lnTo>
                  <a:lnTo>
                    <a:pt x="247650" y="171450"/>
                  </a:lnTo>
                  <a:lnTo>
                    <a:pt x="247650" y="247650"/>
                  </a:lnTo>
                  <a:close/>
                  <a:moveTo>
                    <a:pt x="285750" y="247650"/>
                  </a:moveTo>
                  <a:lnTo>
                    <a:pt x="285750" y="171450"/>
                  </a:lnTo>
                  <a:lnTo>
                    <a:pt x="361950" y="171450"/>
                  </a:lnTo>
                  <a:lnTo>
                    <a:pt x="361950" y="247650"/>
                  </a:lnTo>
                  <a:lnTo>
                    <a:pt x="285750" y="247650"/>
                  </a:lnTo>
                  <a:close/>
                  <a:moveTo>
                    <a:pt x="361950" y="361950"/>
                  </a:moveTo>
                  <a:lnTo>
                    <a:pt x="285750" y="361950"/>
                  </a:lnTo>
                  <a:lnTo>
                    <a:pt x="285750" y="285750"/>
                  </a:lnTo>
                  <a:lnTo>
                    <a:pt x="361950" y="285750"/>
                  </a:lnTo>
                  <a:lnTo>
                    <a:pt x="361950" y="361950"/>
                  </a:lnTo>
                  <a:close/>
                  <a:moveTo>
                    <a:pt x="400050" y="361950"/>
                  </a:moveTo>
                  <a:lnTo>
                    <a:pt x="400050" y="285750"/>
                  </a:lnTo>
                  <a:lnTo>
                    <a:pt x="476250" y="285750"/>
                  </a:lnTo>
                  <a:lnTo>
                    <a:pt x="476250" y="361950"/>
                  </a:lnTo>
                  <a:lnTo>
                    <a:pt x="400050" y="361950"/>
                  </a:lnTo>
                  <a:close/>
                  <a:moveTo>
                    <a:pt x="476250" y="57150"/>
                  </a:moveTo>
                  <a:lnTo>
                    <a:pt x="476250" y="133350"/>
                  </a:lnTo>
                  <a:lnTo>
                    <a:pt x="400050" y="133350"/>
                  </a:lnTo>
                  <a:lnTo>
                    <a:pt x="400050" y="57150"/>
                  </a:lnTo>
                  <a:lnTo>
                    <a:pt x="476250" y="57150"/>
                  </a:lnTo>
                  <a:close/>
                  <a:moveTo>
                    <a:pt x="0" y="0"/>
                  </a:moveTo>
                  <a:lnTo>
                    <a:pt x="0" y="533400"/>
                  </a:lnTo>
                  <a:lnTo>
                    <a:pt x="647700" y="533400"/>
                  </a:lnTo>
                  <a:lnTo>
                    <a:pt x="6477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7A3957A-833B-A851-4919-2F30A84F6866}"/>
                </a:ext>
              </a:extLst>
            </p:cNvPr>
            <p:cNvSpPr/>
            <p:nvPr/>
          </p:nvSpPr>
          <p:spPr>
            <a:xfrm>
              <a:off x="4086962" y="8350256"/>
              <a:ext cx="295122" cy="34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540BAC09-1A00-5516-E796-F548104789A2}"/>
              </a:ext>
            </a:extLst>
          </p:cNvPr>
          <p:cNvSpPr txBox="1"/>
          <p:nvPr/>
        </p:nvSpPr>
        <p:spPr>
          <a:xfrm>
            <a:off x="1988603" y="6516794"/>
            <a:ext cx="1152007" cy="32374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여백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1F7B0D4-5F3D-878E-B42E-E37BAA3A64E4}"/>
              </a:ext>
            </a:extLst>
          </p:cNvPr>
          <p:cNvSpPr txBox="1"/>
          <p:nvPr/>
        </p:nvSpPr>
        <p:spPr>
          <a:xfrm>
            <a:off x="1934728" y="420660"/>
            <a:ext cx="12597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 err="1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탭제목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78sp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C5384FE-1333-130F-FA42-8EE100D6A757}"/>
              </a:ext>
            </a:extLst>
          </p:cNvPr>
          <p:cNvSpPr txBox="1"/>
          <p:nvPr/>
        </p:nvSpPr>
        <p:spPr>
          <a:xfrm>
            <a:off x="1934728" y="3477993"/>
            <a:ext cx="1259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 아이콘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402.5x267.5dp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FC5E00E-26D4-5472-0CB3-42F9AAA49747}"/>
              </a:ext>
            </a:extLst>
          </p:cNvPr>
          <p:cNvSpPr txBox="1"/>
          <p:nvPr/>
        </p:nvSpPr>
        <p:spPr>
          <a:xfrm>
            <a:off x="1934728" y="1777194"/>
            <a:ext cx="1259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 아이콘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402.5x267.5dp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6B93769-F500-FAD6-CC89-C602E36793AE}"/>
              </a:ext>
            </a:extLst>
          </p:cNvPr>
          <p:cNvSpPr txBox="1"/>
          <p:nvPr/>
        </p:nvSpPr>
        <p:spPr>
          <a:xfrm>
            <a:off x="-71460" y="3791257"/>
            <a:ext cx="1259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 아이콘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217x327dp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7BDD2B-D237-9750-ECC5-E0912B9B46DA}"/>
              </a:ext>
            </a:extLst>
          </p:cNvPr>
          <p:cNvSpPr txBox="1"/>
          <p:nvPr/>
        </p:nvSpPr>
        <p:spPr>
          <a:xfrm>
            <a:off x="2033197" y="1093612"/>
            <a:ext cx="16388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타이틀부터 아이콘까지 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68dp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7E3534E-6BD0-CA9A-B79B-21BFCD7D9F5D}"/>
              </a:ext>
            </a:extLst>
          </p:cNvPr>
          <p:cNvSpPr/>
          <p:nvPr/>
        </p:nvSpPr>
        <p:spPr>
          <a:xfrm>
            <a:off x="3719119" y="1076961"/>
            <a:ext cx="105364" cy="495268"/>
          </a:xfrm>
          <a:custGeom>
            <a:avLst/>
            <a:gdLst>
              <a:gd name="csX0" fmla="*/ 0 w 0"/>
              <a:gd name="csY0" fmla="*/ 0 h 1205653"/>
              <a:gd name="csX1" fmla="*/ 0 w 0"/>
              <a:gd name="csY1" fmla="*/ 1205653 h 12056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5653">
                <a:moveTo>
                  <a:pt x="0" y="0"/>
                </a:moveTo>
                <a:lnTo>
                  <a:pt x="0" y="1205653"/>
                </a:lnTo>
              </a:path>
            </a:pathLst>
          </a:custGeom>
          <a:noFill/>
          <a:ln>
            <a:solidFill>
              <a:srgbClr val="C00000"/>
            </a:solidFill>
            <a:headEnd type="arrow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C60315B-9115-F430-D525-778DEE4F3E4D}"/>
              </a:ext>
            </a:extLst>
          </p:cNvPr>
          <p:cNvGrpSpPr/>
          <p:nvPr/>
        </p:nvGrpSpPr>
        <p:grpSpPr>
          <a:xfrm>
            <a:off x="3987345" y="1544638"/>
            <a:ext cx="252000" cy="252000"/>
            <a:chOff x="7930399" y="8014026"/>
            <a:chExt cx="540000" cy="540000"/>
          </a:xfrm>
        </p:grpSpPr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235C646D-11D5-47A5-BCAD-45F563F2D437}"/>
                </a:ext>
              </a:extLst>
            </p:cNvPr>
            <p:cNvSpPr/>
            <p:nvPr/>
          </p:nvSpPr>
          <p:spPr>
            <a:xfrm>
              <a:off x="7930399" y="8014026"/>
              <a:ext cx="540000" cy="540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0968013A-1FAA-945E-36AA-087AACFCA877}"/>
                </a:ext>
              </a:extLst>
            </p:cNvPr>
            <p:cNvGrpSpPr/>
            <p:nvPr/>
          </p:nvGrpSpPr>
          <p:grpSpPr>
            <a:xfrm>
              <a:off x="8095624" y="8171227"/>
              <a:ext cx="209550" cy="225599"/>
              <a:chOff x="8710803" y="7939061"/>
              <a:chExt cx="209550" cy="225599"/>
            </a:xfrm>
          </p:grpSpPr>
          <p:sp>
            <p:nvSpPr>
              <p:cNvPr id="125" name="이등변 삼각형 76">
                <a:extLst>
                  <a:ext uri="{FF2B5EF4-FFF2-40B4-BE49-F238E27FC236}">
                    <a16:creationId xmlns:a16="http://schemas.microsoft.com/office/drawing/2014/main" id="{05F011C8-34DF-C7F9-E1AD-902EEAE940CE}"/>
                  </a:ext>
                </a:extLst>
              </p:cNvPr>
              <p:cNvSpPr/>
              <p:nvPr/>
            </p:nvSpPr>
            <p:spPr>
              <a:xfrm>
                <a:off x="8743985" y="7939061"/>
                <a:ext cx="143186" cy="74965"/>
              </a:xfrm>
              <a:custGeom>
                <a:avLst/>
                <a:gdLst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0 w 503933"/>
                  <a:gd name="csY3" fmla="*/ 180027 h 180027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277281 w 503933"/>
                  <a:gd name="csY3" fmla="*/ 180027 h 180027"/>
                  <a:gd name="csX4" fmla="*/ 0 w 503933"/>
                  <a:gd name="csY4" fmla="*/ 180027 h 180027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0 w 503933"/>
                  <a:gd name="csY3" fmla="*/ 180027 h 180027"/>
                  <a:gd name="csX0" fmla="*/ 0 w 503933"/>
                  <a:gd name="csY0" fmla="*/ 180027 h 189552"/>
                  <a:gd name="csX1" fmla="*/ 251967 w 503933"/>
                  <a:gd name="csY1" fmla="*/ 0 h 189552"/>
                  <a:gd name="csX2" fmla="*/ 503933 w 503933"/>
                  <a:gd name="csY2" fmla="*/ 180027 h 189552"/>
                  <a:gd name="csX3" fmla="*/ 340781 w 503933"/>
                  <a:gd name="csY3" fmla="*/ 189552 h 189552"/>
                  <a:gd name="csX4" fmla="*/ 0 w 503933"/>
                  <a:gd name="csY4" fmla="*/ 180027 h 189552"/>
                  <a:gd name="csX0" fmla="*/ 340781 w 503933"/>
                  <a:gd name="csY0" fmla="*/ 189552 h 280992"/>
                  <a:gd name="csX1" fmla="*/ 0 w 503933"/>
                  <a:gd name="csY1" fmla="*/ 180027 h 280992"/>
                  <a:gd name="csX2" fmla="*/ 251967 w 503933"/>
                  <a:gd name="csY2" fmla="*/ 0 h 280992"/>
                  <a:gd name="csX3" fmla="*/ 503933 w 503933"/>
                  <a:gd name="csY3" fmla="*/ 180027 h 280992"/>
                  <a:gd name="csX4" fmla="*/ 432221 w 503933"/>
                  <a:gd name="csY4" fmla="*/ 280992 h 280992"/>
                  <a:gd name="csX0" fmla="*/ 340781 w 503933"/>
                  <a:gd name="csY0" fmla="*/ 189552 h 189552"/>
                  <a:gd name="csX1" fmla="*/ 0 w 503933"/>
                  <a:gd name="csY1" fmla="*/ 180027 h 189552"/>
                  <a:gd name="csX2" fmla="*/ 251967 w 503933"/>
                  <a:gd name="csY2" fmla="*/ 0 h 189552"/>
                  <a:gd name="csX3" fmla="*/ 503933 w 503933"/>
                  <a:gd name="csY3" fmla="*/ 180027 h 189552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03933" h="180027">
                    <a:moveTo>
                      <a:pt x="0" y="180027"/>
                    </a:moveTo>
                    <a:lnTo>
                      <a:pt x="251967" y="0"/>
                    </a:lnTo>
                    <a:lnTo>
                      <a:pt x="503933" y="180027"/>
                    </a:lnTo>
                  </a:path>
                </a:pathLst>
              </a:cu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cxnSp>
            <p:nvCxnSpPr>
              <p:cNvPr id="126" name="직선 연결선 125">
                <a:extLst>
                  <a:ext uri="{FF2B5EF4-FFF2-40B4-BE49-F238E27FC236}">
                    <a16:creationId xmlns:a16="http://schemas.microsoft.com/office/drawing/2014/main" id="{6E25DA99-E4A0-2097-3C97-52427129FBDD}"/>
                  </a:ext>
                </a:extLst>
              </p:cNvPr>
              <p:cNvCxnSpPr>
                <a:cxnSpLocks/>
                <a:stCxn id="125" idx="1"/>
              </p:cNvCxnSpPr>
              <p:nvPr/>
            </p:nvCxnSpPr>
            <p:spPr>
              <a:xfrm>
                <a:off x="8815578" y="7939061"/>
                <a:ext cx="0" cy="154414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7" name="직선 연결선 126">
                <a:extLst>
                  <a:ext uri="{FF2B5EF4-FFF2-40B4-BE49-F238E27FC236}">
                    <a16:creationId xmlns:a16="http://schemas.microsoft.com/office/drawing/2014/main" id="{F30E0EBA-C6AC-C3B7-10AC-D20D3C2555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0803" y="8164660"/>
                <a:ext cx="209550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85D27FC5-5B51-84BC-773D-68EF79EBDD77}"/>
              </a:ext>
            </a:extLst>
          </p:cNvPr>
          <p:cNvGrpSpPr/>
          <p:nvPr/>
        </p:nvGrpSpPr>
        <p:grpSpPr>
          <a:xfrm>
            <a:off x="3610240" y="1546799"/>
            <a:ext cx="252000" cy="252000"/>
            <a:chOff x="4180359" y="1297145"/>
            <a:chExt cx="252000" cy="252000"/>
          </a:xfrm>
        </p:grpSpPr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70418DC-516A-02A9-B073-00E230179687}"/>
                </a:ext>
              </a:extLst>
            </p:cNvPr>
            <p:cNvSpPr/>
            <p:nvPr/>
          </p:nvSpPr>
          <p:spPr>
            <a:xfrm>
              <a:off x="4180359" y="1297145"/>
              <a:ext cx="252000" cy="252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E56B17AA-842F-05CB-2CCB-58F381C1F955}"/>
                </a:ext>
              </a:extLst>
            </p:cNvPr>
            <p:cNvGrpSpPr/>
            <p:nvPr/>
          </p:nvGrpSpPr>
          <p:grpSpPr>
            <a:xfrm>
              <a:off x="4248229" y="1365015"/>
              <a:ext cx="116262" cy="116262"/>
              <a:chOff x="4248229" y="1365015"/>
              <a:chExt cx="116262" cy="116262"/>
            </a:xfrm>
          </p:grpSpPr>
          <p:cxnSp>
            <p:nvCxnSpPr>
              <p:cNvPr id="131" name="직선 연결선 130">
                <a:extLst>
                  <a:ext uri="{FF2B5EF4-FFF2-40B4-BE49-F238E27FC236}">
                    <a16:creationId xmlns:a16="http://schemas.microsoft.com/office/drawing/2014/main" id="{C1460E2F-7DF3-ED99-9ED2-76EFD452FB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8229" y="1423146"/>
                <a:ext cx="116262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54682976-7A8B-748C-36BF-8FC3E0349C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6360" y="1365015"/>
                <a:ext cx="0" cy="116262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5DEC0964-E2F1-F58C-A884-7BF6E74A187F}"/>
              </a:ext>
            </a:extLst>
          </p:cNvPr>
          <p:cNvGrpSpPr/>
          <p:nvPr/>
        </p:nvGrpSpPr>
        <p:grpSpPr>
          <a:xfrm>
            <a:off x="4364450" y="1546799"/>
            <a:ext cx="252000" cy="252000"/>
            <a:chOff x="3592217" y="1546799"/>
            <a:chExt cx="252000" cy="252000"/>
          </a:xfrm>
        </p:grpSpPr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FBCDE128-FF18-20BD-D4DE-7D021CCFDC39}"/>
                </a:ext>
              </a:extLst>
            </p:cNvPr>
            <p:cNvSpPr/>
            <p:nvPr/>
          </p:nvSpPr>
          <p:spPr>
            <a:xfrm>
              <a:off x="3592217" y="1546799"/>
              <a:ext cx="252000" cy="252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657FE48-7038-FE26-98A7-C7C08C368E5E}"/>
                </a:ext>
              </a:extLst>
            </p:cNvPr>
            <p:cNvGrpSpPr/>
            <p:nvPr/>
          </p:nvGrpSpPr>
          <p:grpSpPr>
            <a:xfrm>
              <a:off x="3651265" y="1602800"/>
              <a:ext cx="128628" cy="139999"/>
              <a:chOff x="3661287" y="1602800"/>
              <a:chExt cx="128628" cy="139999"/>
            </a:xfrm>
          </p:grpSpPr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6AC2892E-E2E8-0151-0AA4-45978C8E6207}"/>
                  </a:ext>
                </a:extLst>
              </p:cNvPr>
              <p:cNvSpPr/>
              <p:nvPr/>
            </p:nvSpPr>
            <p:spPr>
              <a:xfrm>
                <a:off x="3681330" y="1602800"/>
                <a:ext cx="108585" cy="139999"/>
              </a:xfrm>
              <a:custGeom>
                <a:avLst/>
                <a:gdLst>
                  <a:gd name="csX0" fmla="*/ 35604 w 127892"/>
                  <a:gd name="csY0" fmla="*/ 0 h 164891"/>
                  <a:gd name="csX1" fmla="*/ 92288 w 127892"/>
                  <a:gd name="csY1" fmla="*/ 0 h 164891"/>
                  <a:gd name="csX2" fmla="*/ 127892 w 127892"/>
                  <a:gd name="csY2" fmla="*/ 35604 h 164891"/>
                  <a:gd name="csX3" fmla="*/ 127892 w 127892"/>
                  <a:gd name="csY3" fmla="*/ 129287 h 164891"/>
                  <a:gd name="csX4" fmla="*/ 92288 w 127892"/>
                  <a:gd name="csY4" fmla="*/ 164891 h 164891"/>
                  <a:gd name="csX5" fmla="*/ 35604 w 127892"/>
                  <a:gd name="csY5" fmla="*/ 164891 h 164891"/>
                  <a:gd name="csX6" fmla="*/ 0 w 127892"/>
                  <a:gd name="csY6" fmla="*/ 129287 h 164891"/>
                  <a:gd name="csX7" fmla="*/ 0 w 127892"/>
                  <a:gd name="csY7" fmla="*/ 127023 h 164891"/>
                  <a:gd name="csX8" fmla="*/ 60434 w 127892"/>
                  <a:gd name="csY8" fmla="*/ 127023 h 164891"/>
                  <a:gd name="csX9" fmla="*/ 60434 w 127892"/>
                  <a:gd name="csY9" fmla="*/ 37869 h 164891"/>
                  <a:gd name="csX10" fmla="*/ 0 w 127892"/>
                  <a:gd name="csY10" fmla="*/ 37869 h 164891"/>
                  <a:gd name="csX11" fmla="*/ 0 w 127892"/>
                  <a:gd name="csY11" fmla="*/ 35604 h 164891"/>
                  <a:gd name="csX12" fmla="*/ 35604 w 127892"/>
                  <a:gd name="csY12" fmla="*/ 0 h 164891"/>
                  <a:gd name="csX0" fmla="*/ 60434 w 151874"/>
                  <a:gd name="csY0" fmla="*/ 127023 h 218463"/>
                  <a:gd name="csX1" fmla="*/ 60434 w 151874"/>
                  <a:gd name="csY1" fmla="*/ 37869 h 218463"/>
                  <a:gd name="csX2" fmla="*/ 0 w 151874"/>
                  <a:gd name="csY2" fmla="*/ 37869 h 218463"/>
                  <a:gd name="csX3" fmla="*/ 0 w 151874"/>
                  <a:gd name="csY3" fmla="*/ 35604 h 218463"/>
                  <a:gd name="csX4" fmla="*/ 35604 w 151874"/>
                  <a:gd name="csY4" fmla="*/ 0 h 218463"/>
                  <a:gd name="csX5" fmla="*/ 92288 w 151874"/>
                  <a:gd name="csY5" fmla="*/ 0 h 218463"/>
                  <a:gd name="csX6" fmla="*/ 127892 w 151874"/>
                  <a:gd name="csY6" fmla="*/ 35604 h 218463"/>
                  <a:gd name="csX7" fmla="*/ 127892 w 151874"/>
                  <a:gd name="csY7" fmla="*/ 129287 h 218463"/>
                  <a:gd name="csX8" fmla="*/ 92288 w 151874"/>
                  <a:gd name="csY8" fmla="*/ 164891 h 218463"/>
                  <a:gd name="csX9" fmla="*/ 35604 w 151874"/>
                  <a:gd name="csY9" fmla="*/ 164891 h 218463"/>
                  <a:gd name="csX10" fmla="*/ 0 w 151874"/>
                  <a:gd name="csY10" fmla="*/ 129287 h 218463"/>
                  <a:gd name="csX11" fmla="*/ 0 w 151874"/>
                  <a:gd name="csY11" fmla="*/ 127023 h 218463"/>
                  <a:gd name="csX12" fmla="*/ 151874 w 151874"/>
                  <a:gd name="csY12" fmla="*/ 218463 h 218463"/>
                  <a:gd name="csX0" fmla="*/ 60434 w 127892"/>
                  <a:gd name="csY0" fmla="*/ 127023 h 164891"/>
                  <a:gd name="csX1" fmla="*/ 60434 w 127892"/>
                  <a:gd name="csY1" fmla="*/ 37869 h 164891"/>
                  <a:gd name="csX2" fmla="*/ 0 w 127892"/>
                  <a:gd name="csY2" fmla="*/ 37869 h 164891"/>
                  <a:gd name="csX3" fmla="*/ 0 w 127892"/>
                  <a:gd name="csY3" fmla="*/ 35604 h 164891"/>
                  <a:gd name="csX4" fmla="*/ 35604 w 127892"/>
                  <a:gd name="csY4" fmla="*/ 0 h 164891"/>
                  <a:gd name="csX5" fmla="*/ 92288 w 127892"/>
                  <a:gd name="csY5" fmla="*/ 0 h 164891"/>
                  <a:gd name="csX6" fmla="*/ 127892 w 127892"/>
                  <a:gd name="csY6" fmla="*/ 35604 h 164891"/>
                  <a:gd name="csX7" fmla="*/ 127892 w 127892"/>
                  <a:gd name="csY7" fmla="*/ 129287 h 164891"/>
                  <a:gd name="csX8" fmla="*/ 92288 w 127892"/>
                  <a:gd name="csY8" fmla="*/ 164891 h 164891"/>
                  <a:gd name="csX9" fmla="*/ 35604 w 127892"/>
                  <a:gd name="csY9" fmla="*/ 164891 h 164891"/>
                  <a:gd name="csX10" fmla="*/ 0 w 127892"/>
                  <a:gd name="csY10" fmla="*/ 129287 h 164891"/>
                  <a:gd name="csX11" fmla="*/ 0 w 127892"/>
                  <a:gd name="csY11" fmla="*/ 127023 h 164891"/>
                  <a:gd name="csX0" fmla="*/ 60434 w 127892"/>
                  <a:gd name="csY0" fmla="*/ 37869 h 164891"/>
                  <a:gd name="csX1" fmla="*/ 0 w 127892"/>
                  <a:gd name="csY1" fmla="*/ 37869 h 164891"/>
                  <a:gd name="csX2" fmla="*/ 0 w 127892"/>
                  <a:gd name="csY2" fmla="*/ 35604 h 164891"/>
                  <a:gd name="csX3" fmla="*/ 35604 w 127892"/>
                  <a:gd name="csY3" fmla="*/ 0 h 164891"/>
                  <a:gd name="csX4" fmla="*/ 92288 w 127892"/>
                  <a:gd name="csY4" fmla="*/ 0 h 164891"/>
                  <a:gd name="csX5" fmla="*/ 127892 w 127892"/>
                  <a:gd name="csY5" fmla="*/ 35604 h 164891"/>
                  <a:gd name="csX6" fmla="*/ 127892 w 127892"/>
                  <a:gd name="csY6" fmla="*/ 129287 h 164891"/>
                  <a:gd name="csX7" fmla="*/ 92288 w 127892"/>
                  <a:gd name="csY7" fmla="*/ 164891 h 164891"/>
                  <a:gd name="csX8" fmla="*/ 35604 w 127892"/>
                  <a:gd name="csY8" fmla="*/ 164891 h 164891"/>
                  <a:gd name="csX9" fmla="*/ 0 w 127892"/>
                  <a:gd name="csY9" fmla="*/ 129287 h 164891"/>
                  <a:gd name="csX10" fmla="*/ 0 w 127892"/>
                  <a:gd name="csY10" fmla="*/ 127023 h 164891"/>
                  <a:gd name="csX0" fmla="*/ 0 w 127892"/>
                  <a:gd name="csY0" fmla="*/ 37869 h 164891"/>
                  <a:gd name="csX1" fmla="*/ 0 w 127892"/>
                  <a:gd name="csY1" fmla="*/ 35604 h 164891"/>
                  <a:gd name="csX2" fmla="*/ 35604 w 127892"/>
                  <a:gd name="csY2" fmla="*/ 0 h 164891"/>
                  <a:gd name="csX3" fmla="*/ 92288 w 127892"/>
                  <a:gd name="csY3" fmla="*/ 0 h 164891"/>
                  <a:gd name="csX4" fmla="*/ 127892 w 127892"/>
                  <a:gd name="csY4" fmla="*/ 35604 h 164891"/>
                  <a:gd name="csX5" fmla="*/ 127892 w 127892"/>
                  <a:gd name="csY5" fmla="*/ 129287 h 164891"/>
                  <a:gd name="csX6" fmla="*/ 92288 w 127892"/>
                  <a:gd name="csY6" fmla="*/ 164891 h 164891"/>
                  <a:gd name="csX7" fmla="*/ 35604 w 127892"/>
                  <a:gd name="csY7" fmla="*/ 164891 h 164891"/>
                  <a:gd name="csX8" fmla="*/ 0 w 127892"/>
                  <a:gd name="csY8" fmla="*/ 129287 h 164891"/>
                  <a:gd name="csX9" fmla="*/ 0 w 127892"/>
                  <a:gd name="csY9" fmla="*/ 127023 h 16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7892" h="164891">
                    <a:moveTo>
                      <a:pt x="0" y="37869"/>
                    </a:moveTo>
                    <a:lnTo>
                      <a:pt x="0" y="35604"/>
                    </a:lnTo>
                    <a:cubicBezTo>
                      <a:pt x="0" y="15940"/>
                      <a:pt x="15940" y="0"/>
                      <a:pt x="35604" y="0"/>
                    </a:cubicBezTo>
                    <a:lnTo>
                      <a:pt x="92288" y="0"/>
                    </a:lnTo>
                    <a:cubicBezTo>
                      <a:pt x="111952" y="0"/>
                      <a:pt x="127892" y="15940"/>
                      <a:pt x="127892" y="35604"/>
                    </a:cubicBezTo>
                    <a:lnTo>
                      <a:pt x="127892" y="129287"/>
                    </a:lnTo>
                    <a:cubicBezTo>
                      <a:pt x="127892" y="148951"/>
                      <a:pt x="111952" y="164891"/>
                      <a:pt x="92288" y="164891"/>
                    </a:cubicBezTo>
                    <a:lnTo>
                      <a:pt x="35604" y="164891"/>
                    </a:lnTo>
                    <a:cubicBezTo>
                      <a:pt x="15940" y="164891"/>
                      <a:pt x="0" y="148951"/>
                      <a:pt x="0" y="129287"/>
                    </a:cubicBezTo>
                    <a:lnTo>
                      <a:pt x="0" y="127023"/>
                    </a:lnTo>
                  </a:path>
                </a:pathLst>
              </a:cu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83EED92D-B33E-84B6-AB4B-DD9D7CC390D8}"/>
                  </a:ext>
                </a:extLst>
              </p:cNvPr>
              <p:cNvGrpSpPr/>
              <p:nvPr/>
            </p:nvGrpSpPr>
            <p:grpSpPr>
              <a:xfrm rot="5400000">
                <a:off x="3673707" y="1629790"/>
                <a:ext cx="61180" cy="86019"/>
                <a:chOff x="4214225" y="1770397"/>
                <a:chExt cx="66820" cy="93947"/>
              </a:xfrm>
            </p:grpSpPr>
            <p:sp>
              <p:nvSpPr>
                <p:cNvPr id="138" name="이등변 삼각형 76">
                  <a:extLst>
                    <a:ext uri="{FF2B5EF4-FFF2-40B4-BE49-F238E27FC236}">
                      <a16:creationId xmlns:a16="http://schemas.microsoft.com/office/drawing/2014/main" id="{3DECBAB0-C696-0F84-FD7B-8FCDBAD19EB9}"/>
                    </a:ext>
                  </a:extLst>
                </p:cNvPr>
                <p:cNvSpPr/>
                <p:nvPr/>
              </p:nvSpPr>
              <p:spPr>
                <a:xfrm>
                  <a:off x="4214225" y="1770398"/>
                  <a:ext cx="66820" cy="34984"/>
                </a:xfrm>
                <a:custGeom>
                  <a:avLst/>
                  <a:gdLst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0 w 503933"/>
                    <a:gd name="csY3" fmla="*/ 180027 h 180027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277281 w 503933"/>
                    <a:gd name="csY3" fmla="*/ 180027 h 180027"/>
                    <a:gd name="csX4" fmla="*/ 0 w 503933"/>
                    <a:gd name="csY4" fmla="*/ 180027 h 180027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0 w 503933"/>
                    <a:gd name="csY3" fmla="*/ 180027 h 180027"/>
                    <a:gd name="csX0" fmla="*/ 0 w 503933"/>
                    <a:gd name="csY0" fmla="*/ 180027 h 189552"/>
                    <a:gd name="csX1" fmla="*/ 251967 w 503933"/>
                    <a:gd name="csY1" fmla="*/ 0 h 189552"/>
                    <a:gd name="csX2" fmla="*/ 503933 w 503933"/>
                    <a:gd name="csY2" fmla="*/ 180027 h 189552"/>
                    <a:gd name="csX3" fmla="*/ 340781 w 503933"/>
                    <a:gd name="csY3" fmla="*/ 189552 h 189552"/>
                    <a:gd name="csX4" fmla="*/ 0 w 503933"/>
                    <a:gd name="csY4" fmla="*/ 180027 h 189552"/>
                    <a:gd name="csX0" fmla="*/ 340781 w 503933"/>
                    <a:gd name="csY0" fmla="*/ 189552 h 280992"/>
                    <a:gd name="csX1" fmla="*/ 0 w 503933"/>
                    <a:gd name="csY1" fmla="*/ 180027 h 280992"/>
                    <a:gd name="csX2" fmla="*/ 251967 w 503933"/>
                    <a:gd name="csY2" fmla="*/ 0 h 280992"/>
                    <a:gd name="csX3" fmla="*/ 503933 w 503933"/>
                    <a:gd name="csY3" fmla="*/ 180027 h 280992"/>
                    <a:gd name="csX4" fmla="*/ 432221 w 503933"/>
                    <a:gd name="csY4" fmla="*/ 280992 h 280992"/>
                    <a:gd name="csX0" fmla="*/ 340781 w 503933"/>
                    <a:gd name="csY0" fmla="*/ 189552 h 189552"/>
                    <a:gd name="csX1" fmla="*/ 0 w 503933"/>
                    <a:gd name="csY1" fmla="*/ 180027 h 189552"/>
                    <a:gd name="csX2" fmla="*/ 251967 w 503933"/>
                    <a:gd name="csY2" fmla="*/ 0 h 189552"/>
                    <a:gd name="csX3" fmla="*/ 503933 w 503933"/>
                    <a:gd name="csY3" fmla="*/ 180027 h 189552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503933" h="180027">
                      <a:moveTo>
                        <a:pt x="0" y="180027"/>
                      </a:moveTo>
                      <a:lnTo>
                        <a:pt x="251967" y="0"/>
                      </a:lnTo>
                      <a:lnTo>
                        <a:pt x="503933" y="180027"/>
                      </a:lnTo>
                    </a:path>
                  </a:pathLst>
                </a:custGeom>
                <a:noFill/>
                <a:ln w="1905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161F0BD7-273D-E533-F2A7-13102234FB80}"/>
                    </a:ext>
                  </a:extLst>
                </p:cNvPr>
                <p:cNvCxnSpPr>
                  <a:cxnSpLocks/>
                  <a:stCxn id="138" idx="1"/>
                </p:cNvCxnSpPr>
                <p:nvPr/>
              </p:nvCxnSpPr>
              <p:spPr>
                <a:xfrm rot="16200000" flipH="1">
                  <a:off x="4200662" y="1817371"/>
                  <a:ext cx="93947" cy="0"/>
                </a:xfrm>
                <a:prstGeom prst="line">
                  <a:avLst/>
                </a:prstGeom>
                <a:noFill/>
                <a:ln w="1905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E02424E5-9F0C-9817-8AF0-F0F47914711B}"/>
              </a:ext>
            </a:extLst>
          </p:cNvPr>
          <p:cNvSpPr txBox="1"/>
          <p:nvPr/>
        </p:nvSpPr>
        <p:spPr>
          <a:xfrm>
            <a:off x="0" y="2819"/>
            <a:ext cx="46863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홈화면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C520C8B8-2498-A046-0FD5-33BCFF0C25A0}"/>
              </a:ext>
            </a:extLst>
          </p:cNvPr>
          <p:cNvGrpSpPr/>
          <p:nvPr/>
        </p:nvGrpSpPr>
        <p:grpSpPr>
          <a:xfrm>
            <a:off x="842688" y="5929338"/>
            <a:ext cx="430600" cy="430600"/>
            <a:chOff x="842688" y="5929338"/>
            <a:chExt cx="430600" cy="430600"/>
          </a:xfrm>
        </p:grpSpPr>
        <p:sp>
          <p:nvSpPr>
            <p:cNvPr id="145" name="타원 144">
              <a:extLst>
                <a:ext uri="{FF2B5EF4-FFF2-40B4-BE49-F238E27FC236}">
                  <a16:creationId xmlns:a16="http://schemas.microsoft.com/office/drawing/2014/main" id="{4446B6AD-3C44-03DA-62E9-2E28DD1903A8}"/>
                </a:ext>
              </a:extLst>
            </p:cNvPr>
            <p:cNvSpPr/>
            <p:nvPr/>
          </p:nvSpPr>
          <p:spPr>
            <a:xfrm>
              <a:off x="842688" y="5929338"/>
              <a:ext cx="430600" cy="430600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102" name="그래픽 15" descr="주택 윤곽선">
              <a:extLst>
                <a:ext uri="{FF2B5EF4-FFF2-40B4-BE49-F238E27FC236}">
                  <a16:creationId xmlns:a16="http://schemas.microsoft.com/office/drawing/2014/main" id="{0CCB87C4-E3E5-E15D-48EC-443173CD3795}"/>
                </a:ext>
              </a:extLst>
            </p:cNvPr>
            <p:cNvSpPr>
              <a:spLocks/>
            </p:cNvSpPr>
            <p:nvPr/>
          </p:nvSpPr>
          <p:spPr>
            <a:xfrm>
              <a:off x="947625" y="6034275"/>
              <a:ext cx="220727" cy="220727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>
                <a:solidFill>
                  <a:schemeClr val="lt1"/>
                </a:solidFill>
              </a:endParaRPr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24215E44-C442-C439-B2E4-2CE8605414E4}"/>
              </a:ext>
            </a:extLst>
          </p:cNvPr>
          <p:cNvGrpSpPr/>
          <p:nvPr/>
        </p:nvGrpSpPr>
        <p:grpSpPr>
          <a:xfrm>
            <a:off x="1885692" y="6194613"/>
            <a:ext cx="209890" cy="220727"/>
            <a:chOff x="7230961" y="4648200"/>
            <a:chExt cx="533400" cy="762000"/>
          </a:xfrm>
        </p:grpSpPr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2FDBA-4D78-9704-B8C2-E80975F38A83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09E69760-6410-E370-701B-F75D567D090D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</p:grpSp>
    </p:spTree>
    <p:extLst>
      <p:ext uri="{BB962C8B-B14F-4D97-AF65-F5344CB8AC3E}">
        <p14:creationId xmlns:p14="http://schemas.microsoft.com/office/powerpoint/2010/main" val="419982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5E894-9177-D4D3-1D42-E7ACB756B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34671682-D43A-CB43-D821-00E792158031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4DCA666-4B14-FC6D-B58C-5E64BFF08002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4044CE85-88C8-1B84-ED81-95A7B6AA0F93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4F48F163-AA4D-BD7A-27E8-3C5C8AAF2B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3F3CF144-F20F-74B1-9FDD-0ACE1736549F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12E8287-122F-76CC-A08A-41EE95EA112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AF8C08F-9519-61CB-617E-DB4D81B54225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4739E96-7E48-39AB-474C-2934EE177639}"/>
              </a:ext>
            </a:extLst>
          </p:cNvPr>
          <p:cNvSpPr txBox="1"/>
          <p:nvPr/>
        </p:nvSpPr>
        <p:spPr>
          <a:xfrm>
            <a:off x="0" y="2819"/>
            <a:ext cx="29291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스케치북 클릭 시 화면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30037A-476C-7174-4FCC-890A69774BDE}"/>
              </a:ext>
            </a:extLst>
          </p:cNvPr>
          <p:cNvSpPr txBox="1"/>
          <p:nvPr/>
        </p:nvSpPr>
        <p:spPr>
          <a:xfrm>
            <a:off x="388740" y="457912"/>
            <a:ext cx="43517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your time</a:t>
            </a:r>
            <a:endParaRPr lang="ko-KR" altLang="en-US" sz="4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D85AC0C-2239-9EB7-F6D4-7A1C9CEA4FC1}"/>
              </a:ext>
            </a:extLst>
          </p:cNvPr>
          <p:cNvGrpSpPr/>
          <p:nvPr/>
        </p:nvGrpSpPr>
        <p:grpSpPr>
          <a:xfrm>
            <a:off x="1581012" y="2280479"/>
            <a:ext cx="4629754" cy="4996937"/>
            <a:chOff x="10151764" y="1692275"/>
            <a:chExt cx="5832309" cy="6294869"/>
          </a:xfrm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6D605C83-9C64-7F85-0EAF-09262657E462}"/>
                </a:ext>
              </a:extLst>
            </p:cNvPr>
            <p:cNvSpPr/>
            <p:nvPr/>
          </p:nvSpPr>
          <p:spPr>
            <a:xfrm>
              <a:off x="10151764" y="1758248"/>
              <a:ext cx="5832309" cy="6228896"/>
            </a:xfrm>
            <a:custGeom>
              <a:avLst/>
              <a:gdLst>
                <a:gd name="csX0" fmla="*/ 0 w 6358466"/>
                <a:gd name="csY0" fmla="*/ 3716867 h 6739467"/>
                <a:gd name="csX1" fmla="*/ 3022600 w 6358466"/>
                <a:gd name="csY1" fmla="*/ 6739467 h 6739467"/>
                <a:gd name="csX2" fmla="*/ 6358466 w 6358466"/>
                <a:gd name="csY2" fmla="*/ 6739467 h 6739467"/>
                <a:gd name="csX3" fmla="*/ 6358466 w 6358466"/>
                <a:gd name="csY3" fmla="*/ 3742267 h 6739467"/>
                <a:gd name="csX4" fmla="*/ 2616199 w 6358466"/>
                <a:gd name="csY4" fmla="*/ 0 h 6739467"/>
                <a:gd name="csX5" fmla="*/ 0 w 6358466"/>
                <a:gd name="csY5" fmla="*/ 3716867 h 6739467"/>
                <a:gd name="csX0" fmla="*/ 0 w 6310373"/>
                <a:gd name="csY0" fmla="*/ 3854277 h 6739467"/>
                <a:gd name="csX1" fmla="*/ 2974507 w 6310373"/>
                <a:gd name="csY1" fmla="*/ 6739467 h 6739467"/>
                <a:gd name="csX2" fmla="*/ 6310373 w 6310373"/>
                <a:gd name="csY2" fmla="*/ 6739467 h 6739467"/>
                <a:gd name="csX3" fmla="*/ 6310373 w 6310373"/>
                <a:gd name="csY3" fmla="*/ 3742267 h 6739467"/>
                <a:gd name="csX4" fmla="*/ 2568106 w 6310373"/>
                <a:gd name="csY4" fmla="*/ 0 h 6739467"/>
                <a:gd name="csX5" fmla="*/ 0 w 6310373"/>
                <a:gd name="csY5" fmla="*/ 3854277 h 6739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310373" h="6739467">
                  <a:moveTo>
                    <a:pt x="0" y="3854277"/>
                  </a:moveTo>
                  <a:lnTo>
                    <a:pt x="2974507" y="6739467"/>
                  </a:lnTo>
                  <a:lnTo>
                    <a:pt x="6310373" y="6739467"/>
                  </a:lnTo>
                  <a:lnTo>
                    <a:pt x="6310373" y="3742267"/>
                  </a:lnTo>
                  <a:lnTo>
                    <a:pt x="2568106" y="0"/>
                  </a:lnTo>
                  <a:lnTo>
                    <a:pt x="0" y="3854277"/>
                  </a:lnTo>
                  <a:close/>
                </a:path>
              </a:pathLst>
            </a:custGeom>
            <a:gradFill>
              <a:gsLst>
                <a:gs pos="63000">
                  <a:schemeClr val="tx1">
                    <a:lumMod val="50000"/>
                    <a:lumOff val="50000"/>
                    <a:alpha val="0"/>
                  </a:schemeClr>
                </a:gs>
                <a:gs pos="0">
                  <a:schemeClr val="bg1">
                    <a:lumMod val="75000"/>
                    <a:alpha val="50000"/>
                  </a:scheme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2F1334A1-89BB-AF78-432E-8125AFC91324}"/>
                </a:ext>
              </a:extLst>
            </p:cNvPr>
            <p:cNvGrpSpPr/>
            <p:nvPr/>
          </p:nvGrpSpPr>
          <p:grpSpPr>
            <a:xfrm>
              <a:off x="10167769" y="1692275"/>
              <a:ext cx="2425965" cy="3651137"/>
              <a:chOff x="2138045" y="3527386"/>
              <a:chExt cx="2425965" cy="3651137"/>
            </a:xfrm>
          </p:grpSpPr>
          <p:sp>
            <p:nvSpPr>
              <p:cNvPr id="28" name="사각형: 둥근 위쪽 모서리 27">
                <a:extLst>
                  <a:ext uri="{FF2B5EF4-FFF2-40B4-BE49-F238E27FC236}">
                    <a16:creationId xmlns:a16="http://schemas.microsoft.com/office/drawing/2014/main" id="{29F8A0BF-8461-D8FE-BF00-AE3D5625E840}"/>
                  </a:ext>
                </a:extLst>
              </p:cNvPr>
              <p:cNvSpPr/>
              <p:nvPr/>
            </p:nvSpPr>
            <p:spPr>
              <a:xfrm rot="5400000">
                <a:off x="1525460" y="4139972"/>
                <a:ext cx="3651136" cy="2425965"/>
              </a:xfrm>
              <a:prstGeom prst="round2SameRect">
                <a:avLst>
                  <a:gd name="adj1" fmla="val 7938"/>
                  <a:gd name="adj2" fmla="val 0"/>
                </a:avLst>
              </a:prstGeom>
              <a:solidFill>
                <a:srgbClr val="FFBF2A"/>
              </a:solidFill>
              <a:ln>
                <a:noFill/>
              </a:ln>
              <a:effectLst>
                <a:outerShdw blurRad="38100" dist="38100" dir="2700000" algn="tl" rotWithShape="0">
                  <a:srgbClr val="825A00">
                    <a:alpha val="8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8DBD7270-0FF4-6986-5669-F6F5CAE3C728}"/>
                  </a:ext>
                </a:extLst>
              </p:cNvPr>
              <p:cNvSpPr/>
              <p:nvPr/>
            </p:nvSpPr>
            <p:spPr>
              <a:xfrm>
                <a:off x="2138045" y="3527386"/>
                <a:ext cx="235894" cy="3651136"/>
              </a:xfrm>
              <a:prstGeom prst="rect">
                <a:avLst/>
              </a:prstGeom>
              <a:solidFill>
                <a:srgbClr val="E7A4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</p:grp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6773AC2D-2468-9496-B91C-5AA6BD9DF976}"/>
              </a:ext>
            </a:extLst>
          </p:cNvPr>
          <p:cNvGrpSpPr/>
          <p:nvPr/>
        </p:nvGrpSpPr>
        <p:grpSpPr>
          <a:xfrm>
            <a:off x="5589931" y="5696548"/>
            <a:ext cx="252000" cy="252000"/>
            <a:chOff x="3693662" y="1297146"/>
            <a:chExt cx="252000" cy="252000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DF6038C1-9954-2ECD-9E87-8FB830DB9F14}"/>
                </a:ext>
              </a:extLst>
            </p:cNvPr>
            <p:cNvSpPr/>
            <p:nvPr/>
          </p:nvSpPr>
          <p:spPr>
            <a:xfrm>
              <a:off x="3693662" y="1297146"/>
              <a:ext cx="252000" cy="252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CEDA48AD-6443-25DF-5D36-8CBB345B452F}"/>
                </a:ext>
              </a:extLst>
            </p:cNvPr>
            <p:cNvGrpSpPr/>
            <p:nvPr/>
          </p:nvGrpSpPr>
          <p:grpSpPr>
            <a:xfrm>
              <a:off x="3774619" y="1361060"/>
              <a:ext cx="90085" cy="117820"/>
              <a:chOff x="3774619" y="1361060"/>
              <a:chExt cx="90085" cy="117820"/>
            </a:xfrm>
          </p:grpSpPr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25B51E04-1D80-CA2E-C6C2-264150CCA1BF}"/>
                  </a:ext>
                </a:extLst>
              </p:cNvPr>
              <p:cNvSpPr/>
              <p:nvPr/>
            </p:nvSpPr>
            <p:spPr>
              <a:xfrm>
                <a:off x="3774619" y="1393193"/>
                <a:ext cx="90085" cy="85687"/>
              </a:xfrm>
              <a:custGeom>
                <a:avLst/>
                <a:gdLst>
                  <a:gd name="csX0" fmla="*/ 0 w 193040"/>
                  <a:gd name="csY0" fmla="*/ 0 h 183615"/>
                  <a:gd name="csX1" fmla="*/ 193040 w 193040"/>
                  <a:gd name="csY1" fmla="*/ 0 h 183615"/>
                  <a:gd name="csX2" fmla="*/ 193040 w 193040"/>
                  <a:gd name="csY2" fmla="*/ 151441 h 183615"/>
                  <a:gd name="csX3" fmla="*/ 160866 w 193040"/>
                  <a:gd name="csY3" fmla="*/ 183615 h 183615"/>
                  <a:gd name="csX4" fmla="*/ 32174 w 193040"/>
                  <a:gd name="csY4" fmla="*/ 183615 h 183615"/>
                  <a:gd name="csX5" fmla="*/ 0 w 193040"/>
                  <a:gd name="csY5" fmla="*/ 151441 h 183615"/>
                  <a:gd name="csX6" fmla="*/ 0 w 193040"/>
                  <a:gd name="csY6" fmla="*/ 0 h 183615"/>
                  <a:gd name="csX0" fmla="*/ 0 w 193040"/>
                  <a:gd name="csY0" fmla="*/ 1587 h 185202"/>
                  <a:gd name="csX1" fmla="*/ 96520 w 193040"/>
                  <a:gd name="csY1" fmla="*/ 0 h 185202"/>
                  <a:gd name="csX2" fmla="*/ 193040 w 193040"/>
                  <a:gd name="csY2" fmla="*/ 1587 h 185202"/>
                  <a:gd name="csX3" fmla="*/ 193040 w 193040"/>
                  <a:gd name="csY3" fmla="*/ 153028 h 185202"/>
                  <a:gd name="csX4" fmla="*/ 160866 w 193040"/>
                  <a:gd name="csY4" fmla="*/ 185202 h 185202"/>
                  <a:gd name="csX5" fmla="*/ 32174 w 193040"/>
                  <a:gd name="csY5" fmla="*/ 185202 h 185202"/>
                  <a:gd name="csX6" fmla="*/ 0 w 193040"/>
                  <a:gd name="csY6" fmla="*/ 153028 h 185202"/>
                  <a:gd name="csX7" fmla="*/ 0 w 193040"/>
                  <a:gd name="csY7" fmla="*/ 1587 h 185202"/>
                  <a:gd name="csX0" fmla="*/ 96520 w 193040"/>
                  <a:gd name="csY0" fmla="*/ 0 h 185202"/>
                  <a:gd name="csX1" fmla="*/ 193040 w 193040"/>
                  <a:gd name="csY1" fmla="*/ 1587 h 185202"/>
                  <a:gd name="csX2" fmla="*/ 193040 w 193040"/>
                  <a:gd name="csY2" fmla="*/ 153028 h 185202"/>
                  <a:gd name="csX3" fmla="*/ 160866 w 193040"/>
                  <a:gd name="csY3" fmla="*/ 185202 h 185202"/>
                  <a:gd name="csX4" fmla="*/ 32174 w 193040"/>
                  <a:gd name="csY4" fmla="*/ 185202 h 185202"/>
                  <a:gd name="csX5" fmla="*/ 0 w 193040"/>
                  <a:gd name="csY5" fmla="*/ 153028 h 185202"/>
                  <a:gd name="csX6" fmla="*/ 0 w 193040"/>
                  <a:gd name="csY6" fmla="*/ 1587 h 185202"/>
                  <a:gd name="csX7" fmla="*/ 187960 w 193040"/>
                  <a:gd name="csY7" fmla="*/ 91440 h 185202"/>
                  <a:gd name="csX0" fmla="*/ 193040 w 193040"/>
                  <a:gd name="csY0" fmla="*/ 3 h 183618"/>
                  <a:gd name="csX1" fmla="*/ 193040 w 193040"/>
                  <a:gd name="csY1" fmla="*/ 151444 h 183618"/>
                  <a:gd name="csX2" fmla="*/ 160866 w 193040"/>
                  <a:gd name="csY2" fmla="*/ 183618 h 183618"/>
                  <a:gd name="csX3" fmla="*/ 32174 w 193040"/>
                  <a:gd name="csY3" fmla="*/ 183618 h 183618"/>
                  <a:gd name="csX4" fmla="*/ 0 w 193040"/>
                  <a:gd name="csY4" fmla="*/ 151444 h 183618"/>
                  <a:gd name="csX5" fmla="*/ 0 w 193040"/>
                  <a:gd name="csY5" fmla="*/ 3 h 183618"/>
                  <a:gd name="csX6" fmla="*/ 187960 w 193040"/>
                  <a:gd name="csY6" fmla="*/ 89856 h 183618"/>
                  <a:gd name="csX0" fmla="*/ 193040 w 193040"/>
                  <a:gd name="csY0" fmla="*/ 0 h 183615"/>
                  <a:gd name="csX1" fmla="*/ 193040 w 193040"/>
                  <a:gd name="csY1" fmla="*/ 151441 h 183615"/>
                  <a:gd name="csX2" fmla="*/ 160866 w 193040"/>
                  <a:gd name="csY2" fmla="*/ 183615 h 183615"/>
                  <a:gd name="csX3" fmla="*/ 32174 w 193040"/>
                  <a:gd name="csY3" fmla="*/ 183615 h 183615"/>
                  <a:gd name="csX4" fmla="*/ 0 w 193040"/>
                  <a:gd name="csY4" fmla="*/ 151441 h 183615"/>
                  <a:gd name="csX5" fmla="*/ 0 w 193040"/>
                  <a:gd name="csY5" fmla="*/ 0 h 1836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93040" h="183615">
                    <a:moveTo>
                      <a:pt x="193040" y="0"/>
                    </a:moveTo>
                    <a:lnTo>
                      <a:pt x="193040" y="151441"/>
                    </a:lnTo>
                    <a:cubicBezTo>
                      <a:pt x="193040" y="169210"/>
                      <a:pt x="178635" y="183615"/>
                      <a:pt x="160866" y="183615"/>
                    </a:cubicBezTo>
                    <a:lnTo>
                      <a:pt x="32174" y="183615"/>
                    </a:lnTo>
                    <a:cubicBezTo>
                      <a:pt x="14405" y="183615"/>
                      <a:pt x="0" y="169210"/>
                      <a:pt x="0" y="151441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92C387EC-9D0D-D925-09DB-27812BAC40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74619" y="1368320"/>
                <a:ext cx="90085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F206E45E-BE8B-2655-ED43-0D04D11763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08549" y="1361060"/>
                <a:ext cx="22225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DCF49CF9-3E02-311D-B880-86FA7E1F8D43}"/>
                  </a:ext>
                </a:extLst>
              </p:cNvPr>
              <p:cNvCxnSpPr/>
              <p:nvPr/>
            </p:nvCxnSpPr>
            <p:spPr>
              <a:xfrm>
                <a:off x="3804104" y="1405046"/>
                <a:ext cx="0" cy="41871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30AD6E73-CC9A-E933-CBE9-092A35388D5C}"/>
                  </a:ext>
                </a:extLst>
              </p:cNvPr>
              <p:cNvCxnSpPr/>
              <p:nvPr/>
            </p:nvCxnSpPr>
            <p:spPr>
              <a:xfrm>
                <a:off x="3835219" y="1405046"/>
                <a:ext cx="0" cy="41871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85A219B6-A570-C7DF-23F6-2BC7CF639757}"/>
              </a:ext>
            </a:extLst>
          </p:cNvPr>
          <p:cNvGrpSpPr/>
          <p:nvPr/>
        </p:nvGrpSpPr>
        <p:grpSpPr>
          <a:xfrm>
            <a:off x="544979" y="5929338"/>
            <a:ext cx="4039254" cy="587458"/>
            <a:chOff x="544979" y="5929338"/>
            <a:chExt cx="4039254" cy="587458"/>
          </a:xfrm>
        </p:grpSpPr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12B6B88-2C85-A3AB-B30D-011B45AB304D}"/>
                </a:ext>
              </a:extLst>
            </p:cNvPr>
            <p:cNvSpPr/>
            <p:nvPr/>
          </p:nvSpPr>
          <p:spPr>
            <a:xfrm>
              <a:off x="544979" y="6093161"/>
              <a:ext cx="4039254" cy="423635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52" name="그래픽 9" descr="단일 톱니바퀴 단색으로 채워진">
              <a:extLst>
                <a:ext uri="{FF2B5EF4-FFF2-40B4-BE49-F238E27FC236}">
                  <a16:creationId xmlns:a16="http://schemas.microsoft.com/office/drawing/2014/main" id="{3F981845-7735-41D9-6EC2-33F30A2B4B0F}"/>
                </a:ext>
              </a:extLst>
            </p:cNvPr>
            <p:cNvSpPr/>
            <p:nvPr/>
          </p:nvSpPr>
          <p:spPr>
            <a:xfrm>
              <a:off x="3960860" y="6194615"/>
              <a:ext cx="220727" cy="220727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5423CB21-7A78-032F-C8C6-30205FDB66F6}"/>
                </a:ext>
              </a:extLst>
            </p:cNvPr>
            <p:cNvGrpSpPr/>
            <p:nvPr/>
          </p:nvGrpSpPr>
          <p:grpSpPr>
            <a:xfrm>
              <a:off x="2917858" y="6194615"/>
              <a:ext cx="220727" cy="220727"/>
              <a:chOff x="4086962" y="8350256"/>
              <a:chExt cx="295122" cy="295122"/>
            </a:xfrm>
          </p:grpSpPr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A228B83A-4561-F7E7-57DB-774FF1F52D1F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 dirty="0"/>
              </a:p>
            </p:txBody>
          </p:sp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48547CC1-A600-3643-C04F-460B31EAF9A8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D9C8E5B8-DCFD-5895-8A4F-7359FE87DEC0}"/>
                </a:ext>
              </a:extLst>
            </p:cNvPr>
            <p:cNvGrpSpPr/>
            <p:nvPr/>
          </p:nvGrpSpPr>
          <p:grpSpPr>
            <a:xfrm>
              <a:off x="1775606" y="5929338"/>
              <a:ext cx="430600" cy="430600"/>
              <a:chOff x="1775606" y="5929338"/>
              <a:chExt cx="430600" cy="430600"/>
            </a:xfrm>
          </p:grpSpPr>
          <p:sp>
            <p:nvSpPr>
              <p:cNvPr id="99" name="타원 98">
                <a:extLst>
                  <a:ext uri="{FF2B5EF4-FFF2-40B4-BE49-F238E27FC236}">
                    <a16:creationId xmlns:a16="http://schemas.microsoft.com/office/drawing/2014/main" id="{49D5974E-3D23-8E21-0CA5-EC5D21EF5FFD}"/>
                  </a:ext>
                </a:extLst>
              </p:cNvPr>
              <p:cNvSpPr/>
              <p:nvPr/>
            </p:nvSpPr>
            <p:spPr>
              <a:xfrm>
                <a:off x="1775606" y="5929338"/>
                <a:ext cx="430600" cy="430600"/>
              </a:xfrm>
              <a:prstGeom prst="ellipse">
                <a:avLst/>
              </a:prstGeom>
              <a:solidFill>
                <a:srgbClr val="1E2D4C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grpSp>
            <p:nvGrpSpPr>
              <p:cNvPr id="53" name="그룹 52">
                <a:extLst>
                  <a:ext uri="{FF2B5EF4-FFF2-40B4-BE49-F238E27FC236}">
                    <a16:creationId xmlns:a16="http://schemas.microsoft.com/office/drawing/2014/main" id="{03CCE849-74B6-1758-8CFD-9B5EE35AE8B4}"/>
                  </a:ext>
                </a:extLst>
              </p:cNvPr>
              <p:cNvGrpSpPr/>
              <p:nvPr/>
            </p:nvGrpSpPr>
            <p:grpSpPr>
              <a:xfrm>
                <a:off x="1885961" y="6034275"/>
                <a:ext cx="209890" cy="220727"/>
                <a:chOff x="7230961" y="4648200"/>
                <a:chExt cx="533400" cy="762000"/>
              </a:xfrm>
            </p:grpSpPr>
            <p:sp>
              <p:nvSpPr>
                <p:cNvPr id="61" name="직사각형 60">
                  <a:extLst>
                    <a:ext uri="{FF2B5EF4-FFF2-40B4-BE49-F238E27FC236}">
                      <a16:creationId xmlns:a16="http://schemas.microsoft.com/office/drawing/2014/main" id="{D20D56EB-FD38-FD55-5CCB-1BC0F9BBF5A3}"/>
                    </a:ext>
                  </a:extLst>
                </p:cNvPr>
                <p:cNvSpPr/>
                <p:nvPr/>
              </p:nvSpPr>
              <p:spPr>
                <a:xfrm>
                  <a:off x="7230961" y="4650105"/>
                  <a:ext cx="57150" cy="760095"/>
                </a:xfrm>
                <a:prstGeom prst="rect">
                  <a:avLst/>
                </a:prstGeom>
                <a:solidFill>
                  <a:srgbClr val="FAF8F4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69" name="자유형: 도형 68">
                  <a:extLst>
                    <a:ext uri="{FF2B5EF4-FFF2-40B4-BE49-F238E27FC236}">
                      <a16:creationId xmlns:a16="http://schemas.microsoft.com/office/drawing/2014/main" id="{405EA9F3-316C-B001-1FF0-348C7DCE7813}"/>
                    </a:ext>
                  </a:extLst>
                </p:cNvPr>
                <p:cNvSpPr/>
                <p:nvPr/>
              </p:nvSpPr>
              <p:spPr>
                <a:xfrm>
                  <a:off x="7326211" y="4648200"/>
                  <a:ext cx="438150" cy="762000"/>
                </a:xfrm>
                <a:custGeom>
                  <a:avLst/>
                  <a:gdLst>
                    <a:gd name="csX0" fmla="*/ 352425 w 438150"/>
                    <a:gd name="csY0" fmla="*/ 285750 h 762000"/>
                    <a:gd name="csX1" fmla="*/ 85725 w 438150"/>
                    <a:gd name="csY1" fmla="*/ 285750 h 762000"/>
                    <a:gd name="csX2" fmla="*/ 85725 w 438150"/>
                    <a:gd name="csY2" fmla="*/ 228600 h 762000"/>
                    <a:gd name="csX3" fmla="*/ 352425 w 438150"/>
                    <a:gd name="csY3" fmla="*/ 228600 h 762000"/>
                    <a:gd name="csX4" fmla="*/ 352425 w 438150"/>
                    <a:gd name="csY4" fmla="*/ 285750 h 762000"/>
                    <a:gd name="csX5" fmla="*/ 295275 w 438150"/>
                    <a:gd name="csY5" fmla="*/ 381000 h 762000"/>
                    <a:gd name="csX6" fmla="*/ 147638 w 438150"/>
                    <a:gd name="csY6" fmla="*/ 381000 h 762000"/>
                    <a:gd name="csX7" fmla="*/ 147638 w 438150"/>
                    <a:gd name="csY7" fmla="*/ 342900 h 762000"/>
                    <a:gd name="csX8" fmla="*/ 295275 w 438150"/>
                    <a:gd name="csY8" fmla="*/ 342900 h 762000"/>
                    <a:gd name="csX9" fmla="*/ 295275 w 438150"/>
                    <a:gd name="csY9" fmla="*/ 381000 h 762000"/>
                    <a:gd name="csX10" fmla="*/ 400050 w 438150"/>
                    <a:gd name="csY10" fmla="*/ 0 h 762000"/>
                    <a:gd name="csX11" fmla="*/ 0 w 438150"/>
                    <a:gd name="csY11" fmla="*/ 1905 h 762000"/>
                    <a:gd name="csX12" fmla="*/ 0 w 438150"/>
                    <a:gd name="csY12" fmla="*/ 762000 h 762000"/>
                    <a:gd name="csX13" fmla="*/ 400050 w 438150"/>
                    <a:gd name="csY13" fmla="*/ 762000 h 762000"/>
                    <a:gd name="csX14" fmla="*/ 438150 w 438150"/>
                    <a:gd name="csY14" fmla="*/ 723900 h 762000"/>
                    <a:gd name="csX15" fmla="*/ 438150 w 438150"/>
                    <a:gd name="csY15" fmla="*/ 38100 h 762000"/>
                    <a:gd name="csX16" fmla="*/ 400050 w 438150"/>
                    <a:gd name="csY16" fmla="*/ 0 h 7620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438150" h="762000">
                      <a:moveTo>
                        <a:pt x="352425" y="285750"/>
                      </a:moveTo>
                      <a:lnTo>
                        <a:pt x="85725" y="285750"/>
                      </a:lnTo>
                      <a:lnTo>
                        <a:pt x="85725" y="228600"/>
                      </a:lnTo>
                      <a:lnTo>
                        <a:pt x="352425" y="228600"/>
                      </a:lnTo>
                      <a:lnTo>
                        <a:pt x="352425" y="285750"/>
                      </a:lnTo>
                      <a:close/>
                      <a:moveTo>
                        <a:pt x="295275" y="381000"/>
                      </a:moveTo>
                      <a:lnTo>
                        <a:pt x="147638" y="381000"/>
                      </a:lnTo>
                      <a:lnTo>
                        <a:pt x="147638" y="342900"/>
                      </a:lnTo>
                      <a:lnTo>
                        <a:pt x="295275" y="342900"/>
                      </a:lnTo>
                      <a:lnTo>
                        <a:pt x="295275" y="381000"/>
                      </a:lnTo>
                      <a:close/>
                      <a:moveTo>
                        <a:pt x="400050" y="0"/>
                      </a:moveTo>
                      <a:lnTo>
                        <a:pt x="0" y="1905"/>
                      </a:lnTo>
                      <a:lnTo>
                        <a:pt x="0" y="762000"/>
                      </a:lnTo>
                      <a:lnTo>
                        <a:pt x="400050" y="762000"/>
                      </a:lnTo>
                      <a:cubicBezTo>
                        <a:pt x="421005" y="762000"/>
                        <a:pt x="438150" y="744855"/>
                        <a:pt x="438150" y="723900"/>
                      </a:cubicBezTo>
                      <a:lnTo>
                        <a:pt x="438150" y="38100"/>
                      </a:lnTo>
                      <a:cubicBezTo>
                        <a:pt x="438150" y="17145"/>
                        <a:pt x="421005" y="0"/>
                        <a:pt x="400050" y="0"/>
                      </a:cubicBezTo>
                      <a:close/>
                    </a:path>
                  </a:pathLst>
                </a:custGeom>
                <a:solidFill>
                  <a:srgbClr val="FAF8F4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>
                    <a:solidFill>
                      <a:schemeClr val="lt1"/>
                    </a:solidFill>
                  </a:endParaRPr>
                </a:p>
              </p:txBody>
            </p:sp>
          </p:grpSp>
        </p:grpSp>
        <p:sp>
          <p:nvSpPr>
            <p:cNvPr id="102" name="그래픽 15" descr="주택 윤곽선">
              <a:extLst>
                <a:ext uri="{FF2B5EF4-FFF2-40B4-BE49-F238E27FC236}">
                  <a16:creationId xmlns:a16="http://schemas.microsoft.com/office/drawing/2014/main" id="{6055B407-C533-8E9E-5CA6-0A260D4FF826}"/>
                </a:ext>
              </a:extLst>
            </p:cNvPr>
            <p:cNvSpPr>
              <a:spLocks/>
            </p:cNvSpPr>
            <p:nvPr/>
          </p:nvSpPr>
          <p:spPr>
            <a:xfrm>
              <a:off x="947625" y="6194615"/>
              <a:ext cx="220727" cy="220727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 dirty="0"/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B4813AC9-ED28-9E66-B9E8-A04C23C9FF17}"/>
              </a:ext>
            </a:extLst>
          </p:cNvPr>
          <p:cNvSpPr txBox="1"/>
          <p:nvPr/>
        </p:nvSpPr>
        <p:spPr>
          <a:xfrm>
            <a:off x="1988603" y="6516794"/>
            <a:ext cx="1152007" cy="32374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여백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AFBF194-193E-375E-9A41-B69820E59EDA}"/>
              </a:ext>
            </a:extLst>
          </p:cNvPr>
          <p:cNvSpPr txBox="1"/>
          <p:nvPr/>
        </p:nvSpPr>
        <p:spPr>
          <a:xfrm>
            <a:off x="1934728" y="3477993"/>
            <a:ext cx="1259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 아이콘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402.5x267.5dp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A75C15-7C29-80C4-D254-69F11D0964EE}"/>
              </a:ext>
            </a:extLst>
          </p:cNvPr>
          <p:cNvSpPr txBox="1"/>
          <p:nvPr/>
        </p:nvSpPr>
        <p:spPr>
          <a:xfrm>
            <a:off x="1934728" y="1777194"/>
            <a:ext cx="12597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 아이콘</a:t>
            </a:r>
            <a:endParaRPr lang="en-US" altLang="ko-KR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402.5x267.5dp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299C29C0-D7E6-84C3-DB9F-EC87F54BED4F}"/>
              </a:ext>
            </a:extLst>
          </p:cNvPr>
          <p:cNvGrpSpPr/>
          <p:nvPr/>
        </p:nvGrpSpPr>
        <p:grpSpPr>
          <a:xfrm>
            <a:off x="4322526" y="4491667"/>
            <a:ext cx="252000" cy="252000"/>
            <a:chOff x="7930399" y="8014026"/>
            <a:chExt cx="540000" cy="540000"/>
          </a:xfrm>
        </p:grpSpPr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145BB563-B33B-A9EB-176C-DC60FC18FE52}"/>
                </a:ext>
              </a:extLst>
            </p:cNvPr>
            <p:cNvSpPr/>
            <p:nvPr/>
          </p:nvSpPr>
          <p:spPr>
            <a:xfrm>
              <a:off x="7930399" y="8014026"/>
              <a:ext cx="540000" cy="540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18" name="그룹 117">
              <a:extLst>
                <a:ext uri="{FF2B5EF4-FFF2-40B4-BE49-F238E27FC236}">
                  <a16:creationId xmlns:a16="http://schemas.microsoft.com/office/drawing/2014/main" id="{5A9B850C-DFFE-C1EF-C798-E2B1D453024D}"/>
                </a:ext>
              </a:extLst>
            </p:cNvPr>
            <p:cNvGrpSpPr/>
            <p:nvPr/>
          </p:nvGrpSpPr>
          <p:grpSpPr>
            <a:xfrm>
              <a:off x="8095624" y="8171227"/>
              <a:ext cx="209550" cy="225599"/>
              <a:chOff x="8710803" y="7939061"/>
              <a:chExt cx="209550" cy="225599"/>
            </a:xfrm>
          </p:grpSpPr>
          <p:sp>
            <p:nvSpPr>
              <p:cNvPr id="119" name="이등변 삼각형 76">
                <a:extLst>
                  <a:ext uri="{FF2B5EF4-FFF2-40B4-BE49-F238E27FC236}">
                    <a16:creationId xmlns:a16="http://schemas.microsoft.com/office/drawing/2014/main" id="{6A9DB616-8481-53B5-8739-276CA4C5117B}"/>
                  </a:ext>
                </a:extLst>
              </p:cNvPr>
              <p:cNvSpPr/>
              <p:nvPr/>
            </p:nvSpPr>
            <p:spPr>
              <a:xfrm>
                <a:off x="8743985" y="7939061"/>
                <a:ext cx="143186" cy="74965"/>
              </a:xfrm>
              <a:custGeom>
                <a:avLst/>
                <a:gdLst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0 w 503933"/>
                  <a:gd name="csY3" fmla="*/ 180027 h 180027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277281 w 503933"/>
                  <a:gd name="csY3" fmla="*/ 180027 h 180027"/>
                  <a:gd name="csX4" fmla="*/ 0 w 503933"/>
                  <a:gd name="csY4" fmla="*/ 180027 h 180027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  <a:gd name="csX3" fmla="*/ 0 w 503933"/>
                  <a:gd name="csY3" fmla="*/ 180027 h 180027"/>
                  <a:gd name="csX0" fmla="*/ 0 w 503933"/>
                  <a:gd name="csY0" fmla="*/ 180027 h 189552"/>
                  <a:gd name="csX1" fmla="*/ 251967 w 503933"/>
                  <a:gd name="csY1" fmla="*/ 0 h 189552"/>
                  <a:gd name="csX2" fmla="*/ 503933 w 503933"/>
                  <a:gd name="csY2" fmla="*/ 180027 h 189552"/>
                  <a:gd name="csX3" fmla="*/ 340781 w 503933"/>
                  <a:gd name="csY3" fmla="*/ 189552 h 189552"/>
                  <a:gd name="csX4" fmla="*/ 0 w 503933"/>
                  <a:gd name="csY4" fmla="*/ 180027 h 189552"/>
                  <a:gd name="csX0" fmla="*/ 340781 w 503933"/>
                  <a:gd name="csY0" fmla="*/ 189552 h 280992"/>
                  <a:gd name="csX1" fmla="*/ 0 w 503933"/>
                  <a:gd name="csY1" fmla="*/ 180027 h 280992"/>
                  <a:gd name="csX2" fmla="*/ 251967 w 503933"/>
                  <a:gd name="csY2" fmla="*/ 0 h 280992"/>
                  <a:gd name="csX3" fmla="*/ 503933 w 503933"/>
                  <a:gd name="csY3" fmla="*/ 180027 h 280992"/>
                  <a:gd name="csX4" fmla="*/ 432221 w 503933"/>
                  <a:gd name="csY4" fmla="*/ 280992 h 280992"/>
                  <a:gd name="csX0" fmla="*/ 340781 w 503933"/>
                  <a:gd name="csY0" fmla="*/ 189552 h 189552"/>
                  <a:gd name="csX1" fmla="*/ 0 w 503933"/>
                  <a:gd name="csY1" fmla="*/ 180027 h 189552"/>
                  <a:gd name="csX2" fmla="*/ 251967 w 503933"/>
                  <a:gd name="csY2" fmla="*/ 0 h 189552"/>
                  <a:gd name="csX3" fmla="*/ 503933 w 503933"/>
                  <a:gd name="csY3" fmla="*/ 180027 h 189552"/>
                  <a:gd name="csX0" fmla="*/ 0 w 503933"/>
                  <a:gd name="csY0" fmla="*/ 180027 h 180027"/>
                  <a:gd name="csX1" fmla="*/ 251967 w 503933"/>
                  <a:gd name="csY1" fmla="*/ 0 h 180027"/>
                  <a:gd name="csX2" fmla="*/ 503933 w 503933"/>
                  <a:gd name="csY2" fmla="*/ 180027 h 1800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03933" h="180027">
                    <a:moveTo>
                      <a:pt x="0" y="180027"/>
                    </a:moveTo>
                    <a:lnTo>
                      <a:pt x="251967" y="0"/>
                    </a:lnTo>
                    <a:lnTo>
                      <a:pt x="503933" y="180027"/>
                    </a:lnTo>
                  </a:path>
                </a:pathLst>
              </a:cu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9FE40024-6541-F006-E3FD-0E499FD3F872}"/>
                  </a:ext>
                </a:extLst>
              </p:cNvPr>
              <p:cNvCxnSpPr>
                <a:cxnSpLocks/>
                <a:stCxn id="119" idx="1"/>
              </p:cNvCxnSpPr>
              <p:nvPr/>
            </p:nvCxnSpPr>
            <p:spPr>
              <a:xfrm>
                <a:off x="8815578" y="7939061"/>
                <a:ext cx="0" cy="154414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676463E2-0EB6-6674-968D-7144629296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0803" y="8164660"/>
                <a:ext cx="209550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5611AB57-617B-6217-70A8-DC8AF04BE5A7}"/>
              </a:ext>
            </a:extLst>
          </p:cNvPr>
          <p:cNvGrpSpPr/>
          <p:nvPr/>
        </p:nvGrpSpPr>
        <p:grpSpPr>
          <a:xfrm>
            <a:off x="4322526" y="4074312"/>
            <a:ext cx="252000" cy="252000"/>
            <a:chOff x="4180359" y="1297145"/>
            <a:chExt cx="252000" cy="252000"/>
          </a:xfrm>
        </p:grpSpPr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D257D495-7A79-48B5-9812-C47244D20A83}"/>
                </a:ext>
              </a:extLst>
            </p:cNvPr>
            <p:cNvSpPr/>
            <p:nvPr/>
          </p:nvSpPr>
          <p:spPr>
            <a:xfrm>
              <a:off x="4180359" y="1297145"/>
              <a:ext cx="252000" cy="252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B48FE722-9161-7B54-2490-60EFF979C256}"/>
                </a:ext>
              </a:extLst>
            </p:cNvPr>
            <p:cNvGrpSpPr/>
            <p:nvPr/>
          </p:nvGrpSpPr>
          <p:grpSpPr>
            <a:xfrm>
              <a:off x="4248229" y="1365015"/>
              <a:ext cx="116262" cy="116262"/>
              <a:chOff x="4248229" y="1365015"/>
              <a:chExt cx="116262" cy="116262"/>
            </a:xfrm>
          </p:grpSpPr>
          <p:cxnSp>
            <p:nvCxnSpPr>
              <p:cNvPr id="125" name="직선 연결선 124">
                <a:extLst>
                  <a:ext uri="{FF2B5EF4-FFF2-40B4-BE49-F238E27FC236}">
                    <a16:creationId xmlns:a16="http://schemas.microsoft.com/office/drawing/2014/main" id="{DAC78D15-5606-1394-3A45-25BEDAA6B8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8229" y="1423146"/>
                <a:ext cx="116262" cy="0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6" name="직선 연결선 125">
                <a:extLst>
                  <a:ext uri="{FF2B5EF4-FFF2-40B4-BE49-F238E27FC236}">
                    <a16:creationId xmlns:a16="http://schemas.microsoft.com/office/drawing/2014/main" id="{133E8DAB-7D80-6F0E-7D7F-DDAFDB3E36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6360" y="1365015"/>
                <a:ext cx="0" cy="116262"/>
              </a:xfrm>
              <a:prstGeom prst="line">
                <a:avLst/>
              </a:pr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90366A14-FB56-712A-3AFD-9ACCD7E727DD}"/>
              </a:ext>
            </a:extLst>
          </p:cNvPr>
          <p:cNvGrpSpPr/>
          <p:nvPr/>
        </p:nvGrpSpPr>
        <p:grpSpPr>
          <a:xfrm>
            <a:off x="4322526" y="4909021"/>
            <a:ext cx="252000" cy="252000"/>
            <a:chOff x="3592217" y="1546799"/>
            <a:chExt cx="252000" cy="252000"/>
          </a:xfrm>
        </p:grpSpPr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A5D4AF68-BECA-6A66-DEF4-79B0114D6ED0}"/>
                </a:ext>
              </a:extLst>
            </p:cNvPr>
            <p:cNvSpPr/>
            <p:nvPr/>
          </p:nvSpPr>
          <p:spPr>
            <a:xfrm>
              <a:off x="3592217" y="1546799"/>
              <a:ext cx="252000" cy="252000"/>
            </a:xfrm>
            <a:prstGeom prst="ellipse">
              <a:avLst/>
            </a:prstGeom>
            <a:solidFill>
              <a:srgbClr val="2746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7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75103454-073D-653D-EA3F-E4335AF2E9A9}"/>
                </a:ext>
              </a:extLst>
            </p:cNvPr>
            <p:cNvGrpSpPr/>
            <p:nvPr/>
          </p:nvGrpSpPr>
          <p:grpSpPr>
            <a:xfrm>
              <a:off x="3651265" y="1602800"/>
              <a:ext cx="128628" cy="139999"/>
              <a:chOff x="3661287" y="1602800"/>
              <a:chExt cx="128628" cy="139999"/>
            </a:xfrm>
          </p:grpSpPr>
          <p:sp>
            <p:nvSpPr>
              <p:cNvPr id="130" name="자유형: 도형 129">
                <a:extLst>
                  <a:ext uri="{FF2B5EF4-FFF2-40B4-BE49-F238E27FC236}">
                    <a16:creationId xmlns:a16="http://schemas.microsoft.com/office/drawing/2014/main" id="{E40B4A93-AEED-FEDC-66BC-F1DB471FB820}"/>
                  </a:ext>
                </a:extLst>
              </p:cNvPr>
              <p:cNvSpPr/>
              <p:nvPr/>
            </p:nvSpPr>
            <p:spPr>
              <a:xfrm>
                <a:off x="3681330" y="1602800"/>
                <a:ext cx="108585" cy="139999"/>
              </a:xfrm>
              <a:custGeom>
                <a:avLst/>
                <a:gdLst>
                  <a:gd name="csX0" fmla="*/ 35604 w 127892"/>
                  <a:gd name="csY0" fmla="*/ 0 h 164891"/>
                  <a:gd name="csX1" fmla="*/ 92288 w 127892"/>
                  <a:gd name="csY1" fmla="*/ 0 h 164891"/>
                  <a:gd name="csX2" fmla="*/ 127892 w 127892"/>
                  <a:gd name="csY2" fmla="*/ 35604 h 164891"/>
                  <a:gd name="csX3" fmla="*/ 127892 w 127892"/>
                  <a:gd name="csY3" fmla="*/ 129287 h 164891"/>
                  <a:gd name="csX4" fmla="*/ 92288 w 127892"/>
                  <a:gd name="csY4" fmla="*/ 164891 h 164891"/>
                  <a:gd name="csX5" fmla="*/ 35604 w 127892"/>
                  <a:gd name="csY5" fmla="*/ 164891 h 164891"/>
                  <a:gd name="csX6" fmla="*/ 0 w 127892"/>
                  <a:gd name="csY6" fmla="*/ 129287 h 164891"/>
                  <a:gd name="csX7" fmla="*/ 0 w 127892"/>
                  <a:gd name="csY7" fmla="*/ 127023 h 164891"/>
                  <a:gd name="csX8" fmla="*/ 60434 w 127892"/>
                  <a:gd name="csY8" fmla="*/ 127023 h 164891"/>
                  <a:gd name="csX9" fmla="*/ 60434 w 127892"/>
                  <a:gd name="csY9" fmla="*/ 37869 h 164891"/>
                  <a:gd name="csX10" fmla="*/ 0 w 127892"/>
                  <a:gd name="csY10" fmla="*/ 37869 h 164891"/>
                  <a:gd name="csX11" fmla="*/ 0 w 127892"/>
                  <a:gd name="csY11" fmla="*/ 35604 h 164891"/>
                  <a:gd name="csX12" fmla="*/ 35604 w 127892"/>
                  <a:gd name="csY12" fmla="*/ 0 h 164891"/>
                  <a:gd name="csX0" fmla="*/ 60434 w 151874"/>
                  <a:gd name="csY0" fmla="*/ 127023 h 218463"/>
                  <a:gd name="csX1" fmla="*/ 60434 w 151874"/>
                  <a:gd name="csY1" fmla="*/ 37869 h 218463"/>
                  <a:gd name="csX2" fmla="*/ 0 w 151874"/>
                  <a:gd name="csY2" fmla="*/ 37869 h 218463"/>
                  <a:gd name="csX3" fmla="*/ 0 w 151874"/>
                  <a:gd name="csY3" fmla="*/ 35604 h 218463"/>
                  <a:gd name="csX4" fmla="*/ 35604 w 151874"/>
                  <a:gd name="csY4" fmla="*/ 0 h 218463"/>
                  <a:gd name="csX5" fmla="*/ 92288 w 151874"/>
                  <a:gd name="csY5" fmla="*/ 0 h 218463"/>
                  <a:gd name="csX6" fmla="*/ 127892 w 151874"/>
                  <a:gd name="csY6" fmla="*/ 35604 h 218463"/>
                  <a:gd name="csX7" fmla="*/ 127892 w 151874"/>
                  <a:gd name="csY7" fmla="*/ 129287 h 218463"/>
                  <a:gd name="csX8" fmla="*/ 92288 w 151874"/>
                  <a:gd name="csY8" fmla="*/ 164891 h 218463"/>
                  <a:gd name="csX9" fmla="*/ 35604 w 151874"/>
                  <a:gd name="csY9" fmla="*/ 164891 h 218463"/>
                  <a:gd name="csX10" fmla="*/ 0 w 151874"/>
                  <a:gd name="csY10" fmla="*/ 129287 h 218463"/>
                  <a:gd name="csX11" fmla="*/ 0 w 151874"/>
                  <a:gd name="csY11" fmla="*/ 127023 h 218463"/>
                  <a:gd name="csX12" fmla="*/ 151874 w 151874"/>
                  <a:gd name="csY12" fmla="*/ 218463 h 218463"/>
                  <a:gd name="csX0" fmla="*/ 60434 w 127892"/>
                  <a:gd name="csY0" fmla="*/ 127023 h 164891"/>
                  <a:gd name="csX1" fmla="*/ 60434 w 127892"/>
                  <a:gd name="csY1" fmla="*/ 37869 h 164891"/>
                  <a:gd name="csX2" fmla="*/ 0 w 127892"/>
                  <a:gd name="csY2" fmla="*/ 37869 h 164891"/>
                  <a:gd name="csX3" fmla="*/ 0 w 127892"/>
                  <a:gd name="csY3" fmla="*/ 35604 h 164891"/>
                  <a:gd name="csX4" fmla="*/ 35604 w 127892"/>
                  <a:gd name="csY4" fmla="*/ 0 h 164891"/>
                  <a:gd name="csX5" fmla="*/ 92288 w 127892"/>
                  <a:gd name="csY5" fmla="*/ 0 h 164891"/>
                  <a:gd name="csX6" fmla="*/ 127892 w 127892"/>
                  <a:gd name="csY6" fmla="*/ 35604 h 164891"/>
                  <a:gd name="csX7" fmla="*/ 127892 w 127892"/>
                  <a:gd name="csY7" fmla="*/ 129287 h 164891"/>
                  <a:gd name="csX8" fmla="*/ 92288 w 127892"/>
                  <a:gd name="csY8" fmla="*/ 164891 h 164891"/>
                  <a:gd name="csX9" fmla="*/ 35604 w 127892"/>
                  <a:gd name="csY9" fmla="*/ 164891 h 164891"/>
                  <a:gd name="csX10" fmla="*/ 0 w 127892"/>
                  <a:gd name="csY10" fmla="*/ 129287 h 164891"/>
                  <a:gd name="csX11" fmla="*/ 0 w 127892"/>
                  <a:gd name="csY11" fmla="*/ 127023 h 164891"/>
                  <a:gd name="csX0" fmla="*/ 60434 w 127892"/>
                  <a:gd name="csY0" fmla="*/ 37869 h 164891"/>
                  <a:gd name="csX1" fmla="*/ 0 w 127892"/>
                  <a:gd name="csY1" fmla="*/ 37869 h 164891"/>
                  <a:gd name="csX2" fmla="*/ 0 w 127892"/>
                  <a:gd name="csY2" fmla="*/ 35604 h 164891"/>
                  <a:gd name="csX3" fmla="*/ 35604 w 127892"/>
                  <a:gd name="csY3" fmla="*/ 0 h 164891"/>
                  <a:gd name="csX4" fmla="*/ 92288 w 127892"/>
                  <a:gd name="csY4" fmla="*/ 0 h 164891"/>
                  <a:gd name="csX5" fmla="*/ 127892 w 127892"/>
                  <a:gd name="csY5" fmla="*/ 35604 h 164891"/>
                  <a:gd name="csX6" fmla="*/ 127892 w 127892"/>
                  <a:gd name="csY6" fmla="*/ 129287 h 164891"/>
                  <a:gd name="csX7" fmla="*/ 92288 w 127892"/>
                  <a:gd name="csY7" fmla="*/ 164891 h 164891"/>
                  <a:gd name="csX8" fmla="*/ 35604 w 127892"/>
                  <a:gd name="csY8" fmla="*/ 164891 h 164891"/>
                  <a:gd name="csX9" fmla="*/ 0 w 127892"/>
                  <a:gd name="csY9" fmla="*/ 129287 h 164891"/>
                  <a:gd name="csX10" fmla="*/ 0 w 127892"/>
                  <a:gd name="csY10" fmla="*/ 127023 h 164891"/>
                  <a:gd name="csX0" fmla="*/ 0 w 127892"/>
                  <a:gd name="csY0" fmla="*/ 37869 h 164891"/>
                  <a:gd name="csX1" fmla="*/ 0 w 127892"/>
                  <a:gd name="csY1" fmla="*/ 35604 h 164891"/>
                  <a:gd name="csX2" fmla="*/ 35604 w 127892"/>
                  <a:gd name="csY2" fmla="*/ 0 h 164891"/>
                  <a:gd name="csX3" fmla="*/ 92288 w 127892"/>
                  <a:gd name="csY3" fmla="*/ 0 h 164891"/>
                  <a:gd name="csX4" fmla="*/ 127892 w 127892"/>
                  <a:gd name="csY4" fmla="*/ 35604 h 164891"/>
                  <a:gd name="csX5" fmla="*/ 127892 w 127892"/>
                  <a:gd name="csY5" fmla="*/ 129287 h 164891"/>
                  <a:gd name="csX6" fmla="*/ 92288 w 127892"/>
                  <a:gd name="csY6" fmla="*/ 164891 h 164891"/>
                  <a:gd name="csX7" fmla="*/ 35604 w 127892"/>
                  <a:gd name="csY7" fmla="*/ 164891 h 164891"/>
                  <a:gd name="csX8" fmla="*/ 0 w 127892"/>
                  <a:gd name="csY8" fmla="*/ 129287 h 164891"/>
                  <a:gd name="csX9" fmla="*/ 0 w 127892"/>
                  <a:gd name="csY9" fmla="*/ 127023 h 16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7892" h="164891">
                    <a:moveTo>
                      <a:pt x="0" y="37869"/>
                    </a:moveTo>
                    <a:lnTo>
                      <a:pt x="0" y="35604"/>
                    </a:lnTo>
                    <a:cubicBezTo>
                      <a:pt x="0" y="15940"/>
                      <a:pt x="15940" y="0"/>
                      <a:pt x="35604" y="0"/>
                    </a:cubicBezTo>
                    <a:lnTo>
                      <a:pt x="92288" y="0"/>
                    </a:lnTo>
                    <a:cubicBezTo>
                      <a:pt x="111952" y="0"/>
                      <a:pt x="127892" y="15940"/>
                      <a:pt x="127892" y="35604"/>
                    </a:cubicBezTo>
                    <a:lnTo>
                      <a:pt x="127892" y="129287"/>
                    </a:lnTo>
                    <a:cubicBezTo>
                      <a:pt x="127892" y="148951"/>
                      <a:pt x="111952" y="164891"/>
                      <a:pt x="92288" y="164891"/>
                    </a:cubicBezTo>
                    <a:lnTo>
                      <a:pt x="35604" y="164891"/>
                    </a:lnTo>
                    <a:cubicBezTo>
                      <a:pt x="15940" y="164891"/>
                      <a:pt x="0" y="148951"/>
                      <a:pt x="0" y="129287"/>
                    </a:cubicBezTo>
                    <a:lnTo>
                      <a:pt x="0" y="127023"/>
                    </a:lnTo>
                  </a:path>
                </a:pathLst>
              </a:custGeom>
              <a:noFill/>
              <a:ln w="19050" cap="rnd">
                <a:solidFill>
                  <a:schemeClr val="bg1">
                    <a:lumMod val="9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C1683445-1DD5-1736-3999-25EA97861A5D}"/>
                  </a:ext>
                </a:extLst>
              </p:cNvPr>
              <p:cNvGrpSpPr/>
              <p:nvPr/>
            </p:nvGrpSpPr>
            <p:grpSpPr>
              <a:xfrm rot="5400000">
                <a:off x="3673707" y="1629790"/>
                <a:ext cx="61180" cy="86019"/>
                <a:chOff x="4214225" y="1770397"/>
                <a:chExt cx="66820" cy="93947"/>
              </a:xfrm>
            </p:grpSpPr>
            <p:sp>
              <p:nvSpPr>
                <p:cNvPr id="132" name="이등변 삼각형 76">
                  <a:extLst>
                    <a:ext uri="{FF2B5EF4-FFF2-40B4-BE49-F238E27FC236}">
                      <a16:creationId xmlns:a16="http://schemas.microsoft.com/office/drawing/2014/main" id="{50503EB0-F7B1-228B-66D6-D69214AE1C5E}"/>
                    </a:ext>
                  </a:extLst>
                </p:cNvPr>
                <p:cNvSpPr/>
                <p:nvPr/>
              </p:nvSpPr>
              <p:spPr>
                <a:xfrm>
                  <a:off x="4214225" y="1770398"/>
                  <a:ext cx="66820" cy="34984"/>
                </a:xfrm>
                <a:custGeom>
                  <a:avLst/>
                  <a:gdLst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0 w 503933"/>
                    <a:gd name="csY3" fmla="*/ 180027 h 180027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277281 w 503933"/>
                    <a:gd name="csY3" fmla="*/ 180027 h 180027"/>
                    <a:gd name="csX4" fmla="*/ 0 w 503933"/>
                    <a:gd name="csY4" fmla="*/ 180027 h 180027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  <a:gd name="csX3" fmla="*/ 0 w 503933"/>
                    <a:gd name="csY3" fmla="*/ 180027 h 180027"/>
                    <a:gd name="csX0" fmla="*/ 0 w 503933"/>
                    <a:gd name="csY0" fmla="*/ 180027 h 189552"/>
                    <a:gd name="csX1" fmla="*/ 251967 w 503933"/>
                    <a:gd name="csY1" fmla="*/ 0 h 189552"/>
                    <a:gd name="csX2" fmla="*/ 503933 w 503933"/>
                    <a:gd name="csY2" fmla="*/ 180027 h 189552"/>
                    <a:gd name="csX3" fmla="*/ 340781 w 503933"/>
                    <a:gd name="csY3" fmla="*/ 189552 h 189552"/>
                    <a:gd name="csX4" fmla="*/ 0 w 503933"/>
                    <a:gd name="csY4" fmla="*/ 180027 h 189552"/>
                    <a:gd name="csX0" fmla="*/ 340781 w 503933"/>
                    <a:gd name="csY0" fmla="*/ 189552 h 280992"/>
                    <a:gd name="csX1" fmla="*/ 0 w 503933"/>
                    <a:gd name="csY1" fmla="*/ 180027 h 280992"/>
                    <a:gd name="csX2" fmla="*/ 251967 w 503933"/>
                    <a:gd name="csY2" fmla="*/ 0 h 280992"/>
                    <a:gd name="csX3" fmla="*/ 503933 w 503933"/>
                    <a:gd name="csY3" fmla="*/ 180027 h 280992"/>
                    <a:gd name="csX4" fmla="*/ 432221 w 503933"/>
                    <a:gd name="csY4" fmla="*/ 280992 h 280992"/>
                    <a:gd name="csX0" fmla="*/ 340781 w 503933"/>
                    <a:gd name="csY0" fmla="*/ 189552 h 189552"/>
                    <a:gd name="csX1" fmla="*/ 0 w 503933"/>
                    <a:gd name="csY1" fmla="*/ 180027 h 189552"/>
                    <a:gd name="csX2" fmla="*/ 251967 w 503933"/>
                    <a:gd name="csY2" fmla="*/ 0 h 189552"/>
                    <a:gd name="csX3" fmla="*/ 503933 w 503933"/>
                    <a:gd name="csY3" fmla="*/ 180027 h 189552"/>
                    <a:gd name="csX0" fmla="*/ 0 w 503933"/>
                    <a:gd name="csY0" fmla="*/ 180027 h 180027"/>
                    <a:gd name="csX1" fmla="*/ 251967 w 503933"/>
                    <a:gd name="csY1" fmla="*/ 0 h 180027"/>
                    <a:gd name="csX2" fmla="*/ 503933 w 503933"/>
                    <a:gd name="csY2" fmla="*/ 180027 h 1800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503933" h="180027">
                      <a:moveTo>
                        <a:pt x="0" y="180027"/>
                      </a:moveTo>
                      <a:lnTo>
                        <a:pt x="251967" y="0"/>
                      </a:lnTo>
                      <a:lnTo>
                        <a:pt x="503933" y="180027"/>
                      </a:lnTo>
                    </a:path>
                  </a:pathLst>
                </a:custGeom>
                <a:noFill/>
                <a:ln w="1905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64ABF1EB-C5FF-20F2-FAE9-EE092287F53F}"/>
                    </a:ext>
                  </a:extLst>
                </p:cNvPr>
                <p:cNvCxnSpPr>
                  <a:cxnSpLocks/>
                  <a:stCxn id="132" idx="1"/>
                </p:cNvCxnSpPr>
                <p:nvPr/>
              </p:nvCxnSpPr>
              <p:spPr>
                <a:xfrm rot="16200000" flipH="1">
                  <a:off x="4200662" y="1817371"/>
                  <a:ext cx="93947" cy="0"/>
                </a:xfrm>
                <a:prstGeom prst="line">
                  <a:avLst/>
                </a:prstGeom>
                <a:noFill/>
                <a:ln w="1905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21794CC-B089-01A4-C74B-21363CE956C1}"/>
              </a:ext>
            </a:extLst>
          </p:cNvPr>
          <p:cNvSpPr txBox="1"/>
          <p:nvPr/>
        </p:nvSpPr>
        <p:spPr>
          <a:xfrm>
            <a:off x="1934728" y="420660"/>
            <a:ext cx="12597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 err="1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탭제목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78sp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563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4900FB-C90D-C8EB-E84E-DC1A1C7FA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188BC8B1-DDFD-94D3-F08F-BA527C787F6C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D7E8B3EB-2CE1-8029-5A45-2537F51DCC87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BD0C40E-23BA-47BB-2C46-77D0310014FB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EDAE7448-6296-7736-6632-D2713754387B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74E22B1-C326-BC25-20E9-9B79E357E931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E35A9DE-625F-F71C-6752-973DCA99C97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1285ACB9-CC14-82BF-E40B-CCF7A444812C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7124770C-C11A-5EDF-43A0-41431DAC525D}"/>
              </a:ext>
            </a:extLst>
          </p:cNvPr>
          <p:cNvSpPr txBox="1"/>
          <p:nvPr/>
        </p:nvSpPr>
        <p:spPr>
          <a:xfrm>
            <a:off x="388740" y="457912"/>
            <a:ext cx="43517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your time</a:t>
            </a:r>
            <a:endParaRPr lang="ko-KR" altLang="en-US" sz="4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B0A314F-743E-4E14-0B03-9961147494A2}"/>
              </a:ext>
            </a:extLst>
          </p:cNvPr>
          <p:cNvSpPr txBox="1"/>
          <p:nvPr/>
        </p:nvSpPr>
        <p:spPr>
          <a:xfrm>
            <a:off x="1988603" y="6516794"/>
            <a:ext cx="1152007" cy="32374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여백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1289EC-6E5F-0118-03F8-50DB0A2C4E6E}"/>
              </a:ext>
            </a:extLst>
          </p:cNvPr>
          <p:cNvSpPr txBox="1"/>
          <p:nvPr/>
        </p:nvSpPr>
        <p:spPr>
          <a:xfrm>
            <a:off x="0" y="2819"/>
            <a:ext cx="46863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새 스케치북 추가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공유 스케치북 추가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공유 스케치북 참여 버튼 클릭 화면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705C4-B866-98C4-5F30-709FA98BF638}"/>
              </a:ext>
            </a:extLst>
          </p:cNvPr>
          <p:cNvSpPr txBox="1"/>
          <p:nvPr/>
        </p:nvSpPr>
        <p:spPr>
          <a:xfrm>
            <a:off x="1934728" y="420660"/>
            <a:ext cx="12597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 err="1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탭제목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78sp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959EA33-2B77-56CD-8F27-68A528D27D3F}"/>
              </a:ext>
            </a:extLst>
          </p:cNvPr>
          <p:cNvSpPr/>
          <p:nvPr/>
        </p:nvSpPr>
        <p:spPr>
          <a:xfrm>
            <a:off x="1047955" y="1544638"/>
            <a:ext cx="3033302" cy="4568295"/>
          </a:xfrm>
          <a:prstGeom prst="roundRect">
            <a:avLst>
              <a:gd name="adj" fmla="val 96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1781722-EC9B-BE44-22A6-800345744238}"/>
              </a:ext>
            </a:extLst>
          </p:cNvPr>
          <p:cNvSpPr/>
          <p:nvPr/>
        </p:nvSpPr>
        <p:spPr>
          <a:xfrm>
            <a:off x="1552185" y="2001080"/>
            <a:ext cx="2024841" cy="34406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01A4AD-BB66-A790-6366-6DEEDDBF3160}"/>
              </a:ext>
            </a:extLst>
          </p:cNvPr>
          <p:cNvSpPr txBox="1"/>
          <p:nvPr/>
        </p:nvSpPr>
        <p:spPr>
          <a:xfrm>
            <a:off x="1618021" y="2034610"/>
            <a:ext cx="12597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이름 입력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23EF28-2CE6-F133-0618-4E6339AC3AC2}"/>
              </a:ext>
            </a:extLst>
          </p:cNvPr>
          <p:cNvSpPr/>
          <p:nvPr/>
        </p:nvSpPr>
        <p:spPr>
          <a:xfrm>
            <a:off x="1531910" y="2728383"/>
            <a:ext cx="487390" cy="6926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B5013EB-0421-9220-2A82-7E38566E9B85}"/>
              </a:ext>
            </a:extLst>
          </p:cNvPr>
          <p:cNvSpPr/>
          <p:nvPr/>
        </p:nvSpPr>
        <p:spPr>
          <a:xfrm>
            <a:off x="1432091" y="3775485"/>
            <a:ext cx="687029" cy="4737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EFC78E5-513B-82B6-4C18-382E2C6A4782}"/>
              </a:ext>
            </a:extLst>
          </p:cNvPr>
          <p:cNvSpPr/>
          <p:nvPr/>
        </p:nvSpPr>
        <p:spPr>
          <a:xfrm>
            <a:off x="2406651" y="3775485"/>
            <a:ext cx="369526" cy="692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D1B2C86-C3A2-C107-B516-0D04E90A536D}"/>
              </a:ext>
            </a:extLst>
          </p:cNvPr>
          <p:cNvSpPr/>
          <p:nvPr/>
        </p:nvSpPr>
        <p:spPr>
          <a:xfrm>
            <a:off x="3063707" y="3969825"/>
            <a:ext cx="687030" cy="4983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D2C928C-3543-E6D6-2441-E1AC80FAFB28}"/>
              </a:ext>
            </a:extLst>
          </p:cNvPr>
          <p:cNvSpPr/>
          <p:nvPr/>
        </p:nvSpPr>
        <p:spPr>
          <a:xfrm>
            <a:off x="2347719" y="2728383"/>
            <a:ext cx="487390" cy="6926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8F5DDA-CB40-9BFB-BC41-4DF2685A1305}"/>
              </a:ext>
            </a:extLst>
          </p:cNvPr>
          <p:cNvSpPr/>
          <p:nvPr/>
        </p:nvSpPr>
        <p:spPr>
          <a:xfrm>
            <a:off x="3163528" y="2728383"/>
            <a:ext cx="487390" cy="6926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53CC4CFA-5EE9-AD36-A203-E48340F11617}"/>
              </a:ext>
            </a:extLst>
          </p:cNvPr>
          <p:cNvSpPr/>
          <p:nvPr/>
        </p:nvSpPr>
        <p:spPr>
          <a:xfrm>
            <a:off x="1394978" y="5073650"/>
            <a:ext cx="352259" cy="3522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6413FC61-177C-68F3-DC52-3D6C2D2D9586}"/>
              </a:ext>
            </a:extLst>
          </p:cNvPr>
          <p:cNvSpPr/>
          <p:nvPr/>
        </p:nvSpPr>
        <p:spPr>
          <a:xfrm>
            <a:off x="1886328" y="5073650"/>
            <a:ext cx="352259" cy="3522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5B8C9E9D-0022-1F85-BC3E-02480F778298}"/>
              </a:ext>
            </a:extLst>
          </p:cNvPr>
          <p:cNvSpPr/>
          <p:nvPr/>
        </p:nvSpPr>
        <p:spPr>
          <a:xfrm>
            <a:off x="2377678" y="5073650"/>
            <a:ext cx="352259" cy="3522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DE563D5-A25D-73B5-3E18-00C61058E1AA}"/>
              </a:ext>
            </a:extLst>
          </p:cNvPr>
          <p:cNvSpPr/>
          <p:nvPr/>
        </p:nvSpPr>
        <p:spPr>
          <a:xfrm>
            <a:off x="2869028" y="5073650"/>
            <a:ext cx="352259" cy="3522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3B31A21-F1FF-5407-414A-E48EEC06DE5F}"/>
              </a:ext>
            </a:extLst>
          </p:cNvPr>
          <p:cNvSpPr/>
          <p:nvPr/>
        </p:nvSpPr>
        <p:spPr>
          <a:xfrm>
            <a:off x="3360378" y="5073650"/>
            <a:ext cx="352259" cy="3522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A172B9-6CF6-ECAC-3D69-6171043975FF}"/>
              </a:ext>
            </a:extLst>
          </p:cNvPr>
          <p:cNvSpPr txBox="1"/>
          <p:nvPr/>
        </p:nvSpPr>
        <p:spPr>
          <a:xfrm>
            <a:off x="2692810" y="5727805"/>
            <a:ext cx="520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생성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5A9116-627B-25D5-FFCE-E8D5DC36D814}"/>
              </a:ext>
            </a:extLst>
          </p:cNvPr>
          <p:cNvSpPr txBox="1"/>
          <p:nvPr/>
        </p:nvSpPr>
        <p:spPr>
          <a:xfrm>
            <a:off x="3316696" y="5727805"/>
            <a:ext cx="520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취소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2808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39D3A-74C5-D8B7-8556-911462A57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그룹 54">
            <a:extLst>
              <a:ext uri="{FF2B5EF4-FFF2-40B4-BE49-F238E27FC236}">
                <a16:creationId xmlns:a16="http://schemas.microsoft.com/office/drawing/2014/main" id="{BCF716E3-2094-9454-5460-01DE3545024A}"/>
              </a:ext>
            </a:extLst>
          </p:cNvPr>
          <p:cNvGrpSpPr/>
          <p:nvPr/>
        </p:nvGrpSpPr>
        <p:grpSpPr>
          <a:xfrm>
            <a:off x="544978" y="3978879"/>
            <a:ext cx="1122687" cy="1689671"/>
            <a:chOff x="2138045" y="3527386"/>
            <a:chExt cx="2425965" cy="3651137"/>
          </a:xfrm>
        </p:grpSpPr>
        <p:sp>
          <p:nvSpPr>
            <p:cNvPr id="56" name="사각형: 둥근 위쪽 모서리 55">
              <a:extLst>
                <a:ext uri="{FF2B5EF4-FFF2-40B4-BE49-F238E27FC236}">
                  <a16:creationId xmlns:a16="http://schemas.microsoft.com/office/drawing/2014/main" id="{8FE6909C-355B-31F8-017B-85483989BF4F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517C5D3-D7AE-763E-3E8F-671AB6DEF981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BC8CB03-BD07-D010-A6EC-A8C7FD61EAAE}"/>
              </a:ext>
            </a:extLst>
          </p:cNvPr>
          <p:cNvGrpSpPr/>
          <p:nvPr/>
        </p:nvGrpSpPr>
        <p:grpSpPr>
          <a:xfrm>
            <a:off x="2003263" y="3978879"/>
            <a:ext cx="1122687" cy="1689671"/>
            <a:chOff x="2138045" y="3527386"/>
            <a:chExt cx="2425965" cy="3651137"/>
          </a:xfrm>
        </p:grpSpPr>
        <p:sp>
          <p:nvSpPr>
            <p:cNvPr id="59" name="사각형: 둥근 위쪽 모서리 58">
              <a:extLst>
                <a:ext uri="{FF2B5EF4-FFF2-40B4-BE49-F238E27FC236}">
                  <a16:creationId xmlns:a16="http://schemas.microsoft.com/office/drawing/2014/main" id="{B0715384-108B-ABC0-4364-ABAEF2A09C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A26DEBB-5C47-8E32-B2B5-27C6EBA99E1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895E216D-C379-D432-5D99-CD86C4CBE546}"/>
              </a:ext>
            </a:extLst>
          </p:cNvPr>
          <p:cNvGrpSpPr/>
          <p:nvPr/>
        </p:nvGrpSpPr>
        <p:grpSpPr>
          <a:xfrm>
            <a:off x="3461546" y="3978879"/>
            <a:ext cx="1122687" cy="1689671"/>
            <a:chOff x="2138045" y="3527386"/>
            <a:chExt cx="2425965" cy="3651137"/>
          </a:xfrm>
        </p:grpSpPr>
        <p:sp>
          <p:nvSpPr>
            <p:cNvPr id="62" name="사각형: 둥근 위쪽 모서리 61">
              <a:extLst>
                <a:ext uri="{FF2B5EF4-FFF2-40B4-BE49-F238E27FC236}">
                  <a16:creationId xmlns:a16="http://schemas.microsoft.com/office/drawing/2014/main" id="{AA88D522-B216-A2CF-8A00-5D34AA5A6D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2FE6DC2F-7D0F-BD15-8951-B92BB6F5583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50A9D28-2267-47FB-ED22-8B0B401ACBFF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35D374A-B437-4C88-D168-C1C35549553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2147A7-B38A-DC8C-A0D9-76E5B0164A1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196D0CF-84E3-6013-4694-CD09E304CD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D85D6C1-17E9-8751-64F9-1129E92AE7B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2458CE7-E2AD-F29C-EA36-A132B4ECB25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E494D71-FC56-2A34-48E1-9253F3F16DC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48468C-5FDC-2145-882C-F2A0B04C7072}"/>
              </a:ext>
            </a:extLst>
          </p:cNvPr>
          <p:cNvGrpSpPr/>
          <p:nvPr/>
        </p:nvGrpSpPr>
        <p:grpSpPr>
          <a:xfrm>
            <a:off x="544978" y="1931459"/>
            <a:ext cx="1122687" cy="1689671"/>
            <a:chOff x="2138045" y="3527386"/>
            <a:chExt cx="2425965" cy="3651137"/>
          </a:xfrm>
        </p:grpSpPr>
        <p:sp>
          <p:nvSpPr>
            <p:cNvPr id="27" name="사각형: 둥근 위쪽 모서리 26">
              <a:extLst>
                <a:ext uri="{FF2B5EF4-FFF2-40B4-BE49-F238E27FC236}">
                  <a16:creationId xmlns:a16="http://schemas.microsoft.com/office/drawing/2014/main" id="{533D9A82-CED1-E5D3-5F13-98BD8B8C6893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6F4EEE4-BD71-B643-D627-41F1D00EE95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8805128-38EA-E7E0-2743-D3A6FD3A6131}"/>
              </a:ext>
            </a:extLst>
          </p:cNvPr>
          <p:cNvGrpSpPr/>
          <p:nvPr/>
        </p:nvGrpSpPr>
        <p:grpSpPr>
          <a:xfrm>
            <a:off x="2003263" y="1931459"/>
            <a:ext cx="1122687" cy="1689671"/>
            <a:chOff x="2138045" y="3527386"/>
            <a:chExt cx="2425965" cy="3651137"/>
          </a:xfrm>
        </p:grpSpPr>
        <p:sp>
          <p:nvSpPr>
            <p:cNvPr id="48" name="사각형: 둥근 위쪽 모서리 47">
              <a:extLst>
                <a:ext uri="{FF2B5EF4-FFF2-40B4-BE49-F238E27FC236}">
                  <a16:creationId xmlns:a16="http://schemas.microsoft.com/office/drawing/2014/main" id="{2ECF0CB9-6617-C0D4-5D56-CB58D463DC26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A58782F-F5B6-317E-AAF2-39AC77964C0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43315AC-21BA-8CAF-6167-C28F4B9E7339}"/>
              </a:ext>
            </a:extLst>
          </p:cNvPr>
          <p:cNvGrpSpPr/>
          <p:nvPr/>
        </p:nvGrpSpPr>
        <p:grpSpPr>
          <a:xfrm>
            <a:off x="3461546" y="1931459"/>
            <a:ext cx="1122687" cy="1689671"/>
            <a:chOff x="2138045" y="3527386"/>
            <a:chExt cx="2425965" cy="3651137"/>
          </a:xfrm>
        </p:grpSpPr>
        <p:sp>
          <p:nvSpPr>
            <p:cNvPr id="51" name="사각형: 둥근 위쪽 모서리 50">
              <a:extLst>
                <a:ext uri="{FF2B5EF4-FFF2-40B4-BE49-F238E27FC236}">
                  <a16:creationId xmlns:a16="http://schemas.microsoft.com/office/drawing/2014/main" id="{E53900AD-C9F3-A382-E0CD-D4521C5CF0A7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D997888-5A12-C327-0674-A5AA33046F93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8D0889A2-1FA1-4651-E8F8-CEC35E39E67B}"/>
              </a:ext>
            </a:extLst>
          </p:cNvPr>
          <p:cNvSpPr/>
          <p:nvPr/>
        </p:nvSpPr>
        <p:spPr>
          <a:xfrm>
            <a:off x="-1988055" y="2182180"/>
            <a:ext cx="520044" cy="420310"/>
          </a:xfrm>
          <a:custGeom>
            <a:avLst/>
            <a:gdLst>
              <a:gd name="csX0" fmla="*/ 695325 w 695324"/>
              <a:gd name="csY0" fmla="*/ 228600 h 561975"/>
              <a:gd name="csX1" fmla="*/ 422910 w 695324"/>
              <a:gd name="csY1" fmla="*/ 0 h 561975"/>
              <a:gd name="csX2" fmla="*/ 422910 w 695324"/>
              <a:gd name="csY2" fmla="*/ 133350 h 561975"/>
              <a:gd name="csX3" fmla="*/ 0 w 695324"/>
              <a:gd name="csY3" fmla="*/ 561975 h 561975"/>
              <a:gd name="csX4" fmla="*/ 422910 w 695324"/>
              <a:gd name="csY4" fmla="*/ 333375 h 561975"/>
              <a:gd name="csX5" fmla="*/ 422910 w 695324"/>
              <a:gd name="csY5" fmla="*/ 457200 h 561975"/>
              <a:gd name="csX6" fmla="*/ 695325 w 695324"/>
              <a:gd name="csY6" fmla="*/ 228600 h 561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5324" h="561975">
                <a:moveTo>
                  <a:pt x="695325" y="228600"/>
                </a:moveTo>
                <a:lnTo>
                  <a:pt x="422910" y="0"/>
                </a:lnTo>
                <a:lnTo>
                  <a:pt x="422910" y="133350"/>
                </a:lnTo>
                <a:cubicBezTo>
                  <a:pt x="5715" y="137160"/>
                  <a:pt x="0" y="561975"/>
                  <a:pt x="0" y="561975"/>
                </a:cubicBezTo>
                <a:cubicBezTo>
                  <a:pt x="0" y="561975"/>
                  <a:pt x="88582" y="336233"/>
                  <a:pt x="422910" y="333375"/>
                </a:cubicBezTo>
                <a:lnTo>
                  <a:pt x="422910" y="457200"/>
                </a:lnTo>
                <a:lnTo>
                  <a:pt x="695325" y="22860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1007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06D729CB-EF7D-0E54-DE43-A8A2F1BB1829}"/>
              </a:ext>
            </a:extLst>
          </p:cNvPr>
          <p:cNvSpPr/>
          <p:nvPr/>
        </p:nvSpPr>
        <p:spPr>
          <a:xfrm>
            <a:off x="-2074967" y="2210675"/>
            <a:ext cx="527169" cy="527169"/>
          </a:xfrm>
          <a:custGeom>
            <a:avLst/>
            <a:gdLst>
              <a:gd name="csX0" fmla="*/ 647700 w 704850"/>
              <a:gd name="csY0" fmla="*/ 404813 h 704850"/>
              <a:gd name="csX1" fmla="*/ 647700 w 704850"/>
              <a:gd name="csY1" fmla="*/ 647700 h 704850"/>
              <a:gd name="csX2" fmla="*/ 57150 w 704850"/>
              <a:gd name="csY2" fmla="*/ 647700 h 704850"/>
              <a:gd name="csX3" fmla="*/ 57150 w 704850"/>
              <a:gd name="csY3" fmla="*/ 57150 h 704850"/>
              <a:gd name="csX4" fmla="*/ 481965 w 704850"/>
              <a:gd name="csY4" fmla="*/ 57150 h 704850"/>
              <a:gd name="csX5" fmla="*/ 481965 w 704850"/>
              <a:gd name="csY5" fmla="*/ 0 h 704850"/>
              <a:gd name="csX6" fmla="*/ 0 w 704850"/>
              <a:gd name="csY6" fmla="*/ 0 h 704850"/>
              <a:gd name="csX7" fmla="*/ 0 w 704850"/>
              <a:gd name="csY7" fmla="*/ 704850 h 704850"/>
              <a:gd name="csX8" fmla="*/ 704850 w 704850"/>
              <a:gd name="csY8" fmla="*/ 701993 h 704850"/>
              <a:gd name="csX9" fmla="*/ 704850 w 704850"/>
              <a:gd name="csY9" fmla="*/ 356235 h 7048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704850" h="704850">
                <a:moveTo>
                  <a:pt x="647700" y="404813"/>
                </a:moveTo>
                <a:lnTo>
                  <a:pt x="647700" y="647700"/>
                </a:lnTo>
                <a:lnTo>
                  <a:pt x="57150" y="647700"/>
                </a:lnTo>
                <a:lnTo>
                  <a:pt x="57150" y="57150"/>
                </a:lnTo>
                <a:lnTo>
                  <a:pt x="481965" y="57150"/>
                </a:lnTo>
                <a:lnTo>
                  <a:pt x="481965" y="0"/>
                </a:lnTo>
                <a:lnTo>
                  <a:pt x="0" y="0"/>
                </a:lnTo>
                <a:lnTo>
                  <a:pt x="0" y="704850"/>
                </a:lnTo>
                <a:lnTo>
                  <a:pt x="704850" y="701993"/>
                </a:lnTo>
                <a:lnTo>
                  <a:pt x="704850" y="35623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1007"/>
          </a:p>
        </p:txBody>
      </p:sp>
      <p:pic>
        <p:nvPicPr>
          <p:cNvPr id="67" name="그래픽 66" descr="모임 단색으로 채워진">
            <a:extLst>
              <a:ext uri="{FF2B5EF4-FFF2-40B4-BE49-F238E27FC236}">
                <a16:creationId xmlns:a16="http://schemas.microsoft.com/office/drawing/2014/main" id="{6CAB6FC4-DD97-DA72-C705-9B2FC1227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0995" y="1336808"/>
            <a:ext cx="450559" cy="450559"/>
          </a:xfrm>
          <a:prstGeom prst="rect">
            <a:avLst/>
          </a:prstGeom>
        </p:spPr>
      </p:pic>
      <p:pic>
        <p:nvPicPr>
          <p:cNvPr id="69" name="그래픽 68" descr="사용자 단색으로 채워진">
            <a:extLst>
              <a:ext uri="{FF2B5EF4-FFF2-40B4-BE49-F238E27FC236}">
                <a16:creationId xmlns:a16="http://schemas.microsoft.com/office/drawing/2014/main" id="{69FF15CD-8133-45E4-B68E-4A909671E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978" y="1366569"/>
            <a:ext cx="386015" cy="386015"/>
          </a:xfrm>
          <a:prstGeom prst="rect">
            <a:avLst/>
          </a:prstGeom>
        </p:spPr>
      </p:pic>
      <p:pic>
        <p:nvPicPr>
          <p:cNvPr id="71" name="그래픽 70" descr="기타 단색으로 채워진">
            <a:extLst>
              <a:ext uri="{FF2B5EF4-FFF2-40B4-BE49-F238E27FC236}">
                <a16:creationId xmlns:a16="http://schemas.microsoft.com/office/drawing/2014/main" id="{DA277593-F3DB-F1DF-B818-2D392D329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13437" y="2667090"/>
            <a:ext cx="683895" cy="683895"/>
          </a:xfrm>
          <a:prstGeom prst="rect">
            <a:avLst/>
          </a:prstGeom>
        </p:spPr>
      </p:pic>
      <p:pic>
        <p:nvPicPr>
          <p:cNvPr id="73" name="그래픽 72" descr="햄버거 메뉴 아이콘 단색으로 채워진">
            <a:extLst>
              <a:ext uri="{FF2B5EF4-FFF2-40B4-BE49-F238E27FC236}">
                <a16:creationId xmlns:a16="http://schemas.microsoft.com/office/drawing/2014/main" id="{4A9122C9-86B7-B761-5DA5-50BDA49AB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8633" y="3103928"/>
            <a:ext cx="683895" cy="683895"/>
          </a:xfrm>
          <a:prstGeom prst="rect">
            <a:avLst/>
          </a:prstGeom>
        </p:spPr>
      </p:pic>
      <p:pic>
        <p:nvPicPr>
          <p:cNvPr id="75" name="그래픽 74" descr="쓰레기 단색으로 채워진">
            <a:extLst>
              <a:ext uri="{FF2B5EF4-FFF2-40B4-BE49-F238E27FC236}">
                <a16:creationId xmlns:a16="http://schemas.microsoft.com/office/drawing/2014/main" id="{5C326071-D381-B920-6A6C-E8D2093F30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58683" y="3876269"/>
            <a:ext cx="683895" cy="68389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13E13FA-ADDE-EB6E-A3FB-7703BD1FB6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66909" y="1455875"/>
            <a:ext cx="662981" cy="662981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7408E997-323A-7B83-FF91-DB46947165C6}"/>
              </a:ext>
            </a:extLst>
          </p:cNvPr>
          <p:cNvGrpSpPr/>
          <p:nvPr/>
        </p:nvGrpSpPr>
        <p:grpSpPr>
          <a:xfrm>
            <a:off x="544979" y="5929338"/>
            <a:ext cx="4039254" cy="587458"/>
            <a:chOff x="544979" y="5929338"/>
            <a:chExt cx="4039254" cy="58745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E158FB05-AC6A-D51D-44CC-986BF8B80E65}"/>
                </a:ext>
              </a:extLst>
            </p:cNvPr>
            <p:cNvSpPr/>
            <p:nvPr/>
          </p:nvSpPr>
          <p:spPr>
            <a:xfrm>
              <a:off x="544979" y="6093161"/>
              <a:ext cx="4039254" cy="423635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19" name="그래픽 9" descr="단일 톱니바퀴 단색으로 채워진">
              <a:extLst>
                <a:ext uri="{FF2B5EF4-FFF2-40B4-BE49-F238E27FC236}">
                  <a16:creationId xmlns:a16="http://schemas.microsoft.com/office/drawing/2014/main" id="{E2059D7D-2575-C016-645A-268CACE45C86}"/>
                </a:ext>
              </a:extLst>
            </p:cNvPr>
            <p:cNvSpPr/>
            <p:nvPr/>
          </p:nvSpPr>
          <p:spPr>
            <a:xfrm>
              <a:off x="3960860" y="6194615"/>
              <a:ext cx="220727" cy="220727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2AC6C9B8-041F-52A4-B794-D9DB18781251}"/>
                </a:ext>
              </a:extLst>
            </p:cNvPr>
            <p:cNvGrpSpPr/>
            <p:nvPr/>
          </p:nvGrpSpPr>
          <p:grpSpPr>
            <a:xfrm>
              <a:off x="2917858" y="6194615"/>
              <a:ext cx="220727" cy="220727"/>
              <a:chOff x="4086962" y="8350256"/>
              <a:chExt cx="295122" cy="295122"/>
            </a:xfrm>
          </p:grpSpPr>
          <p:sp>
            <p:nvSpPr>
              <p:cNvPr id="31" name="자유형: 도형 30">
                <a:extLst>
                  <a:ext uri="{FF2B5EF4-FFF2-40B4-BE49-F238E27FC236}">
                    <a16:creationId xmlns:a16="http://schemas.microsoft.com/office/drawing/2014/main" id="{58DED603-F907-4741-1D85-ABB83317C2EE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 dirty="0"/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F060F7EA-B06F-B746-AEF0-1ECDA6916757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</p:grp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4F40FDC3-9955-BBC5-5105-25F6B155C714}"/>
                </a:ext>
              </a:extLst>
            </p:cNvPr>
            <p:cNvGrpSpPr/>
            <p:nvPr/>
          </p:nvGrpSpPr>
          <p:grpSpPr>
            <a:xfrm>
              <a:off x="1775606" y="5929338"/>
              <a:ext cx="430600" cy="430600"/>
              <a:chOff x="1775606" y="5929338"/>
              <a:chExt cx="430600" cy="430600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2680AA74-50A5-C80A-1D21-8F42A750F1D7}"/>
                  </a:ext>
                </a:extLst>
              </p:cNvPr>
              <p:cNvSpPr/>
              <p:nvPr/>
            </p:nvSpPr>
            <p:spPr>
              <a:xfrm>
                <a:off x="1775606" y="5929338"/>
                <a:ext cx="430600" cy="430600"/>
              </a:xfrm>
              <a:prstGeom prst="ellipse">
                <a:avLst/>
              </a:prstGeom>
              <a:solidFill>
                <a:srgbClr val="1E2D4C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41F18CAF-1298-9034-D416-57093F7C5ABC}"/>
                  </a:ext>
                </a:extLst>
              </p:cNvPr>
              <p:cNvGrpSpPr/>
              <p:nvPr/>
            </p:nvGrpSpPr>
            <p:grpSpPr>
              <a:xfrm>
                <a:off x="1885961" y="6034275"/>
                <a:ext cx="209890" cy="220727"/>
                <a:chOff x="7230961" y="4648200"/>
                <a:chExt cx="533400" cy="762000"/>
              </a:xfrm>
            </p:grpSpPr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1447ECD5-D4D1-8AAC-8A58-20D31BC5FD9D}"/>
                    </a:ext>
                  </a:extLst>
                </p:cNvPr>
                <p:cNvSpPr/>
                <p:nvPr/>
              </p:nvSpPr>
              <p:spPr>
                <a:xfrm>
                  <a:off x="7230961" y="4650105"/>
                  <a:ext cx="57150" cy="760095"/>
                </a:xfrm>
                <a:prstGeom prst="rect">
                  <a:avLst/>
                </a:prstGeom>
                <a:solidFill>
                  <a:srgbClr val="FAF8F4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30" name="자유형: 도형 29">
                  <a:extLst>
                    <a:ext uri="{FF2B5EF4-FFF2-40B4-BE49-F238E27FC236}">
                      <a16:creationId xmlns:a16="http://schemas.microsoft.com/office/drawing/2014/main" id="{C9C93682-57A7-DD76-5C7C-7F8547083898}"/>
                    </a:ext>
                  </a:extLst>
                </p:cNvPr>
                <p:cNvSpPr/>
                <p:nvPr/>
              </p:nvSpPr>
              <p:spPr>
                <a:xfrm>
                  <a:off x="7326211" y="4648200"/>
                  <a:ext cx="438150" cy="762000"/>
                </a:xfrm>
                <a:custGeom>
                  <a:avLst/>
                  <a:gdLst>
                    <a:gd name="csX0" fmla="*/ 352425 w 438150"/>
                    <a:gd name="csY0" fmla="*/ 285750 h 762000"/>
                    <a:gd name="csX1" fmla="*/ 85725 w 438150"/>
                    <a:gd name="csY1" fmla="*/ 285750 h 762000"/>
                    <a:gd name="csX2" fmla="*/ 85725 w 438150"/>
                    <a:gd name="csY2" fmla="*/ 228600 h 762000"/>
                    <a:gd name="csX3" fmla="*/ 352425 w 438150"/>
                    <a:gd name="csY3" fmla="*/ 228600 h 762000"/>
                    <a:gd name="csX4" fmla="*/ 352425 w 438150"/>
                    <a:gd name="csY4" fmla="*/ 285750 h 762000"/>
                    <a:gd name="csX5" fmla="*/ 295275 w 438150"/>
                    <a:gd name="csY5" fmla="*/ 381000 h 762000"/>
                    <a:gd name="csX6" fmla="*/ 147638 w 438150"/>
                    <a:gd name="csY6" fmla="*/ 381000 h 762000"/>
                    <a:gd name="csX7" fmla="*/ 147638 w 438150"/>
                    <a:gd name="csY7" fmla="*/ 342900 h 762000"/>
                    <a:gd name="csX8" fmla="*/ 295275 w 438150"/>
                    <a:gd name="csY8" fmla="*/ 342900 h 762000"/>
                    <a:gd name="csX9" fmla="*/ 295275 w 438150"/>
                    <a:gd name="csY9" fmla="*/ 381000 h 762000"/>
                    <a:gd name="csX10" fmla="*/ 400050 w 438150"/>
                    <a:gd name="csY10" fmla="*/ 0 h 762000"/>
                    <a:gd name="csX11" fmla="*/ 0 w 438150"/>
                    <a:gd name="csY11" fmla="*/ 1905 h 762000"/>
                    <a:gd name="csX12" fmla="*/ 0 w 438150"/>
                    <a:gd name="csY12" fmla="*/ 762000 h 762000"/>
                    <a:gd name="csX13" fmla="*/ 400050 w 438150"/>
                    <a:gd name="csY13" fmla="*/ 762000 h 762000"/>
                    <a:gd name="csX14" fmla="*/ 438150 w 438150"/>
                    <a:gd name="csY14" fmla="*/ 723900 h 762000"/>
                    <a:gd name="csX15" fmla="*/ 438150 w 438150"/>
                    <a:gd name="csY15" fmla="*/ 38100 h 762000"/>
                    <a:gd name="csX16" fmla="*/ 400050 w 438150"/>
                    <a:gd name="csY16" fmla="*/ 0 h 7620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438150" h="762000">
                      <a:moveTo>
                        <a:pt x="352425" y="285750"/>
                      </a:moveTo>
                      <a:lnTo>
                        <a:pt x="85725" y="285750"/>
                      </a:lnTo>
                      <a:lnTo>
                        <a:pt x="85725" y="228600"/>
                      </a:lnTo>
                      <a:lnTo>
                        <a:pt x="352425" y="228600"/>
                      </a:lnTo>
                      <a:lnTo>
                        <a:pt x="352425" y="285750"/>
                      </a:lnTo>
                      <a:close/>
                      <a:moveTo>
                        <a:pt x="295275" y="381000"/>
                      </a:moveTo>
                      <a:lnTo>
                        <a:pt x="147638" y="381000"/>
                      </a:lnTo>
                      <a:lnTo>
                        <a:pt x="147638" y="342900"/>
                      </a:lnTo>
                      <a:lnTo>
                        <a:pt x="295275" y="342900"/>
                      </a:lnTo>
                      <a:lnTo>
                        <a:pt x="295275" y="381000"/>
                      </a:lnTo>
                      <a:close/>
                      <a:moveTo>
                        <a:pt x="400050" y="0"/>
                      </a:moveTo>
                      <a:lnTo>
                        <a:pt x="0" y="1905"/>
                      </a:lnTo>
                      <a:lnTo>
                        <a:pt x="0" y="762000"/>
                      </a:lnTo>
                      <a:lnTo>
                        <a:pt x="400050" y="762000"/>
                      </a:lnTo>
                      <a:cubicBezTo>
                        <a:pt x="421005" y="762000"/>
                        <a:pt x="438150" y="744855"/>
                        <a:pt x="438150" y="723900"/>
                      </a:cubicBezTo>
                      <a:lnTo>
                        <a:pt x="438150" y="38100"/>
                      </a:lnTo>
                      <a:cubicBezTo>
                        <a:pt x="438150" y="17145"/>
                        <a:pt x="421005" y="0"/>
                        <a:pt x="400050" y="0"/>
                      </a:cubicBezTo>
                      <a:close/>
                    </a:path>
                  </a:pathLst>
                </a:custGeom>
                <a:solidFill>
                  <a:srgbClr val="FAF8F4"/>
                </a:solidFill>
                <a:ln>
                  <a:noFill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>
                    <a:solidFill>
                      <a:schemeClr val="lt1"/>
                    </a:solidFill>
                  </a:endParaRPr>
                </a:p>
              </p:txBody>
            </p:sp>
          </p:grpSp>
        </p:grpSp>
        <p:sp>
          <p:nvSpPr>
            <p:cNvPr id="23" name="그래픽 15" descr="주택 윤곽선">
              <a:extLst>
                <a:ext uri="{FF2B5EF4-FFF2-40B4-BE49-F238E27FC236}">
                  <a16:creationId xmlns:a16="http://schemas.microsoft.com/office/drawing/2014/main" id="{C6A296B6-63DA-4FAD-377A-FD789E028D2A}"/>
                </a:ext>
              </a:extLst>
            </p:cNvPr>
            <p:cNvSpPr>
              <a:spLocks/>
            </p:cNvSpPr>
            <p:nvPr/>
          </p:nvSpPr>
          <p:spPr>
            <a:xfrm>
              <a:off x="947625" y="6194615"/>
              <a:ext cx="220727" cy="220727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 dirty="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F70288D-E82C-DA3F-D3B4-9A99F828AAE3}"/>
              </a:ext>
            </a:extLst>
          </p:cNvPr>
          <p:cNvSpPr txBox="1"/>
          <p:nvPr/>
        </p:nvSpPr>
        <p:spPr>
          <a:xfrm>
            <a:off x="388740" y="457912"/>
            <a:ext cx="43517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4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0F90F3-0F5B-806D-48A9-4359042AB5E6}"/>
              </a:ext>
            </a:extLst>
          </p:cNvPr>
          <p:cNvSpPr txBox="1"/>
          <p:nvPr/>
        </p:nvSpPr>
        <p:spPr>
          <a:xfrm>
            <a:off x="1934728" y="420660"/>
            <a:ext cx="12597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 err="1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탭제목</a:t>
            </a:r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78sp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9145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93D7E-06B3-2FEF-980B-8324F2D01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타원 61">
            <a:extLst>
              <a:ext uri="{FF2B5EF4-FFF2-40B4-BE49-F238E27FC236}">
                <a16:creationId xmlns:a16="http://schemas.microsoft.com/office/drawing/2014/main" id="{7A0A1A81-EB72-24F0-DFD3-37151FFE197C}"/>
              </a:ext>
            </a:extLst>
          </p:cNvPr>
          <p:cNvSpPr/>
          <p:nvPr/>
        </p:nvSpPr>
        <p:spPr>
          <a:xfrm>
            <a:off x="2454532" y="4870599"/>
            <a:ext cx="215400" cy="215400"/>
          </a:xfrm>
          <a:prstGeom prst="ellipse">
            <a:avLst/>
          </a:prstGeom>
          <a:solidFill>
            <a:srgbClr val="CFC0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FD0CE357-0B3A-EE5E-2F81-6B110B5BCB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03919"/>
              </p:ext>
            </p:extLst>
          </p:nvPr>
        </p:nvGraphicFramePr>
        <p:xfrm>
          <a:off x="373321" y="3094025"/>
          <a:ext cx="4382574" cy="2932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6082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626082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4322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5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5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5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5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5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200" b="1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41666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9B0825C-A659-DE57-626D-8BE05FBD79D6}"/>
              </a:ext>
            </a:extLst>
          </p:cNvPr>
          <p:cNvSpPr/>
          <p:nvPr/>
        </p:nvSpPr>
        <p:spPr>
          <a:xfrm>
            <a:off x="544979" y="6093159"/>
            <a:ext cx="4039254" cy="423635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2A67313A-11C4-7870-C36D-BC40CA329719}"/>
              </a:ext>
            </a:extLst>
          </p:cNvPr>
          <p:cNvSpPr/>
          <p:nvPr/>
        </p:nvSpPr>
        <p:spPr>
          <a:xfrm>
            <a:off x="3960860" y="6194613"/>
            <a:ext cx="220727" cy="220727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081"/>
          </a:p>
        </p:txBody>
      </p:sp>
      <p:sp>
        <p:nvSpPr>
          <p:cNvPr id="17" name="그래픽 15" descr="주택 윤곽선">
            <a:extLst>
              <a:ext uri="{FF2B5EF4-FFF2-40B4-BE49-F238E27FC236}">
                <a16:creationId xmlns:a16="http://schemas.microsoft.com/office/drawing/2014/main" id="{A7DD32EA-D26F-47C1-BC71-375BCE6EA669}"/>
              </a:ext>
            </a:extLst>
          </p:cNvPr>
          <p:cNvSpPr>
            <a:spLocks/>
          </p:cNvSpPr>
          <p:nvPr/>
        </p:nvSpPr>
        <p:spPr>
          <a:xfrm>
            <a:off x="947625" y="6194613"/>
            <a:ext cx="220727" cy="220727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081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8996F6-8F62-C0D0-BFB3-D63AE9CB9136}"/>
              </a:ext>
            </a:extLst>
          </p:cNvPr>
          <p:cNvGrpSpPr/>
          <p:nvPr/>
        </p:nvGrpSpPr>
        <p:grpSpPr>
          <a:xfrm>
            <a:off x="1885692" y="6194613"/>
            <a:ext cx="209890" cy="220727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B7BF645-7289-4005-D2E2-D79E5BB1313D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4C371E3-86E2-15BF-8DE8-3AA21CD66367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9C27FB2-6FB1-42F6-6BD8-0CD61B69BAA1}"/>
              </a:ext>
            </a:extLst>
          </p:cNvPr>
          <p:cNvGrpSpPr/>
          <p:nvPr/>
        </p:nvGrpSpPr>
        <p:grpSpPr>
          <a:xfrm>
            <a:off x="2812921" y="5929335"/>
            <a:ext cx="430600" cy="430600"/>
            <a:chOff x="3946657" y="8209951"/>
            <a:chExt cx="575732" cy="575732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7A58CF9-0662-3CE2-B7C7-E1BACCD7CC05}"/>
                </a:ext>
              </a:extLst>
            </p:cNvPr>
            <p:cNvSpPr/>
            <p:nvPr/>
          </p:nvSpPr>
          <p:spPr>
            <a:xfrm>
              <a:off x="3946657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43C0E857-E007-084A-8EB6-A72F5C6ED5E8}"/>
                </a:ext>
              </a:extLst>
            </p:cNvPr>
            <p:cNvGrpSpPr/>
            <p:nvPr/>
          </p:nvGrpSpPr>
          <p:grpSpPr>
            <a:xfrm>
              <a:off x="4086962" y="8350256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E7E01E62-8C8B-3BC0-F297-4A2390E58513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CCC3B44-F2DB-74DB-B44E-C9A8E9FCDB31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2B0AE8B-08DE-8B67-4A92-8DAB38B677DA}"/>
              </a:ext>
            </a:extLst>
          </p:cNvPr>
          <p:cNvSpPr txBox="1"/>
          <p:nvPr/>
        </p:nvSpPr>
        <p:spPr>
          <a:xfrm>
            <a:off x="1269240" y="1324245"/>
            <a:ext cx="259073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5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Jaunaly</a:t>
            </a:r>
            <a:r>
              <a:rPr lang="en-US" altLang="ko-KR" sz="65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 </a:t>
            </a:r>
            <a:endParaRPr lang="ko-KR" altLang="en-US" sz="65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85368-74E4-9852-4254-52BBBDE5C2B9}"/>
              </a:ext>
            </a:extLst>
          </p:cNvPr>
          <p:cNvSpPr txBox="1"/>
          <p:nvPr/>
        </p:nvSpPr>
        <p:spPr>
          <a:xfrm>
            <a:off x="1269240" y="780534"/>
            <a:ext cx="2590734" cy="64479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36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36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38E8943-37CF-9EC8-84C1-CDAD3207CFC2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8323ABC-BE2C-E552-E2A1-7FEB5F7C617C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FD578A-8BD9-C11B-FA3C-4072B5FF476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A668BE8-4F81-9ECA-1928-05E610DC1113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A7A6B25-953B-C2C4-36F2-29A4084A79C4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409F9B4-BD8D-EE48-4FDA-C9ABA321940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E142DCF-B4C8-4B3D-725B-AD34DB8AFDF2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0C8B9AB5-E34A-BC84-7268-97BC971CFB53}"/>
              </a:ext>
            </a:extLst>
          </p:cNvPr>
          <p:cNvSpPr/>
          <p:nvPr/>
        </p:nvSpPr>
        <p:spPr>
          <a:xfrm>
            <a:off x="1908180" y="5123476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448811A-73D9-E6F0-D1C8-B83346E6C954}"/>
              </a:ext>
            </a:extLst>
          </p:cNvPr>
          <p:cNvSpPr/>
          <p:nvPr/>
        </p:nvSpPr>
        <p:spPr>
          <a:xfrm>
            <a:off x="2544524" y="5123476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2CB7A73-C90B-E86E-93FF-D323C9C65AA4}"/>
              </a:ext>
            </a:extLst>
          </p:cNvPr>
          <p:cNvSpPr/>
          <p:nvPr/>
        </p:nvSpPr>
        <p:spPr>
          <a:xfrm>
            <a:off x="3155596" y="4280479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3FCC674-5FD9-A1B1-1A83-F8DEFB1BC158}"/>
              </a:ext>
            </a:extLst>
          </p:cNvPr>
          <p:cNvSpPr/>
          <p:nvPr/>
        </p:nvSpPr>
        <p:spPr>
          <a:xfrm>
            <a:off x="2542149" y="4280479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5BA0EA7-45EF-5327-7012-4DDEEE7EAD60}"/>
              </a:ext>
            </a:extLst>
          </p:cNvPr>
          <p:cNvSpPr/>
          <p:nvPr/>
        </p:nvSpPr>
        <p:spPr>
          <a:xfrm>
            <a:off x="1269239" y="4280479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257C6FF-9547-3843-2C78-9779CBD0A947}"/>
              </a:ext>
            </a:extLst>
          </p:cNvPr>
          <p:cNvSpPr/>
          <p:nvPr/>
        </p:nvSpPr>
        <p:spPr>
          <a:xfrm>
            <a:off x="1908180" y="4674670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87BA774B-F22E-620A-D2CD-7FC7D4B7911A}"/>
              </a:ext>
            </a:extLst>
          </p:cNvPr>
          <p:cNvSpPr/>
          <p:nvPr/>
        </p:nvSpPr>
        <p:spPr>
          <a:xfrm>
            <a:off x="2535307" y="4674670"/>
            <a:ext cx="53850" cy="5385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77" name="이등변 삼각형 76">
            <a:extLst>
              <a:ext uri="{FF2B5EF4-FFF2-40B4-BE49-F238E27FC236}">
                <a16:creationId xmlns:a16="http://schemas.microsoft.com/office/drawing/2014/main" id="{10735FF9-813C-726C-F707-0E197B192E02}"/>
              </a:ext>
            </a:extLst>
          </p:cNvPr>
          <p:cNvSpPr/>
          <p:nvPr/>
        </p:nvSpPr>
        <p:spPr>
          <a:xfrm rot="16200000">
            <a:off x="739142" y="1983473"/>
            <a:ext cx="147180" cy="77056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78" name="이등변 삼각형 76">
            <a:extLst>
              <a:ext uri="{FF2B5EF4-FFF2-40B4-BE49-F238E27FC236}">
                <a16:creationId xmlns:a16="http://schemas.microsoft.com/office/drawing/2014/main" id="{C48C4759-8824-C166-1E0C-F6ED04C8901E}"/>
              </a:ext>
            </a:extLst>
          </p:cNvPr>
          <p:cNvSpPr/>
          <p:nvPr/>
        </p:nvSpPr>
        <p:spPr>
          <a:xfrm rot="5400000">
            <a:off x="4242893" y="1983473"/>
            <a:ext cx="147180" cy="77056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0D8524B-F926-BD16-3E2B-2F804486B8FC}"/>
              </a:ext>
            </a:extLst>
          </p:cNvPr>
          <p:cNvGrpSpPr/>
          <p:nvPr/>
        </p:nvGrpSpPr>
        <p:grpSpPr>
          <a:xfrm>
            <a:off x="4328450" y="998350"/>
            <a:ext cx="252000" cy="252000"/>
            <a:chOff x="5100328" y="3160993"/>
            <a:chExt cx="762827" cy="762949"/>
          </a:xfrm>
        </p:grpSpPr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C0EA523-290D-215A-6AD7-A5B9C3CDB6BB}"/>
                </a:ext>
              </a:extLst>
            </p:cNvPr>
            <p:cNvSpPr/>
            <p:nvPr/>
          </p:nvSpPr>
          <p:spPr>
            <a:xfrm>
              <a:off x="5100328" y="3265765"/>
              <a:ext cx="658179" cy="658177"/>
            </a:xfrm>
            <a:custGeom>
              <a:avLst/>
              <a:gdLst>
                <a:gd name="csX0" fmla="*/ 161925 w 658177"/>
                <a:gd name="csY0" fmla="*/ 497205 h 658177"/>
                <a:gd name="csX1" fmla="*/ 161925 w 658177"/>
                <a:gd name="csY1" fmla="*/ 564833 h 658177"/>
                <a:gd name="csX2" fmla="*/ 80963 w 658177"/>
                <a:gd name="csY2" fmla="*/ 591503 h 658177"/>
                <a:gd name="csX3" fmla="*/ 66675 w 658177"/>
                <a:gd name="csY3" fmla="*/ 577215 h 658177"/>
                <a:gd name="csX4" fmla="*/ 93345 w 658177"/>
                <a:gd name="csY4" fmla="*/ 496253 h 658177"/>
                <a:gd name="csX5" fmla="*/ 161925 w 658177"/>
                <a:gd name="csY5" fmla="*/ 497205 h 658177"/>
                <a:gd name="csX6" fmla="*/ 536258 w 658177"/>
                <a:gd name="csY6" fmla="*/ 0 h 658177"/>
                <a:gd name="csX7" fmla="*/ 60008 w 658177"/>
                <a:gd name="csY7" fmla="*/ 477203 h 658177"/>
                <a:gd name="csX8" fmla="*/ 0 w 658177"/>
                <a:gd name="csY8" fmla="*/ 658178 h 658177"/>
                <a:gd name="csX9" fmla="*/ 181928 w 658177"/>
                <a:gd name="csY9" fmla="*/ 598170 h 658177"/>
                <a:gd name="csX10" fmla="*/ 658178 w 658177"/>
                <a:gd name="csY10" fmla="*/ 121920 h 658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58177" h="658177">
                  <a:moveTo>
                    <a:pt x="161925" y="497205"/>
                  </a:moveTo>
                  <a:cubicBezTo>
                    <a:pt x="180975" y="516255"/>
                    <a:pt x="180975" y="545783"/>
                    <a:pt x="161925" y="564833"/>
                  </a:cubicBezTo>
                  <a:lnTo>
                    <a:pt x="80963" y="591503"/>
                  </a:lnTo>
                  <a:lnTo>
                    <a:pt x="66675" y="577215"/>
                  </a:lnTo>
                  <a:lnTo>
                    <a:pt x="93345" y="496253"/>
                  </a:lnTo>
                  <a:cubicBezTo>
                    <a:pt x="113348" y="478155"/>
                    <a:pt x="142875" y="478155"/>
                    <a:pt x="161925" y="497205"/>
                  </a:cubicBezTo>
                  <a:close/>
                  <a:moveTo>
                    <a:pt x="536258" y="0"/>
                  </a:moveTo>
                  <a:lnTo>
                    <a:pt x="60008" y="477203"/>
                  </a:lnTo>
                  <a:lnTo>
                    <a:pt x="0" y="658178"/>
                  </a:lnTo>
                  <a:lnTo>
                    <a:pt x="181928" y="598170"/>
                  </a:lnTo>
                  <a:lnTo>
                    <a:pt x="658178" y="121920"/>
                  </a:lnTo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70112A62-7C87-4F0D-6962-665DDBB74880}"/>
                </a:ext>
              </a:extLst>
            </p:cNvPr>
            <p:cNvSpPr/>
            <p:nvPr/>
          </p:nvSpPr>
          <p:spPr>
            <a:xfrm>
              <a:off x="5663246" y="3160993"/>
              <a:ext cx="199909" cy="199072"/>
            </a:xfrm>
            <a:custGeom>
              <a:avLst/>
              <a:gdLst>
                <a:gd name="csX0" fmla="*/ 188595 w 199908"/>
                <a:gd name="csY0" fmla="*/ 79058 h 199072"/>
                <a:gd name="csX1" fmla="*/ 120968 w 199908"/>
                <a:gd name="csY1" fmla="*/ 11430 h 199072"/>
                <a:gd name="csX2" fmla="*/ 66675 w 199908"/>
                <a:gd name="csY2" fmla="*/ 11430 h 199072"/>
                <a:gd name="csX3" fmla="*/ 0 w 199908"/>
                <a:gd name="csY3" fmla="*/ 78105 h 199072"/>
                <a:gd name="csX4" fmla="*/ 120968 w 199908"/>
                <a:gd name="csY4" fmla="*/ 199072 h 199072"/>
                <a:gd name="csX5" fmla="*/ 187643 w 199908"/>
                <a:gd name="csY5" fmla="*/ 132397 h 199072"/>
                <a:gd name="csX6" fmla="*/ 188595 w 199908"/>
                <a:gd name="csY6" fmla="*/ 79058 h 199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08" h="199072">
                  <a:moveTo>
                    <a:pt x="188595" y="79058"/>
                  </a:moveTo>
                  <a:lnTo>
                    <a:pt x="120968" y="11430"/>
                  </a:lnTo>
                  <a:cubicBezTo>
                    <a:pt x="105727" y="-3810"/>
                    <a:pt x="81915" y="-3810"/>
                    <a:pt x="66675" y="11430"/>
                  </a:cubicBezTo>
                  <a:lnTo>
                    <a:pt x="0" y="78105"/>
                  </a:lnTo>
                  <a:lnTo>
                    <a:pt x="120968" y="199072"/>
                  </a:lnTo>
                  <a:lnTo>
                    <a:pt x="187643" y="132397"/>
                  </a:lnTo>
                  <a:cubicBezTo>
                    <a:pt x="203835" y="118110"/>
                    <a:pt x="203835" y="94297"/>
                    <a:pt x="188595" y="79058"/>
                  </a:cubicBezTo>
                  <a:close/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414BCF7-0B04-D914-B474-8417098EA229}"/>
              </a:ext>
            </a:extLst>
          </p:cNvPr>
          <p:cNvSpPr txBox="1"/>
          <p:nvPr/>
        </p:nvSpPr>
        <p:spPr>
          <a:xfrm>
            <a:off x="1296164" y="934788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연도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63sp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DBEB70-8CEE-30DD-731D-4A2FAA151103}"/>
              </a:ext>
            </a:extLst>
          </p:cNvPr>
          <p:cNvSpPr txBox="1"/>
          <p:nvPr/>
        </p:nvSpPr>
        <p:spPr>
          <a:xfrm>
            <a:off x="2098997" y="2173281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월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113sp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3CF3DB-5EDF-B9E6-CD49-2EF659F3ACA7}"/>
              </a:ext>
            </a:extLst>
          </p:cNvPr>
          <p:cNvSpPr txBox="1"/>
          <p:nvPr/>
        </p:nvSpPr>
        <p:spPr>
          <a:xfrm>
            <a:off x="3770648" y="516750"/>
            <a:ext cx="928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아이콘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35*35dp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C701A9-74C2-68EE-DF5A-A43B394AF245}"/>
              </a:ext>
            </a:extLst>
          </p:cNvPr>
          <p:cNvSpPr txBox="1"/>
          <p:nvPr/>
        </p:nvSpPr>
        <p:spPr>
          <a:xfrm>
            <a:off x="409860" y="2992571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요일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26sp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E152AA-06A4-CCF0-2CD1-F5A318D05F87}"/>
              </a:ext>
            </a:extLst>
          </p:cNvPr>
          <p:cNvSpPr txBox="1"/>
          <p:nvPr/>
        </p:nvSpPr>
        <p:spPr>
          <a:xfrm>
            <a:off x="382935" y="3746514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일자 </a:t>
            </a:r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21sp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EE31216B-C14C-FEC9-2BB9-AA6D2F541CEB}"/>
              </a:ext>
            </a:extLst>
          </p:cNvPr>
          <p:cNvGrpSpPr/>
          <p:nvPr/>
        </p:nvGrpSpPr>
        <p:grpSpPr>
          <a:xfrm>
            <a:off x="-1" y="48307"/>
            <a:ext cx="5129214" cy="6792231"/>
            <a:chOff x="-1" y="48307"/>
            <a:chExt cx="5129214" cy="679223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411F5B9-68D4-2913-F37D-0A43B1D51143}"/>
                </a:ext>
              </a:extLst>
            </p:cNvPr>
            <p:cNvSpPr txBox="1"/>
            <p:nvPr/>
          </p:nvSpPr>
          <p:spPr>
            <a:xfrm>
              <a:off x="-1" y="3206741"/>
              <a:ext cx="512763" cy="427056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여백</a:t>
              </a:r>
              <a:endPara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algn="ctr"/>
              <a:r>
                <a:rPr lang="en-US" altLang="ko-KR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71dp</a:t>
              </a:r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algn="ctr"/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C4EA9CB-5D83-A2EE-BF09-D35ED5114D1D}"/>
                </a:ext>
              </a:extLst>
            </p:cNvPr>
            <p:cNvSpPr txBox="1"/>
            <p:nvPr/>
          </p:nvSpPr>
          <p:spPr>
            <a:xfrm>
              <a:off x="4616450" y="3206741"/>
              <a:ext cx="512763" cy="427056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여백</a:t>
              </a:r>
              <a:endPara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algn="ctr"/>
              <a:r>
                <a:rPr lang="en-US" altLang="ko-KR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71dp</a:t>
              </a:r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algn="ctr"/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9590C7F-5478-E52D-D426-B4C3173F63BE}"/>
                </a:ext>
              </a:extLst>
            </p:cNvPr>
            <p:cNvSpPr txBox="1"/>
            <p:nvPr/>
          </p:nvSpPr>
          <p:spPr>
            <a:xfrm>
              <a:off x="1988603" y="6516794"/>
              <a:ext cx="1152007" cy="323744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여백 </a:t>
              </a:r>
              <a:r>
                <a:rPr lang="en-US" altLang="ko-KR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45dp</a:t>
              </a:r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408E427-FB64-9F3C-4238-893E02DEA283}"/>
                </a:ext>
              </a:extLst>
            </p:cNvPr>
            <p:cNvSpPr txBox="1"/>
            <p:nvPr/>
          </p:nvSpPr>
          <p:spPr>
            <a:xfrm>
              <a:off x="1988603" y="48307"/>
              <a:ext cx="1152007" cy="323744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여백 </a:t>
              </a:r>
              <a:r>
                <a:rPr lang="en-US" altLang="ko-KR" sz="1200" dirty="0">
                  <a:solidFill>
                    <a:srgbClr val="C00000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63.5dp</a:t>
              </a:r>
              <a:endParaRPr lang="ko-KR" altLang="en-US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5023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5" r="5095"/>
          <a:stretch>
            <a:fillRect/>
          </a:stretch>
        </p:blipFill>
        <p:spPr>
          <a:xfrm>
            <a:off x="3433725" y="3358531"/>
            <a:ext cx="569080" cy="789962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622837"/>
              </p:ext>
            </p:extLst>
          </p:nvPr>
        </p:nvGraphicFramePr>
        <p:xfrm>
          <a:off x="512763" y="1545496"/>
          <a:ext cx="4103687" cy="4984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241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586241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2299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792468"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08F9B3A-FF60-B994-5ED7-EC56E28A0752}"/>
              </a:ext>
            </a:extLst>
          </p:cNvPr>
          <p:cNvSpPr txBox="1"/>
          <p:nvPr/>
        </p:nvSpPr>
        <p:spPr>
          <a:xfrm>
            <a:off x="1269240" y="403743"/>
            <a:ext cx="2590734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45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B077D3-4990-5267-FB23-DA40C2E0B6E4}"/>
              </a:ext>
            </a:extLst>
          </p:cNvPr>
          <p:cNvSpPr txBox="1"/>
          <p:nvPr/>
        </p:nvSpPr>
        <p:spPr>
          <a:xfrm>
            <a:off x="1269240" y="392652"/>
            <a:ext cx="2590734" cy="3225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96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1496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B9779E5-B85E-2A33-DD8D-54C922063441}"/>
              </a:ext>
            </a:extLst>
          </p:cNvPr>
          <p:cNvSpPr/>
          <p:nvPr/>
        </p:nvSpPr>
        <p:spPr>
          <a:xfrm>
            <a:off x="3449901" y="4036881"/>
            <a:ext cx="80775" cy="80775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748" dirty="0">
              <a:solidFill>
                <a:srgbClr val="FAF8F4"/>
              </a:solidFill>
              <a:latin typeface="Cavorting" panose="000B0504000000000004" pitchFamily="34" charset="0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1C88877-AF80-6490-A2B0-B530BCB8C8D4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49B4AB-17F1-6B05-8FE0-3A466BF1845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0C86895-8B82-BC90-CE09-4B74C04B39D1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2B4ED50-0A63-1D55-FF40-DA6441B5B715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5D17896-7D22-23EF-BE3B-85F96910E8CD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A57B3E4-043D-1082-5B70-1DFE2BD3A156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AB2099C-C4AF-3DBB-22C6-A10FFBD405AE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19E41AA-CCA3-2B0A-A9E3-3F694EB304C6}"/>
              </a:ext>
            </a:extLst>
          </p:cNvPr>
          <p:cNvSpPr txBox="1"/>
          <p:nvPr/>
        </p:nvSpPr>
        <p:spPr>
          <a:xfrm>
            <a:off x="2181265" y="65935"/>
            <a:ext cx="7666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63.5dp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5844D0-B749-1839-0D79-C9FE5F5258C5}"/>
              </a:ext>
            </a:extLst>
          </p:cNvPr>
          <p:cNvSpPr txBox="1"/>
          <p:nvPr/>
        </p:nvSpPr>
        <p:spPr>
          <a:xfrm>
            <a:off x="2283443" y="6542505"/>
            <a:ext cx="5762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45dp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70B2BD-5D1E-60D5-660D-89CDFE2EEE75}"/>
              </a:ext>
            </a:extLst>
          </p:cNvPr>
          <p:cNvSpPr txBox="1"/>
          <p:nvPr/>
        </p:nvSpPr>
        <p:spPr>
          <a:xfrm>
            <a:off x="-63499" y="3281770"/>
            <a:ext cx="5762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71dp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252718-733E-DBF1-1EB4-8D3EAF270925}"/>
              </a:ext>
            </a:extLst>
          </p:cNvPr>
          <p:cNvSpPr txBox="1"/>
          <p:nvPr/>
        </p:nvSpPr>
        <p:spPr>
          <a:xfrm>
            <a:off x="4582485" y="3281770"/>
            <a:ext cx="5762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71dp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9EA5B4-9875-09A3-4A64-800B3DB926FF}"/>
              </a:ext>
            </a:extLst>
          </p:cNvPr>
          <p:cNvSpPr txBox="1"/>
          <p:nvPr/>
        </p:nvSpPr>
        <p:spPr>
          <a:xfrm>
            <a:off x="1568589" y="318700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26sp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1AC4F2-A983-6C56-6D6F-A9054C96ED7A}"/>
              </a:ext>
            </a:extLst>
          </p:cNvPr>
          <p:cNvSpPr txBox="1"/>
          <p:nvPr/>
        </p:nvSpPr>
        <p:spPr>
          <a:xfrm>
            <a:off x="1092339" y="457200"/>
            <a:ext cx="8863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1200" dirty="0">
                <a:solidFill>
                  <a:srgbClr val="C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78sp</a:t>
            </a:r>
            <a:endParaRPr lang="ko-KR" altLang="en-US" sz="1200" dirty="0">
              <a:solidFill>
                <a:srgbClr val="C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0" y="1549163"/>
            <a:ext cx="4039250" cy="4967631"/>
          </a:xfrm>
          <a:custGeom>
            <a:avLst/>
            <a:gdLst>
              <a:gd name="csX0" fmla="*/ 0 w 4039250"/>
              <a:gd name="csY0" fmla="*/ 0 h 4967631"/>
              <a:gd name="csX1" fmla="*/ 632816 w 4039250"/>
              <a:gd name="csY1" fmla="*/ 0 h 4967631"/>
              <a:gd name="csX2" fmla="*/ 1184847 w 4039250"/>
              <a:gd name="csY2" fmla="*/ 0 h 4967631"/>
              <a:gd name="csX3" fmla="*/ 1938840 w 4039250"/>
              <a:gd name="csY3" fmla="*/ 0 h 4967631"/>
              <a:gd name="csX4" fmla="*/ 2571656 w 4039250"/>
              <a:gd name="csY4" fmla="*/ 0 h 4967631"/>
              <a:gd name="csX5" fmla="*/ 3204472 w 4039250"/>
              <a:gd name="csY5" fmla="*/ 0 h 4967631"/>
              <a:gd name="csX6" fmla="*/ 4039250 w 4039250"/>
              <a:gd name="csY6" fmla="*/ 0 h 4967631"/>
              <a:gd name="csX7" fmla="*/ 4039250 w 4039250"/>
              <a:gd name="csY7" fmla="*/ 521601 h 4967631"/>
              <a:gd name="csX8" fmla="*/ 4039250 w 4039250"/>
              <a:gd name="csY8" fmla="*/ 1142555 h 4967631"/>
              <a:gd name="csX9" fmla="*/ 4039250 w 4039250"/>
              <a:gd name="csY9" fmla="*/ 1664156 h 4967631"/>
              <a:gd name="csX10" fmla="*/ 4039250 w 4039250"/>
              <a:gd name="csY10" fmla="*/ 2185758 h 4967631"/>
              <a:gd name="csX11" fmla="*/ 4039250 w 4039250"/>
              <a:gd name="csY11" fmla="*/ 2806712 h 4967631"/>
              <a:gd name="csX12" fmla="*/ 4039250 w 4039250"/>
              <a:gd name="csY12" fmla="*/ 3477342 h 4967631"/>
              <a:gd name="csX13" fmla="*/ 4039250 w 4039250"/>
              <a:gd name="csY13" fmla="*/ 3949267 h 4967631"/>
              <a:gd name="csX14" fmla="*/ 4039250 w 4039250"/>
              <a:gd name="csY14" fmla="*/ 4967631 h 4967631"/>
              <a:gd name="csX15" fmla="*/ 3366042 w 4039250"/>
              <a:gd name="csY15" fmla="*/ 4967631 h 4967631"/>
              <a:gd name="csX16" fmla="*/ 2692833 w 4039250"/>
              <a:gd name="csY16" fmla="*/ 4967631 h 4967631"/>
              <a:gd name="csX17" fmla="*/ 1938840 w 4039250"/>
              <a:gd name="csY17" fmla="*/ 4967631 h 4967631"/>
              <a:gd name="csX18" fmla="*/ 1265632 w 4039250"/>
              <a:gd name="csY18" fmla="*/ 4967631 h 4967631"/>
              <a:gd name="csX19" fmla="*/ 713601 w 4039250"/>
              <a:gd name="csY19" fmla="*/ 4967631 h 4967631"/>
              <a:gd name="csX20" fmla="*/ 0 w 4039250"/>
              <a:gd name="csY20" fmla="*/ 4967631 h 4967631"/>
              <a:gd name="csX21" fmla="*/ 0 w 4039250"/>
              <a:gd name="csY21" fmla="*/ 4247325 h 4967631"/>
              <a:gd name="csX22" fmla="*/ 0 w 4039250"/>
              <a:gd name="csY22" fmla="*/ 3527018 h 4967631"/>
              <a:gd name="csX23" fmla="*/ 0 w 4039250"/>
              <a:gd name="csY23" fmla="*/ 2906064 h 4967631"/>
              <a:gd name="csX24" fmla="*/ 0 w 4039250"/>
              <a:gd name="csY24" fmla="*/ 2334787 h 4967631"/>
              <a:gd name="csX25" fmla="*/ 0 w 4039250"/>
              <a:gd name="csY25" fmla="*/ 1862862 h 4967631"/>
              <a:gd name="csX26" fmla="*/ 0 w 4039250"/>
              <a:gd name="csY26" fmla="*/ 1390937 h 4967631"/>
              <a:gd name="csX27" fmla="*/ 0 w 4039250"/>
              <a:gd name="csY27" fmla="*/ 720306 h 4967631"/>
              <a:gd name="csX28" fmla="*/ 0 w 4039250"/>
              <a:gd name="csY28" fmla="*/ 0 h 49676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4039250" h="4967631" extrusionOk="0">
                <a:moveTo>
                  <a:pt x="0" y="0"/>
                </a:moveTo>
                <a:cubicBezTo>
                  <a:pt x="208611" y="9836"/>
                  <a:pt x="416821" y="28679"/>
                  <a:pt x="632816" y="0"/>
                </a:cubicBezTo>
                <a:cubicBezTo>
                  <a:pt x="848811" y="-28679"/>
                  <a:pt x="1022106" y="-19346"/>
                  <a:pt x="1184847" y="0"/>
                </a:cubicBezTo>
                <a:cubicBezTo>
                  <a:pt x="1347588" y="19346"/>
                  <a:pt x="1589287" y="-6160"/>
                  <a:pt x="1938840" y="0"/>
                </a:cubicBezTo>
                <a:cubicBezTo>
                  <a:pt x="2288393" y="6160"/>
                  <a:pt x="2324309" y="26863"/>
                  <a:pt x="2571656" y="0"/>
                </a:cubicBezTo>
                <a:cubicBezTo>
                  <a:pt x="2819003" y="-26863"/>
                  <a:pt x="2895180" y="15226"/>
                  <a:pt x="3204472" y="0"/>
                </a:cubicBezTo>
                <a:cubicBezTo>
                  <a:pt x="3513764" y="-15226"/>
                  <a:pt x="3719181" y="30484"/>
                  <a:pt x="4039250" y="0"/>
                </a:cubicBezTo>
                <a:cubicBezTo>
                  <a:pt x="4053584" y="122598"/>
                  <a:pt x="4017435" y="342461"/>
                  <a:pt x="4039250" y="521601"/>
                </a:cubicBezTo>
                <a:cubicBezTo>
                  <a:pt x="4061065" y="700741"/>
                  <a:pt x="4015802" y="910364"/>
                  <a:pt x="4039250" y="1142555"/>
                </a:cubicBezTo>
                <a:cubicBezTo>
                  <a:pt x="4062698" y="1374746"/>
                  <a:pt x="4054956" y="1501649"/>
                  <a:pt x="4039250" y="1664156"/>
                </a:cubicBezTo>
                <a:cubicBezTo>
                  <a:pt x="4023544" y="1826663"/>
                  <a:pt x="4013615" y="1925106"/>
                  <a:pt x="4039250" y="2185758"/>
                </a:cubicBezTo>
                <a:cubicBezTo>
                  <a:pt x="4064885" y="2446410"/>
                  <a:pt x="4068446" y="2628188"/>
                  <a:pt x="4039250" y="2806712"/>
                </a:cubicBezTo>
                <a:cubicBezTo>
                  <a:pt x="4010054" y="2985236"/>
                  <a:pt x="4029987" y="3275251"/>
                  <a:pt x="4039250" y="3477342"/>
                </a:cubicBezTo>
                <a:cubicBezTo>
                  <a:pt x="4048514" y="3679433"/>
                  <a:pt x="4025034" y="3715677"/>
                  <a:pt x="4039250" y="3949267"/>
                </a:cubicBezTo>
                <a:cubicBezTo>
                  <a:pt x="4053466" y="4182857"/>
                  <a:pt x="3997488" y="4531535"/>
                  <a:pt x="4039250" y="4967631"/>
                </a:cubicBezTo>
                <a:cubicBezTo>
                  <a:pt x="3755445" y="4993816"/>
                  <a:pt x="3677688" y="4995952"/>
                  <a:pt x="3366042" y="4967631"/>
                </a:cubicBezTo>
                <a:cubicBezTo>
                  <a:pt x="3054396" y="4939310"/>
                  <a:pt x="2851390" y="4999121"/>
                  <a:pt x="2692833" y="4967631"/>
                </a:cubicBezTo>
                <a:cubicBezTo>
                  <a:pt x="2534276" y="4936141"/>
                  <a:pt x="2140330" y="4939949"/>
                  <a:pt x="1938840" y="4967631"/>
                </a:cubicBezTo>
                <a:cubicBezTo>
                  <a:pt x="1737350" y="4995313"/>
                  <a:pt x="1414960" y="4959814"/>
                  <a:pt x="1265632" y="4967631"/>
                </a:cubicBezTo>
                <a:cubicBezTo>
                  <a:pt x="1116304" y="4975448"/>
                  <a:pt x="891641" y="4974528"/>
                  <a:pt x="713601" y="4967631"/>
                </a:cubicBezTo>
                <a:cubicBezTo>
                  <a:pt x="535561" y="4960734"/>
                  <a:pt x="187929" y="4993061"/>
                  <a:pt x="0" y="4967631"/>
                </a:cubicBezTo>
                <a:cubicBezTo>
                  <a:pt x="35907" y="4792266"/>
                  <a:pt x="2795" y="4446094"/>
                  <a:pt x="0" y="4247325"/>
                </a:cubicBezTo>
                <a:cubicBezTo>
                  <a:pt x="-2795" y="4048556"/>
                  <a:pt x="-15103" y="3807808"/>
                  <a:pt x="0" y="3527018"/>
                </a:cubicBezTo>
                <a:cubicBezTo>
                  <a:pt x="15103" y="3246228"/>
                  <a:pt x="-14013" y="3175542"/>
                  <a:pt x="0" y="2906064"/>
                </a:cubicBezTo>
                <a:cubicBezTo>
                  <a:pt x="14013" y="2636586"/>
                  <a:pt x="24057" y="2571119"/>
                  <a:pt x="0" y="2334787"/>
                </a:cubicBezTo>
                <a:cubicBezTo>
                  <a:pt x="-24057" y="2098455"/>
                  <a:pt x="-1527" y="1982166"/>
                  <a:pt x="0" y="1862862"/>
                </a:cubicBezTo>
                <a:cubicBezTo>
                  <a:pt x="1527" y="1743559"/>
                  <a:pt x="-7712" y="1599906"/>
                  <a:pt x="0" y="1390937"/>
                </a:cubicBezTo>
                <a:cubicBezTo>
                  <a:pt x="7712" y="1181968"/>
                  <a:pt x="-13126" y="990870"/>
                  <a:pt x="0" y="720306"/>
                </a:cubicBezTo>
                <a:cubicBezTo>
                  <a:pt x="13126" y="449742"/>
                  <a:pt x="287" y="308989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3498781" y="1019723"/>
            <a:ext cx="1085448" cy="552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2992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2992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2992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544981" y="1019723"/>
            <a:ext cx="1207800" cy="552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992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2992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D3160C-5D4E-62E3-BF27-55F94C49D95D}"/>
              </a:ext>
            </a:extLst>
          </p:cNvPr>
          <p:cNvSpPr txBox="1"/>
          <p:nvPr/>
        </p:nvSpPr>
        <p:spPr>
          <a:xfrm>
            <a:off x="1269240" y="403743"/>
            <a:ext cx="2590734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45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524B29-26BF-AB9C-53D2-56B9D17F1CBB}"/>
              </a:ext>
            </a:extLst>
          </p:cNvPr>
          <p:cNvSpPr txBox="1"/>
          <p:nvPr/>
        </p:nvSpPr>
        <p:spPr>
          <a:xfrm>
            <a:off x="1269240" y="392652"/>
            <a:ext cx="2590734" cy="3225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96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1496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81574-0553-84D3-58DD-FAD37F3B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DA198A0-FFBA-B677-3273-49C5E5B75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0" y="1549163"/>
            <a:ext cx="4039250" cy="4967631"/>
          </a:xfrm>
          <a:custGeom>
            <a:avLst/>
            <a:gdLst>
              <a:gd name="csX0" fmla="*/ 0 w 4039250"/>
              <a:gd name="csY0" fmla="*/ 0 h 4967631"/>
              <a:gd name="csX1" fmla="*/ 632816 w 4039250"/>
              <a:gd name="csY1" fmla="*/ 0 h 4967631"/>
              <a:gd name="csX2" fmla="*/ 1184847 w 4039250"/>
              <a:gd name="csY2" fmla="*/ 0 h 4967631"/>
              <a:gd name="csX3" fmla="*/ 1938840 w 4039250"/>
              <a:gd name="csY3" fmla="*/ 0 h 4967631"/>
              <a:gd name="csX4" fmla="*/ 2571656 w 4039250"/>
              <a:gd name="csY4" fmla="*/ 0 h 4967631"/>
              <a:gd name="csX5" fmla="*/ 3204472 w 4039250"/>
              <a:gd name="csY5" fmla="*/ 0 h 4967631"/>
              <a:gd name="csX6" fmla="*/ 4039250 w 4039250"/>
              <a:gd name="csY6" fmla="*/ 0 h 4967631"/>
              <a:gd name="csX7" fmla="*/ 4039250 w 4039250"/>
              <a:gd name="csY7" fmla="*/ 521601 h 4967631"/>
              <a:gd name="csX8" fmla="*/ 4039250 w 4039250"/>
              <a:gd name="csY8" fmla="*/ 1142555 h 4967631"/>
              <a:gd name="csX9" fmla="*/ 4039250 w 4039250"/>
              <a:gd name="csY9" fmla="*/ 1664156 h 4967631"/>
              <a:gd name="csX10" fmla="*/ 4039250 w 4039250"/>
              <a:gd name="csY10" fmla="*/ 2185758 h 4967631"/>
              <a:gd name="csX11" fmla="*/ 4039250 w 4039250"/>
              <a:gd name="csY11" fmla="*/ 2806712 h 4967631"/>
              <a:gd name="csX12" fmla="*/ 4039250 w 4039250"/>
              <a:gd name="csY12" fmla="*/ 3477342 h 4967631"/>
              <a:gd name="csX13" fmla="*/ 4039250 w 4039250"/>
              <a:gd name="csY13" fmla="*/ 3949267 h 4967631"/>
              <a:gd name="csX14" fmla="*/ 4039250 w 4039250"/>
              <a:gd name="csY14" fmla="*/ 4967631 h 4967631"/>
              <a:gd name="csX15" fmla="*/ 3366042 w 4039250"/>
              <a:gd name="csY15" fmla="*/ 4967631 h 4967631"/>
              <a:gd name="csX16" fmla="*/ 2692833 w 4039250"/>
              <a:gd name="csY16" fmla="*/ 4967631 h 4967631"/>
              <a:gd name="csX17" fmla="*/ 1938840 w 4039250"/>
              <a:gd name="csY17" fmla="*/ 4967631 h 4967631"/>
              <a:gd name="csX18" fmla="*/ 1265632 w 4039250"/>
              <a:gd name="csY18" fmla="*/ 4967631 h 4967631"/>
              <a:gd name="csX19" fmla="*/ 713601 w 4039250"/>
              <a:gd name="csY19" fmla="*/ 4967631 h 4967631"/>
              <a:gd name="csX20" fmla="*/ 0 w 4039250"/>
              <a:gd name="csY20" fmla="*/ 4967631 h 4967631"/>
              <a:gd name="csX21" fmla="*/ 0 w 4039250"/>
              <a:gd name="csY21" fmla="*/ 4247325 h 4967631"/>
              <a:gd name="csX22" fmla="*/ 0 w 4039250"/>
              <a:gd name="csY22" fmla="*/ 3527018 h 4967631"/>
              <a:gd name="csX23" fmla="*/ 0 w 4039250"/>
              <a:gd name="csY23" fmla="*/ 2906064 h 4967631"/>
              <a:gd name="csX24" fmla="*/ 0 w 4039250"/>
              <a:gd name="csY24" fmla="*/ 2334787 h 4967631"/>
              <a:gd name="csX25" fmla="*/ 0 w 4039250"/>
              <a:gd name="csY25" fmla="*/ 1862862 h 4967631"/>
              <a:gd name="csX26" fmla="*/ 0 w 4039250"/>
              <a:gd name="csY26" fmla="*/ 1390937 h 4967631"/>
              <a:gd name="csX27" fmla="*/ 0 w 4039250"/>
              <a:gd name="csY27" fmla="*/ 720306 h 4967631"/>
              <a:gd name="csX28" fmla="*/ 0 w 4039250"/>
              <a:gd name="csY28" fmla="*/ 0 h 49676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4039250" h="4967631" extrusionOk="0">
                <a:moveTo>
                  <a:pt x="0" y="0"/>
                </a:moveTo>
                <a:cubicBezTo>
                  <a:pt x="208611" y="9836"/>
                  <a:pt x="416821" y="28679"/>
                  <a:pt x="632816" y="0"/>
                </a:cubicBezTo>
                <a:cubicBezTo>
                  <a:pt x="848811" y="-28679"/>
                  <a:pt x="1022106" y="-19346"/>
                  <a:pt x="1184847" y="0"/>
                </a:cubicBezTo>
                <a:cubicBezTo>
                  <a:pt x="1347588" y="19346"/>
                  <a:pt x="1589287" y="-6160"/>
                  <a:pt x="1938840" y="0"/>
                </a:cubicBezTo>
                <a:cubicBezTo>
                  <a:pt x="2288393" y="6160"/>
                  <a:pt x="2324309" y="26863"/>
                  <a:pt x="2571656" y="0"/>
                </a:cubicBezTo>
                <a:cubicBezTo>
                  <a:pt x="2819003" y="-26863"/>
                  <a:pt x="2895180" y="15226"/>
                  <a:pt x="3204472" y="0"/>
                </a:cubicBezTo>
                <a:cubicBezTo>
                  <a:pt x="3513764" y="-15226"/>
                  <a:pt x="3719181" y="30484"/>
                  <a:pt x="4039250" y="0"/>
                </a:cubicBezTo>
                <a:cubicBezTo>
                  <a:pt x="4053584" y="122598"/>
                  <a:pt x="4017435" y="342461"/>
                  <a:pt x="4039250" y="521601"/>
                </a:cubicBezTo>
                <a:cubicBezTo>
                  <a:pt x="4061065" y="700741"/>
                  <a:pt x="4015802" y="910364"/>
                  <a:pt x="4039250" y="1142555"/>
                </a:cubicBezTo>
                <a:cubicBezTo>
                  <a:pt x="4062698" y="1374746"/>
                  <a:pt x="4054956" y="1501649"/>
                  <a:pt x="4039250" y="1664156"/>
                </a:cubicBezTo>
                <a:cubicBezTo>
                  <a:pt x="4023544" y="1826663"/>
                  <a:pt x="4013615" y="1925106"/>
                  <a:pt x="4039250" y="2185758"/>
                </a:cubicBezTo>
                <a:cubicBezTo>
                  <a:pt x="4064885" y="2446410"/>
                  <a:pt x="4068446" y="2628188"/>
                  <a:pt x="4039250" y="2806712"/>
                </a:cubicBezTo>
                <a:cubicBezTo>
                  <a:pt x="4010054" y="2985236"/>
                  <a:pt x="4029987" y="3275251"/>
                  <a:pt x="4039250" y="3477342"/>
                </a:cubicBezTo>
                <a:cubicBezTo>
                  <a:pt x="4048514" y="3679433"/>
                  <a:pt x="4025034" y="3715677"/>
                  <a:pt x="4039250" y="3949267"/>
                </a:cubicBezTo>
                <a:cubicBezTo>
                  <a:pt x="4053466" y="4182857"/>
                  <a:pt x="3997488" y="4531535"/>
                  <a:pt x="4039250" y="4967631"/>
                </a:cubicBezTo>
                <a:cubicBezTo>
                  <a:pt x="3755445" y="4993816"/>
                  <a:pt x="3677688" y="4995952"/>
                  <a:pt x="3366042" y="4967631"/>
                </a:cubicBezTo>
                <a:cubicBezTo>
                  <a:pt x="3054396" y="4939310"/>
                  <a:pt x="2851390" y="4999121"/>
                  <a:pt x="2692833" y="4967631"/>
                </a:cubicBezTo>
                <a:cubicBezTo>
                  <a:pt x="2534276" y="4936141"/>
                  <a:pt x="2140330" y="4939949"/>
                  <a:pt x="1938840" y="4967631"/>
                </a:cubicBezTo>
                <a:cubicBezTo>
                  <a:pt x="1737350" y="4995313"/>
                  <a:pt x="1414960" y="4959814"/>
                  <a:pt x="1265632" y="4967631"/>
                </a:cubicBezTo>
                <a:cubicBezTo>
                  <a:pt x="1116304" y="4975448"/>
                  <a:pt x="891641" y="4974528"/>
                  <a:pt x="713601" y="4967631"/>
                </a:cubicBezTo>
                <a:cubicBezTo>
                  <a:pt x="535561" y="4960734"/>
                  <a:pt x="187929" y="4993061"/>
                  <a:pt x="0" y="4967631"/>
                </a:cubicBezTo>
                <a:cubicBezTo>
                  <a:pt x="35907" y="4792266"/>
                  <a:pt x="2795" y="4446094"/>
                  <a:pt x="0" y="4247325"/>
                </a:cubicBezTo>
                <a:cubicBezTo>
                  <a:pt x="-2795" y="4048556"/>
                  <a:pt x="-15103" y="3807808"/>
                  <a:pt x="0" y="3527018"/>
                </a:cubicBezTo>
                <a:cubicBezTo>
                  <a:pt x="15103" y="3246228"/>
                  <a:pt x="-14013" y="3175542"/>
                  <a:pt x="0" y="2906064"/>
                </a:cubicBezTo>
                <a:cubicBezTo>
                  <a:pt x="14013" y="2636586"/>
                  <a:pt x="24057" y="2571119"/>
                  <a:pt x="0" y="2334787"/>
                </a:cubicBezTo>
                <a:cubicBezTo>
                  <a:pt x="-24057" y="2098455"/>
                  <a:pt x="-1527" y="1982166"/>
                  <a:pt x="0" y="1862862"/>
                </a:cubicBezTo>
                <a:cubicBezTo>
                  <a:pt x="1527" y="1743559"/>
                  <a:pt x="-7712" y="1599906"/>
                  <a:pt x="0" y="1390937"/>
                </a:cubicBezTo>
                <a:cubicBezTo>
                  <a:pt x="7712" y="1181968"/>
                  <a:pt x="-13126" y="990870"/>
                  <a:pt x="0" y="720306"/>
                </a:cubicBezTo>
                <a:cubicBezTo>
                  <a:pt x="13126" y="449742"/>
                  <a:pt x="287" y="308989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7F48BB-7676-5828-30AF-9CFA634A3F4D}"/>
              </a:ext>
            </a:extLst>
          </p:cNvPr>
          <p:cNvSpPr txBox="1"/>
          <p:nvPr/>
        </p:nvSpPr>
        <p:spPr>
          <a:xfrm>
            <a:off x="1269240" y="403743"/>
            <a:ext cx="2590734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487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4487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0BFE8-4744-3DFA-71F4-CC3A9703634D}"/>
              </a:ext>
            </a:extLst>
          </p:cNvPr>
          <p:cNvSpPr txBox="1"/>
          <p:nvPr/>
        </p:nvSpPr>
        <p:spPr>
          <a:xfrm>
            <a:off x="1269240" y="392652"/>
            <a:ext cx="2590734" cy="3225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96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1496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629BD4-4E75-1B6A-C634-34B425AA762A}"/>
              </a:ext>
            </a:extLst>
          </p:cNvPr>
          <p:cNvSpPr txBox="1"/>
          <p:nvPr/>
        </p:nvSpPr>
        <p:spPr>
          <a:xfrm>
            <a:off x="3498781" y="1019723"/>
            <a:ext cx="1085448" cy="552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2992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2992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2992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E169A-B6D3-4299-5BDB-28C5BFFB35E6}"/>
              </a:ext>
            </a:extLst>
          </p:cNvPr>
          <p:cNvSpPr txBox="1"/>
          <p:nvPr/>
        </p:nvSpPr>
        <p:spPr>
          <a:xfrm>
            <a:off x="544981" y="1019723"/>
            <a:ext cx="1207800" cy="552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992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2992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B444C-81EA-AA71-F405-1D3C63463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279"/>
            <a:ext cx="5129213" cy="6787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747C64-CFFD-5E0F-DD22-A42ACBACECB0}"/>
              </a:ext>
            </a:extLst>
          </p:cNvPr>
          <p:cNvSpPr txBox="1"/>
          <p:nvPr/>
        </p:nvSpPr>
        <p:spPr>
          <a:xfrm>
            <a:off x="5398752" y="517725"/>
            <a:ext cx="2590734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487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4487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E421F-A6B6-A8CC-FA76-078F838BAF15}"/>
              </a:ext>
            </a:extLst>
          </p:cNvPr>
          <p:cNvSpPr txBox="1"/>
          <p:nvPr/>
        </p:nvSpPr>
        <p:spPr>
          <a:xfrm>
            <a:off x="5398752" y="506634"/>
            <a:ext cx="2590734" cy="3225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96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1496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AE5C0-4FE2-BF8D-8805-6BB893E57CFE}"/>
              </a:ext>
            </a:extLst>
          </p:cNvPr>
          <p:cNvSpPr txBox="1"/>
          <p:nvPr/>
        </p:nvSpPr>
        <p:spPr>
          <a:xfrm>
            <a:off x="1269238" y="539090"/>
            <a:ext cx="2590734" cy="36856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795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August </a:t>
            </a:r>
            <a:endParaRPr lang="ko-KR" altLang="en-US" sz="1795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4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96772-A1A1-D03E-9EA1-BA49E89C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56034882-8445-0AC9-B82C-C0638E90CE31}"/>
              </a:ext>
            </a:extLst>
          </p:cNvPr>
          <p:cNvGrpSpPr/>
          <p:nvPr/>
        </p:nvGrpSpPr>
        <p:grpSpPr>
          <a:xfrm>
            <a:off x="5377575" y="795"/>
            <a:ext cx="766682" cy="5503044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94FDA7E-510A-90A2-58F1-B983242AFB4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C2A25EF-410C-3AFA-2976-9000915F7DC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8516A0E-EDE8-C771-B6DC-CB09DA985F3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AEFCBC9-41B8-8E64-0C3E-CD8A25C7D8AC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61957D0-E273-236B-6B73-4FF3872AFA1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9A9E7F8-68B1-83F8-89F0-2304D8ADA66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5536C06-1ECE-0CC7-4F43-A304A37E539B}"/>
              </a:ext>
            </a:extLst>
          </p:cNvPr>
          <p:cNvSpPr txBox="1"/>
          <p:nvPr/>
        </p:nvSpPr>
        <p:spPr>
          <a:xfrm>
            <a:off x="388740" y="457912"/>
            <a:ext cx="4351732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487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Setting</a:t>
            </a:r>
            <a:endParaRPr lang="ko-KR" altLang="en-US" sz="4487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D088CCE-BE5F-8ADE-A995-14630C95B11E}"/>
              </a:ext>
            </a:extLst>
          </p:cNvPr>
          <p:cNvGrpSpPr/>
          <p:nvPr/>
        </p:nvGrpSpPr>
        <p:grpSpPr>
          <a:xfrm>
            <a:off x="544979" y="5929338"/>
            <a:ext cx="4039254" cy="587458"/>
            <a:chOff x="728663" y="7926741"/>
            <a:chExt cx="5400674" cy="785459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0B50207-080B-0127-C76D-E9D5DCDC2BD3}"/>
                </a:ext>
              </a:extLst>
            </p:cNvPr>
            <p:cNvSpPr/>
            <p:nvPr/>
          </p:nvSpPr>
          <p:spPr>
            <a:xfrm>
              <a:off x="728663" y="814578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2A6CF2F7-9916-7449-609B-B95CE4AAC16B}"/>
                </a:ext>
              </a:extLst>
            </p:cNvPr>
            <p:cNvGrpSpPr/>
            <p:nvPr/>
          </p:nvGrpSpPr>
          <p:grpSpPr>
            <a:xfrm>
              <a:off x="2521259" y="8281429"/>
              <a:ext cx="280633" cy="295122"/>
              <a:chOff x="7230961" y="4648200"/>
              <a:chExt cx="533400" cy="7620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0AFB7206-2A04-C237-7603-11E620DD26B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4CD0B96-B692-8F03-44AF-88911CBB4B6C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290EF5EA-0B50-A0E7-DA3B-A4A0FF0C5B8A}"/>
                </a:ext>
              </a:extLst>
            </p:cNvPr>
            <p:cNvGrpSpPr/>
            <p:nvPr/>
          </p:nvGrpSpPr>
          <p:grpSpPr>
            <a:xfrm>
              <a:off x="3901314" y="8281429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96C3CF3D-3448-2F7F-83E1-3C53B49C7247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5BED7E4D-6464-3E86-DCA0-DC7FCD648534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081"/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F8F7C4B7-3833-1728-507A-BD5A38D147B9}"/>
                </a:ext>
              </a:extLst>
            </p:cNvPr>
            <p:cNvGrpSpPr/>
            <p:nvPr/>
          </p:nvGrpSpPr>
          <p:grpSpPr>
            <a:xfrm>
              <a:off x="5155553" y="7926741"/>
              <a:ext cx="575732" cy="575732"/>
              <a:chOff x="5155553" y="7926741"/>
              <a:chExt cx="575732" cy="575732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8DE9830D-BD56-D52F-3EA7-B2F7B7B768E0}"/>
                  </a:ext>
                </a:extLst>
              </p:cNvPr>
              <p:cNvSpPr/>
              <p:nvPr/>
            </p:nvSpPr>
            <p:spPr>
              <a:xfrm>
                <a:off x="5155553" y="7926741"/>
                <a:ext cx="575732" cy="575732"/>
              </a:xfrm>
              <a:prstGeom prst="ellipse">
                <a:avLst/>
              </a:prstGeom>
              <a:solidFill>
                <a:srgbClr val="1E2D4C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  <p:sp>
            <p:nvSpPr>
              <p:cNvPr id="11" name="그래픽 9" descr="단일 톱니바퀴 단색으로 채워진">
                <a:extLst>
                  <a:ext uri="{FF2B5EF4-FFF2-40B4-BE49-F238E27FC236}">
                    <a16:creationId xmlns:a16="http://schemas.microsoft.com/office/drawing/2014/main" id="{C119262D-5E12-99D1-7E46-5D215043DC33}"/>
                  </a:ext>
                </a:extLst>
              </p:cNvPr>
              <p:cNvSpPr/>
              <p:nvPr/>
            </p:nvSpPr>
            <p:spPr>
              <a:xfrm>
                <a:off x="5295858" y="8067046"/>
                <a:ext cx="295122" cy="295122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FAF8F4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/>
              </a:p>
            </p:txBody>
          </p:sp>
        </p:grpSp>
        <p:sp>
          <p:nvSpPr>
            <p:cNvPr id="9" name="그래픽 15" descr="주택 윤곽선">
              <a:extLst>
                <a:ext uri="{FF2B5EF4-FFF2-40B4-BE49-F238E27FC236}">
                  <a16:creationId xmlns:a16="http://schemas.microsoft.com/office/drawing/2014/main" id="{62C7DB6E-6E84-FAF5-2654-E6B1EEB44860}"/>
                </a:ext>
              </a:extLst>
            </p:cNvPr>
            <p:cNvSpPr>
              <a:spLocks/>
            </p:cNvSpPr>
            <p:nvPr/>
          </p:nvSpPr>
          <p:spPr>
            <a:xfrm>
              <a:off x="1267020" y="8281429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081" dirty="0"/>
            </a:p>
          </p:txBody>
        </p:sp>
      </p:grp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38C7736-B7FC-12FF-FA6C-22FCFB02877C}"/>
              </a:ext>
            </a:extLst>
          </p:cNvPr>
          <p:cNvSpPr/>
          <p:nvPr/>
        </p:nvSpPr>
        <p:spPr>
          <a:xfrm>
            <a:off x="512762" y="1544639"/>
            <a:ext cx="4103687" cy="4279764"/>
          </a:xfrm>
          <a:prstGeom prst="roundRect">
            <a:avLst/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</p:spTree>
    <p:extLst>
      <p:ext uri="{BB962C8B-B14F-4D97-AF65-F5344CB8AC3E}">
        <p14:creationId xmlns:p14="http://schemas.microsoft.com/office/powerpoint/2010/main" val="2007300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002DE-C292-67C1-4C9C-C8602DA15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F7E6F14-A717-494C-6474-7E4B0E6537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3000"/>
            <a:ext cx="5129213" cy="679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23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29DACA-1948-4C6A-AC4F-A8DB9F443F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cb5c456-d79f-4e99-8698-fce3db2fef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1153</TotalTime>
  <Words>203</Words>
  <Application>Microsoft Office PowerPoint</Application>
  <PresentationFormat>사용자 지정</PresentationFormat>
  <Paragraphs>152</Paragraphs>
  <Slides>11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Pretendard Medium</vt:lpstr>
      <vt:lpstr>맑은 고딕</vt:lpstr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10</cp:revision>
  <dcterms:created xsi:type="dcterms:W3CDTF">2026-08-13T10:59:55Z</dcterms:created>
  <dcterms:modified xsi:type="dcterms:W3CDTF">2026-08-14T12:44:33Z</dcterms:modified>
</cp:coreProperties>
</file>