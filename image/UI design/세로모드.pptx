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0" r:id="rId2"/>
    <p:sldId id="262" r:id="rId3"/>
    <p:sldId id="256" r:id="rId4"/>
    <p:sldId id="258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88" userDrawn="1">
          <p15:clr>
            <a:srgbClr val="A4A3A4"/>
          </p15:clr>
        </p15:guide>
        <p15:guide id="2" pos="459" userDrawn="1">
          <p15:clr>
            <a:srgbClr val="A4A3A4"/>
          </p15:clr>
        </p15:guide>
        <p15:guide id="3" pos="3861" userDrawn="1">
          <p15:clr>
            <a:srgbClr val="A4A3A4"/>
          </p15:clr>
        </p15:guide>
        <p15:guide id="4" orient="horz" pos="1066" userDrawn="1">
          <p15:clr>
            <a:srgbClr val="A4A3A4"/>
          </p15:clr>
        </p15:guide>
        <p15:guide id="5" orient="horz" pos="385" userDrawn="1">
          <p15:clr>
            <a:srgbClr val="A4A3A4"/>
          </p15:clr>
        </p15:guide>
        <p15:guide id="6" orient="horz" pos="13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4"/>
    <a:srgbClr val="1E2D4C"/>
    <a:srgbClr val="E6E9DE"/>
    <a:srgbClr val="ABBCA9"/>
    <a:srgbClr val="FEFDF8"/>
    <a:srgbClr val="858585"/>
    <a:srgbClr val="F4F0E7"/>
    <a:srgbClr val="FBFBF9"/>
    <a:srgbClr val="1D2E4C"/>
    <a:srgbClr val="CFC0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772" y="60"/>
      </p:cViewPr>
      <p:guideLst>
        <p:guide orient="horz" pos="5488"/>
        <p:guide pos="459"/>
        <p:guide pos="3861"/>
        <p:guide orient="horz" pos="1066"/>
        <p:guide orient="horz" pos="385"/>
        <p:guide orient="horz" pos="13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BE790-B84C-4C6E-90A5-3ECCE5FA4BA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ACBE7-A3C7-4D2D-9065-22E41D6FE4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4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3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8B10-BF76-680C-D7A3-0CD5D01B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9EA636-5586-29E5-8A56-EA53A71D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CE10A1-7E18-97D7-B801-9D9A2C7C9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EBE6B-D24F-F5EC-8C18-3CAFA44A7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20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5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9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82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92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9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35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388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00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19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29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14371-07C9-42DD-AB34-11C3B1CEF327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11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FC33-0B91-F924-C8B6-75849420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AC67E7-A7B7-751D-60DA-8876DD251A78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26F56A-3553-742C-7308-3A1966434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36" y="797828"/>
            <a:ext cx="5154328" cy="7731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EB654-1315-953C-5DF5-78C31521B6AF}"/>
              </a:ext>
            </a:extLst>
          </p:cNvPr>
          <p:cNvSpPr txBox="1"/>
          <p:nvPr/>
        </p:nvSpPr>
        <p:spPr>
          <a:xfrm>
            <a:off x="519764" y="538761"/>
            <a:ext cx="58184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G1 SKETCH</a:t>
            </a:r>
            <a:endParaRPr lang="ko-KR" altLang="en-US" sz="100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C2F2DE5-277A-BD6D-1997-F497E6C07F84}"/>
              </a:ext>
            </a:extLst>
          </p:cNvPr>
          <p:cNvSpPr/>
          <p:nvPr/>
        </p:nvSpPr>
        <p:spPr>
          <a:xfrm flipV="1">
            <a:off x="2526631" y="8032192"/>
            <a:ext cx="1727736" cy="6279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FE2C0-4265-D9ED-EE3E-BA3FF48209F3}"/>
              </a:ext>
            </a:extLst>
          </p:cNvPr>
          <p:cNvSpPr txBox="1"/>
          <p:nvPr/>
        </p:nvSpPr>
        <p:spPr>
          <a:xfrm>
            <a:off x="2521819" y="8115339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solidFill>
                  <a:srgbClr val="E6E9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continue</a:t>
            </a:r>
            <a:endParaRPr lang="ko-KR" altLang="en-US" sz="2400" dirty="0">
              <a:solidFill>
                <a:srgbClr val="E6E9DE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7B4338A-52D5-DE56-5114-2E4DD526A8F1}"/>
              </a:ext>
            </a:extLst>
          </p:cNvPr>
          <p:cNvGrpSpPr/>
          <p:nvPr/>
        </p:nvGrpSpPr>
        <p:grpSpPr>
          <a:xfrm>
            <a:off x="7190072" y="0"/>
            <a:ext cx="1025090" cy="7357831"/>
            <a:chOff x="7197291" y="1354369"/>
            <a:chExt cx="1025090" cy="735783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E7FAE2A-EC75-A897-DAE3-C6586B54BF04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F5C229E-EA07-0CBB-CBD0-6A3C72CB5CDF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6405E47-723E-B2AA-73F4-493A25826997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332CD88-4EB5-41D6-8B04-B6D25D55B377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62D5611-0EF7-EE9D-BFAE-3C2686F29567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07EEB9E-8CCD-F377-B781-CF59331F923F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087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40E0-0CB8-D01C-6237-60CC24C4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타원 61">
            <a:extLst>
              <a:ext uri="{FF2B5EF4-FFF2-40B4-BE49-F238E27FC236}">
                <a16:creationId xmlns:a16="http://schemas.microsoft.com/office/drawing/2014/main" id="{CB541A8C-404B-BD2A-ED01-648CB9D7ADE5}"/>
              </a:ext>
            </a:extLst>
          </p:cNvPr>
          <p:cNvSpPr/>
          <p:nvPr/>
        </p:nvSpPr>
        <p:spPr>
          <a:xfrm>
            <a:off x="3281825" y="6511160"/>
            <a:ext cx="288000" cy="288000"/>
          </a:xfrm>
          <a:prstGeom prst="ellipse">
            <a:avLst/>
          </a:prstGeom>
          <a:solidFill>
            <a:srgbClr val="CFC0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8D6E3851-2908-6046-6A45-40FDCBA41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13810"/>
              </p:ext>
            </p:extLst>
          </p:nvPr>
        </p:nvGraphicFramePr>
        <p:xfrm>
          <a:off x="499146" y="4135796"/>
          <a:ext cx="5859707" cy="3920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101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837101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5779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2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2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2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2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2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5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557104"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283D6B-B0D8-8243-2BF1-E88F7E19F338}"/>
              </a:ext>
            </a:extLst>
          </p:cNvPr>
          <p:cNvSpPr/>
          <p:nvPr/>
        </p:nvSpPr>
        <p:spPr>
          <a:xfrm>
            <a:off x="728663" y="8428990"/>
            <a:ext cx="5400674" cy="566420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래픽 9" descr="단일 톱니바퀴 단색으로 채워진">
            <a:extLst>
              <a:ext uri="{FF2B5EF4-FFF2-40B4-BE49-F238E27FC236}">
                <a16:creationId xmlns:a16="http://schemas.microsoft.com/office/drawing/2014/main" id="{1E93F9B2-A2BA-63FA-7BA3-DA8E0C55E725}"/>
              </a:ext>
            </a:extLst>
          </p:cNvPr>
          <p:cNvSpPr/>
          <p:nvPr/>
        </p:nvSpPr>
        <p:spPr>
          <a:xfrm>
            <a:off x="5295858" y="8564639"/>
            <a:ext cx="295122" cy="295122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그래픽 15" descr="주택 윤곽선">
            <a:extLst>
              <a:ext uri="{FF2B5EF4-FFF2-40B4-BE49-F238E27FC236}">
                <a16:creationId xmlns:a16="http://schemas.microsoft.com/office/drawing/2014/main" id="{D1408A2D-61BA-B43C-E11E-118AE32633BD}"/>
              </a:ext>
            </a:extLst>
          </p:cNvPr>
          <p:cNvSpPr>
            <a:spLocks/>
          </p:cNvSpPr>
          <p:nvPr/>
        </p:nvSpPr>
        <p:spPr>
          <a:xfrm>
            <a:off x="1267020" y="8564639"/>
            <a:ext cx="295122" cy="295122"/>
          </a:xfrm>
          <a:custGeom>
            <a:avLst/>
            <a:gdLst>
              <a:gd name="csX0" fmla="*/ 0 w 789298"/>
              <a:gd name="csY0" fmla="*/ 374885 h 699134"/>
              <a:gd name="csX1" fmla="*/ 61808 w 789298"/>
              <a:gd name="csY1" fmla="*/ 436683 h 699134"/>
              <a:gd name="csX2" fmla="*/ 108899 w 789298"/>
              <a:gd name="csY2" fmla="*/ 392087 h 699134"/>
              <a:gd name="csX3" fmla="*/ 108899 w 789298"/>
              <a:gd name="csY3" fmla="*/ 698906 h 699134"/>
              <a:gd name="csX4" fmla="*/ 347024 w 789298"/>
              <a:gd name="csY4" fmla="*/ 699002 h 699134"/>
              <a:gd name="csX5" fmla="*/ 347024 w 789298"/>
              <a:gd name="csY5" fmla="*/ 461172 h 699134"/>
              <a:gd name="csX6" fmla="*/ 442274 w 789298"/>
              <a:gd name="csY6" fmla="*/ 461172 h 699134"/>
              <a:gd name="csX7" fmla="*/ 442274 w 789298"/>
              <a:gd name="csY7" fmla="*/ 699040 h 699134"/>
              <a:gd name="csX8" fmla="*/ 680399 w 789298"/>
              <a:gd name="csY8" fmla="*/ 699135 h 699134"/>
              <a:gd name="csX9" fmla="*/ 680399 w 789298"/>
              <a:gd name="csY9" fmla="*/ 391687 h 699134"/>
              <a:gd name="csX10" fmla="*/ 727729 w 789298"/>
              <a:gd name="csY10" fmla="*/ 436455 h 699134"/>
              <a:gd name="csX11" fmla="*/ 789299 w 789298"/>
              <a:gd name="csY11" fmla="*/ 374894 h 699134"/>
              <a:gd name="csX12" fmla="*/ 394649 w 789298"/>
              <a:gd name="csY12" fmla="*/ 0 h 699134"/>
              <a:gd name="csX13" fmla="*/ 661349 w 789298"/>
              <a:gd name="csY13" fmla="*/ 680085 h 699134"/>
              <a:gd name="csX14" fmla="*/ 461324 w 789298"/>
              <a:gd name="csY14" fmla="*/ 679999 h 699134"/>
              <a:gd name="csX15" fmla="*/ 461324 w 789298"/>
              <a:gd name="csY15" fmla="*/ 442122 h 699134"/>
              <a:gd name="csX16" fmla="*/ 327974 w 789298"/>
              <a:gd name="csY16" fmla="*/ 442122 h 699134"/>
              <a:gd name="csX17" fmla="*/ 327974 w 789298"/>
              <a:gd name="csY17" fmla="*/ 679942 h 699134"/>
              <a:gd name="csX18" fmla="*/ 127949 w 789298"/>
              <a:gd name="csY18" fmla="*/ 679866 h 699134"/>
              <a:gd name="csX19" fmla="*/ 127949 w 789298"/>
              <a:gd name="csY19" fmla="*/ 374047 h 699134"/>
              <a:gd name="csX20" fmla="*/ 394649 w 789298"/>
              <a:gd name="csY20" fmla="*/ 121482 h 699134"/>
              <a:gd name="csX21" fmla="*/ 661349 w 789298"/>
              <a:gd name="csY21" fmla="*/ 373675 h 699134"/>
              <a:gd name="csX22" fmla="*/ 62170 w 789298"/>
              <a:gd name="csY22" fmla="*/ 410108 h 699134"/>
              <a:gd name="csX23" fmla="*/ 27299 w 789298"/>
              <a:gd name="csY23" fmla="*/ 375285 h 699134"/>
              <a:gd name="csX24" fmla="*/ 394649 w 789298"/>
              <a:gd name="csY24" fmla="*/ 26251 h 699134"/>
              <a:gd name="csX25" fmla="*/ 762000 w 789298"/>
              <a:gd name="csY25" fmla="*/ 375285 h 699134"/>
              <a:gd name="csX26" fmla="*/ 727358 w 789298"/>
              <a:gd name="csY26" fmla="*/ 409880 h 699134"/>
              <a:gd name="csX27" fmla="*/ 394649 w 789298"/>
              <a:gd name="csY27" fmla="*/ 95250 h 699134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394649 w 789299"/>
              <a:gd name="csY28" fmla="*/ 95250 h 699135"/>
              <a:gd name="csX29" fmla="*/ 62170 w 789299"/>
              <a:gd name="csY29" fmla="*/ 410108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62170 w 789299"/>
              <a:gd name="csY28" fmla="*/ 410108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394649 w 789299"/>
              <a:gd name="csY23" fmla="*/ 121482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27" fmla="*/ 486089 w 789299"/>
              <a:gd name="csY27" fmla="*/ 117691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28" fmla="*/ 490852 w 789299"/>
              <a:gd name="csY28" fmla="*/ 119279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661349 w 789299"/>
              <a:gd name="csY23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661349 w 789299"/>
              <a:gd name="csY22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661349 w 789299"/>
              <a:gd name="csY21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661349 w 789299"/>
              <a:gd name="csY20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661349 w 789299"/>
              <a:gd name="csY19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661349 w 789299"/>
              <a:gd name="csY18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0" fmla="*/ 762000 w 789299"/>
              <a:gd name="csY0" fmla="*/ 3752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762000 w 789299"/>
              <a:gd name="csY14" fmla="*/ 375285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89299" h="699135">
                <a:moveTo>
                  <a:pt x="0" y="374885"/>
                </a:moveTo>
                <a:lnTo>
                  <a:pt x="61808" y="436683"/>
                </a:lnTo>
                <a:lnTo>
                  <a:pt x="108899" y="392087"/>
                </a:lnTo>
                <a:lnTo>
                  <a:pt x="108899" y="698906"/>
                </a:lnTo>
                <a:lnTo>
                  <a:pt x="347024" y="699002"/>
                </a:lnTo>
                <a:lnTo>
                  <a:pt x="347024" y="461172"/>
                </a:lnTo>
                <a:lnTo>
                  <a:pt x="442274" y="461172"/>
                </a:lnTo>
                <a:lnTo>
                  <a:pt x="442274" y="699040"/>
                </a:lnTo>
                <a:lnTo>
                  <a:pt x="680399" y="699135"/>
                </a:lnTo>
                <a:lnTo>
                  <a:pt x="680399" y="391687"/>
                </a:lnTo>
                <a:lnTo>
                  <a:pt x="727729" y="436455"/>
                </a:lnTo>
                <a:lnTo>
                  <a:pt x="789299" y="374894"/>
                </a:lnTo>
                <a:lnTo>
                  <a:pt x="394649" y="0"/>
                </a:lnTo>
                <a:lnTo>
                  <a:pt x="0" y="37488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98717B2-EC78-6CD3-4769-B2BD3E870344}"/>
              </a:ext>
            </a:extLst>
          </p:cNvPr>
          <p:cNvGrpSpPr/>
          <p:nvPr/>
        </p:nvGrpSpPr>
        <p:grpSpPr>
          <a:xfrm>
            <a:off x="2521259" y="8564639"/>
            <a:ext cx="280633" cy="295122"/>
            <a:chOff x="7230961" y="4648200"/>
            <a:chExt cx="533400" cy="76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9C9135C-65A9-9BD1-7933-3BBD35BEAB06}"/>
                </a:ext>
              </a:extLst>
            </p:cNvPr>
            <p:cNvSpPr/>
            <p:nvPr/>
          </p:nvSpPr>
          <p:spPr>
            <a:xfrm>
              <a:off x="7230961" y="4650105"/>
              <a:ext cx="57150" cy="7600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4580E29A-DC16-04B4-DE33-7D98CE8210E3}"/>
                </a:ext>
              </a:extLst>
            </p:cNvPr>
            <p:cNvSpPr/>
            <p:nvPr/>
          </p:nvSpPr>
          <p:spPr>
            <a:xfrm>
              <a:off x="7326211" y="4648200"/>
              <a:ext cx="438150" cy="762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54FA665-A441-2793-F0C6-532AD0537D07}"/>
              </a:ext>
            </a:extLst>
          </p:cNvPr>
          <p:cNvGrpSpPr/>
          <p:nvPr/>
        </p:nvGrpSpPr>
        <p:grpSpPr>
          <a:xfrm>
            <a:off x="3761009" y="8209951"/>
            <a:ext cx="575732" cy="575732"/>
            <a:chOff x="3946657" y="8209951"/>
            <a:chExt cx="575732" cy="575732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E109ECA-EBE8-37B4-39CB-6EF1E8D28F79}"/>
                </a:ext>
              </a:extLst>
            </p:cNvPr>
            <p:cNvSpPr/>
            <p:nvPr/>
          </p:nvSpPr>
          <p:spPr>
            <a:xfrm>
              <a:off x="3946657" y="8209951"/>
              <a:ext cx="575732" cy="575732"/>
            </a:xfrm>
            <a:prstGeom prst="ellipse">
              <a:avLst/>
            </a:prstGeom>
            <a:solidFill>
              <a:srgbClr val="1E2D4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0CC3E93-DA54-4D47-E481-B615241B1517}"/>
                </a:ext>
              </a:extLst>
            </p:cNvPr>
            <p:cNvGrpSpPr/>
            <p:nvPr/>
          </p:nvGrpSpPr>
          <p:grpSpPr>
            <a:xfrm>
              <a:off x="4086962" y="8350256"/>
              <a:ext cx="295122" cy="295122"/>
              <a:chOff x="4086962" y="8350256"/>
              <a:chExt cx="295122" cy="295122"/>
            </a:xfrm>
          </p:grpSpPr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BEC6562B-DF60-AC9F-DECC-1FDDB17A1B5D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F79D5CCF-BAA6-58A1-AB56-02179E7A4576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10699CA-BC28-9BD3-DBCA-FDCCF860E401}"/>
              </a:ext>
            </a:extLst>
          </p:cNvPr>
          <p:cNvSpPr txBox="1"/>
          <p:nvPr/>
        </p:nvSpPr>
        <p:spPr>
          <a:xfrm>
            <a:off x="1697033" y="1769516"/>
            <a:ext cx="34639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96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F3B83A-C874-3831-1F9F-CE3260866587}"/>
              </a:ext>
            </a:extLst>
          </p:cNvPr>
          <p:cNvSpPr txBox="1"/>
          <p:nvPr/>
        </p:nvSpPr>
        <p:spPr>
          <a:xfrm>
            <a:off x="1697033" y="1042549"/>
            <a:ext cx="3463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800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4800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D6FACC9-EF09-A0DD-6A2E-AB6D5A998060}"/>
              </a:ext>
            </a:extLst>
          </p:cNvPr>
          <p:cNvGrpSpPr/>
          <p:nvPr/>
        </p:nvGrpSpPr>
        <p:grpSpPr>
          <a:xfrm>
            <a:off x="7190072" y="0"/>
            <a:ext cx="1025090" cy="7357831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E379966-7E27-3E4E-7CED-6D3BEF2FD485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B999219-B69C-AFDC-168F-28A6FE09F1AE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BDA0932-CFD5-E179-5B0A-E17F81B29E0E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2604EEC-7960-4569-4DBB-DDA7CE0D9089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BC66DAA-BC69-065D-834D-9B0925B94FEB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B0B97BD-3CCD-5AD4-03B9-D783F2BC76C3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FB9823A8-77CA-CFE2-9890-E7EEE3664BE5}"/>
              </a:ext>
            </a:extLst>
          </p:cNvPr>
          <p:cNvSpPr/>
          <p:nvPr/>
        </p:nvSpPr>
        <p:spPr>
          <a:xfrm>
            <a:off x="2551327" y="6849267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9794AF2-F706-503A-0FAC-2EAED8242738}"/>
              </a:ext>
            </a:extLst>
          </p:cNvPr>
          <p:cNvSpPr/>
          <p:nvPr/>
        </p:nvSpPr>
        <p:spPr>
          <a:xfrm>
            <a:off x="3402148" y="6849267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15546E0-1F17-03C6-95C5-10AB27865E5F}"/>
              </a:ext>
            </a:extLst>
          </p:cNvPr>
          <p:cNvSpPr/>
          <p:nvPr/>
        </p:nvSpPr>
        <p:spPr>
          <a:xfrm>
            <a:off x="4219181" y="5722142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F2B4B364-1E08-3811-F45A-1669415889D6}"/>
              </a:ext>
            </a:extLst>
          </p:cNvPr>
          <p:cNvSpPr/>
          <p:nvPr/>
        </p:nvSpPr>
        <p:spPr>
          <a:xfrm>
            <a:off x="3398973" y="5722142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10BA612-0BCA-6710-D2E3-6E999B6AA79A}"/>
              </a:ext>
            </a:extLst>
          </p:cNvPr>
          <p:cNvSpPr/>
          <p:nvPr/>
        </p:nvSpPr>
        <p:spPr>
          <a:xfrm>
            <a:off x="1697033" y="5722142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49A3CA1-47C9-87D1-59DB-2D4E6AB50A2C}"/>
              </a:ext>
            </a:extLst>
          </p:cNvPr>
          <p:cNvSpPr/>
          <p:nvPr/>
        </p:nvSpPr>
        <p:spPr>
          <a:xfrm>
            <a:off x="2551327" y="6249192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B4D83A1-2F3D-7E5D-5462-AF48AF83851D}"/>
              </a:ext>
            </a:extLst>
          </p:cNvPr>
          <p:cNvSpPr/>
          <p:nvPr/>
        </p:nvSpPr>
        <p:spPr>
          <a:xfrm>
            <a:off x="3389825" y="6249192"/>
            <a:ext cx="72000" cy="720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이등변 삼각형 76">
            <a:extLst>
              <a:ext uri="{FF2B5EF4-FFF2-40B4-BE49-F238E27FC236}">
                <a16:creationId xmlns:a16="http://schemas.microsoft.com/office/drawing/2014/main" id="{09007D2C-3D6F-5BDF-CAB5-D7CB94DEFF49}"/>
              </a:ext>
            </a:extLst>
          </p:cNvPr>
          <p:cNvSpPr/>
          <p:nvPr/>
        </p:nvSpPr>
        <p:spPr>
          <a:xfrm rot="16200000">
            <a:off x="988266" y="2650935"/>
            <a:ext cx="196787" cy="103028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이등변 삼각형 76">
            <a:extLst>
              <a:ext uri="{FF2B5EF4-FFF2-40B4-BE49-F238E27FC236}">
                <a16:creationId xmlns:a16="http://schemas.microsoft.com/office/drawing/2014/main" id="{40A3F271-6D0D-230E-56A8-892A17A0C274}"/>
              </a:ext>
            </a:extLst>
          </p:cNvPr>
          <p:cNvSpPr/>
          <p:nvPr/>
        </p:nvSpPr>
        <p:spPr>
          <a:xfrm rot="5400000">
            <a:off x="5672947" y="2650936"/>
            <a:ext cx="196787" cy="103028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CF6CDBD-816B-32A6-740B-F57CBA2CC5C9}"/>
              </a:ext>
            </a:extLst>
          </p:cNvPr>
          <p:cNvGrpSpPr/>
          <p:nvPr/>
        </p:nvGrpSpPr>
        <p:grpSpPr>
          <a:xfrm>
            <a:off x="5805337" y="1368275"/>
            <a:ext cx="324000" cy="324000"/>
            <a:chOff x="5100328" y="3160993"/>
            <a:chExt cx="762827" cy="762949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50BDDBC-06FE-2659-0459-FC61F3C1BE4A}"/>
                </a:ext>
              </a:extLst>
            </p:cNvPr>
            <p:cNvSpPr/>
            <p:nvPr/>
          </p:nvSpPr>
          <p:spPr>
            <a:xfrm>
              <a:off x="5100328" y="3265765"/>
              <a:ext cx="658179" cy="658177"/>
            </a:xfrm>
            <a:custGeom>
              <a:avLst/>
              <a:gdLst>
                <a:gd name="csX0" fmla="*/ 161925 w 658177"/>
                <a:gd name="csY0" fmla="*/ 497205 h 658177"/>
                <a:gd name="csX1" fmla="*/ 161925 w 658177"/>
                <a:gd name="csY1" fmla="*/ 564833 h 658177"/>
                <a:gd name="csX2" fmla="*/ 80963 w 658177"/>
                <a:gd name="csY2" fmla="*/ 591503 h 658177"/>
                <a:gd name="csX3" fmla="*/ 66675 w 658177"/>
                <a:gd name="csY3" fmla="*/ 577215 h 658177"/>
                <a:gd name="csX4" fmla="*/ 93345 w 658177"/>
                <a:gd name="csY4" fmla="*/ 496253 h 658177"/>
                <a:gd name="csX5" fmla="*/ 161925 w 658177"/>
                <a:gd name="csY5" fmla="*/ 497205 h 658177"/>
                <a:gd name="csX6" fmla="*/ 536258 w 658177"/>
                <a:gd name="csY6" fmla="*/ 0 h 658177"/>
                <a:gd name="csX7" fmla="*/ 60008 w 658177"/>
                <a:gd name="csY7" fmla="*/ 477203 h 658177"/>
                <a:gd name="csX8" fmla="*/ 0 w 658177"/>
                <a:gd name="csY8" fmla="*/ 658178 h 658177"/>
                <a:gd name="csX9" fmla="*/ 181928 w 658177"/>
                <a:gd name="csY9" fmla="*/ 598170 h 658177"/>
                <a:gd name="csX10" fmla="*/ 658178 w 658177"/>
                <a:gd name="csY10" fmla="*/ 121920 h 658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8177" h="658177">
                  <a:moveTo>
                    <a:pt x="161925" y="497205"/>
                  </a:moveTo>
                  <a:cubicBezTo>
                    <a:pt x="180975" y="516255"/>
                    <a:pt x="180975" y="545783"/>
                    <a:pt x="161925" y="564833"/>
                  </a:cubicBezTo>
                  <a:lnTo>
                    <a:pt x="80963" y="591503"/>
                  </a:lnTo>
                  <a:lnTo>
                    <a:pt x="66675" y="577215"/>
                  </a:lnTo>
                  <a:lnTo>
                    <a:pt x="93345" y="496253"/>
                  </a:lnTo>
                  <a:cubicBezTo>
                    <a:pt x="113348" y="478155"/>
                    <a:pt x="142875" y="478155"/>
                    <a:pt x="161925" y="497205"/>
                  </a:cubicBezTo>
                  <a:close/>
                  <a:moveTo>
                    <a:pt x="536258" y="0"/>
                  </a:moveTo>
                  <a:lnTo>
                    <a:pt x="60008" y="477203"/>
                  </a:lnTo>
                  <a:lnTo>
                    <a:pt x="0" y="658178"/>
                  </a:lnTo>
                  <a:lnTo>
                    <a:pt x="181928" y="598170"/>
                  </a:lnTo>
                  <a:lnTo>
                    <a:pt x="658178" y="121920"/>
                  </a:lnTo>
                </a:path>
              </a:pathLst>
            </a:custGeom>
            <a:solidFill>
              <a:srgbClr val="1E2D4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8709170-9589-5668-3A9C-0AAF1467DA1E}"/>
                </a:ext>
              </a:extLst>
            </p:cNvPr>
            <p:cNvSpPr/>
            <p:nvPr/>
          </p:nvSpPr>
          <p:spPr>
            <a:xfrm>
              <a:off x="5663246" y="3160993"/>
              <a:ext cx="199909" cy="199072"/>
            </a:xfrm>
            <a:custGeom>
              <a:avLst/>
              <a:gdLst>
                <a:gd name="csX0" fmla="*/ 188595 w 199908"/>
                <a:gd name="csY0" fmla="*/ 79058 h 199072"/>
                <a:gd name="csX1" fmla="*/ 120968 w 199908"/>
                <a:gd name="csY1" fmla="*/ 11430 h 199072"/>
                <a:gd name="csX2" fmla="*/ 66675 w 199908"/>
                <a:gd name="csY2" fmla="*/ 11430 h 199072"/>
                <a:gd name="csX3" fmla="*/ 0 w 199908"/>
                <a:gd name="csY3" fmla="*/ 78105 h 199072"/>
                <a:gd name="csX4" fmla="*/ 120968 w 199908"/>
                <a:gd name="csY4" fmla="*/ 199072 h 199072"/>
                <a:gd name="csX5" fmla="*/ 187643 w 199908"/>
                <a:gd name="csY5" fmla="*/ 132397 h 199072"/>
                <a:gd name="csX6" fmla="*/ 188595 w 199908"/>
                <a:gd name="csY6" fmla="*/ 79058 h 199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08" h="199072">
                  <a:moveTo>
                    <a:pt x="188595" y="79058"/>
                  </a:moveTo>
                  <a:lnTo>
                    <a:pt x="120968" y="11430"/>
                  </a:lnTo>
                  <a:cubicBezTo>
                    <a:pt x="105727" y="-3810"/>
                    <a:pt x="81915" y="-3810"/>
                    <a:pt x="66675" y="11430"/>
                  </a:cubicBezTo>
                  <a:lnTo>
                    <a:pt x="0" y="78105"/>
                  </a:lnTo>
                  <a:lnTo>
                    <a:pt x="120968" y="199072"/>
                  </a:lnTo>
                  <a:lnTo>
                    <a:pt x="187643" y="132397"/>
                  </a:lnTo>
                  <a:cubicBezTo>
                    <a:pt x="203835" y="118110"/>
                    <a:pt x="203835" y="94297"/>
                    <a:pt x="188595" y="79058"/>
                  </a:cubicBezTo>
                  <a:close/>
                </a:path>
              </a:pathLst>
            </a:custGeom>
            <a:solidFill>
              <a:srgbClr val="1E2D4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982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FFBBEB-3BC4-C488-52D9-2CBD24210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5" r="5095"/>
          <a:stretch>
            <a:fillRect/>
          </a:stretch>
        </p:blipFill>
        <p:spPr>
          <a:xfrm>
            <a:off x="4591050" y="4489450"/>
            <a:ext cx="760887" cy="1056217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6BE16D3-B366-8045-776F-6ECDB768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430709"/>
              </p:ext>
            </p:extLst>
          </p:nvPr>
        </p:nvGraphicFramePr>
        <p:xfrm>
          <a:off x="728663" y="2065338"/>
          <a:ext cx="5400675" cy="666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289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1059567"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8F9B3A-FF60-B994-5ED7-EC56E28A0752}"/>
              </a:ext>
            </a:extLst>
          </p:cNvPr>
          <p:cNvSpPr txBox="1"/>
          <p:nvPr/>
        </p:nvSpPr>
        <p:spPr>
          <a:xfrm>
            <a:off x="1697033" y="538761"/>
            <a:ext cx="3463934" cy="1499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077D3-4990-5267-FB23-DA40C2E0B6E4}"/>
              </a:ext>
            </a:extLst>
          </p:cNvPr>
          <p:cNvSpPr txBox="1"/>
          <p:nvPr/>
        </p:nvSpPr>
        <p:spPr>
          <a:xfrm>
            <a:off x="1697033" y="523932"/>
            <a:ext cx="3463934" cy="5907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B9779E5-B85E-2A33-DD8D-54C922063441}"/>
              </a:ext>
            </a:extLst>
          </p:cNvPr>
          <p:cNvSpPr/>
          <p:nvPr/>
        </p:nvSpPr>
        <p:spPr>
          <a:xfrm>
            <a:off x="4612681" y="5396439"/>
            <a:ext cx="108000" cy="108000"/>
          </a:xfrm>
          <a:prstGeom prst="ellipse">
            <a:avLst/>
          </a:prstGeom>
          <a:solidFill>
            <a:srgbClr val="1E2D4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000" dirty="0">
              <a:solidFill>
                <a:srgbClr val="FAF8F4"/>
              </a:solidFill>
              <a:latin typeface="Cavorting" panose="000B05040000000000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1C88877-AF80-6490-A2B0-B530BCB8C8D4}"/>
              </a:ext>
            </a:extLst>
          </p:cNvPr>
          <p:cNvGrpSpPr/>
          <p:nvPr/>
        </p:nvGrpSpPr>
        <p:grpSpPr>
          <a:xfrm>
            <a:off x="7190072" y="0"/>
            <a:ext cx="1025090" cy="7357831"/>
            <a:chOff x="7197291" y="1354369"/>
            <a:chExt cx="1025090" cy="7357831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849B4AB-17F1-6B05-8FE0-3A466BF1845D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0C86895-8B82-BC90-CE09-4B74C04B39D1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2B4ED50-0A63-1D55-FF40-DA6441B5B715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5D17896-7D22-23EF-BE3B-85F96910E8CD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A57B3E4-043D-1082-5B70-1DFE2BD3A156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AB2099C-C4AF-3DBB-22C6-A10FFBD405AE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588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08B31-57E1-9BCE-F0CE-A505D3B7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C00D26-FB27-0122-467C-30423137A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" y="2070242"/>
            <a:ext cx="5400668" cy="6641958"/>
          </a:xfrm>
          <a:custGeom>
            <a:avLst/>
            <a:gdLst>
              <a:gd name="csX0" fmla="*/ 0 w 5400668"/>
              <a:gd name="csY0" fmla="*/ 0 h 6641958"/>
              <a:gd name="csX1" fmla="*/ 621077 w 5400668"/>
              <a:gd name="csY1" fmla="*/ 0 h 6641958"/>
              <a:gd name="csX2" fmla="*/ 1134140 w 5400668"/>
              <a:gd name="csY2" fmla="*/ 0 h 6641958"/>
              <a:gd name="csX3" fmla="*/ 1917237 w 5400668"/>
              <a:gd name="csY3" fmla="*/ 0 h 6641958"/>
              <a:gd name="csX4" fmla="*/ 2538314 w 5400668"/>
              <a:gd name="csY4" fmla="*/ 0 h 6641958"/>
              <a:gd name="csX5" fmla="*/ 3159391 w 5400668"/>
              <a:gd name="csY5" fmla="*/ 0 h 6641958"/>
              <a:gd name="csX6" fmla="*/ 3942488 w 5400668"/>
              <a:gd name="csY6" fmla="*/ 0 h 6641958"/>
              <a:gd name="csX7" fmla="*/ 4509558 w 5400668"/>
              <a:gd name="csY7" fmla="*/ 0 h 6641958"/>
              <a:gd name="csX8" fmla="*/ 5400668 w 5400668"/>
              <a:gd name="csY8" fmla="*/ 0 h 6641958"/>
              <a:gd name="csX9" fmla="*/ 5400668 w 5400668"/>
              <a:gd name="csY9" fmla="*/ 797035 h 6641958"/>
              <a:gd name="csX10" fmla="*/ 5400668 w 5400668"/>
              <a:gd name="csY10" fmla="*/ 1328392 h 6641958"/>
              <a:gd name="csX11" fmla="*/ 5400668 w 5400668"/>
              <a:gd name="csY11" fmla="*/ 1992587 h 6641958"/>
              <a:gd name="csX12" fmla="*/ 5400668 w 5400668"/>
              <a:gd name="csY12" fmla="*/ 2723203 h 6641958"/>
              <a:gd name="csX13" fmla="*/ 5400668 w 5400668"/>
              <a:gd name="csY13" fmla="*/ 3188140 h 6641958"/>
              <a:gd name="csX14" fmla="*/ 5400668 w 5400668"/>
              <a:gd name="csY14" fmla="*/ 3852336 h 6641958"/>
              <a:gd name="csX15" fmla="*/ 5400668 w 5400668"/>
              <a:gd name="csY15" fmla="*/ 4516531 h 6641958"/>
              <a:gd name="csX16" fmla="*/ 5400668 w 5400668"/>
              <a:gd name="csY16" fmla="*/ 5180727 h 6641958"/>
              <a:gd name="csX17" fmla="*/ 5400668 w 5400668"/>
              <a:gd name="csY17" fmla="*/ 5911343 h 6641958"/>
              <a:gd name="csX18" fmla="*/ 5400668 w 5400668"/>
              <a:gd name="csY18" fmla="*/ 6641958 h 6641958"/>
              <a:gd name="csX19" fmla="*/ 4671578 w 5400668"/>
              <a:gd name="csY19" fmla="*/ 6641958 h 6641958"/>
              <a:gd name="csX20" fmla="*/ 4104508 w 5400668"/>
              <a:gd name="csY20" fmla="*/ 6641958 h 6641958"/>
              <a:gd name="csX21" fmla="*/ 3321411 w 5400668"/>
              <a:gd name="csY21" fmla="*/ 6641958 h 6641958"/>
              <a:gd name="csX22" fmla="*/ 2646327 w 5400668"/>
              <a:gd name="csY22" fmla="*/ 6641958 h 6641958"/>
              <a:gd name="csX23" fmla="*/ 2079257 w 5400668"/>
              <a:gd name="csY23" fmla="*/ 6641958 h 6641958"/>
              <a:gd name="csX24" fmla="*/ 1404174 w 5400668"/>
              <a:gd name="csY24" fmla="*/ 6641958 h 6641958"/>
              <a:gd name="csX25" fmla="*/ 891110 w 5400668"/>
              <a:gd name="csY25" fmla="*/ 6641958 h 6641958"/>
              <a:gd name="csX26" fmla="*/ 0 w 5400668"/>
              <a:gd name="csY26" fmla="*/ 6641958 h 6641958"/>
              <a:gd name="csX27" fmla="*/ 0 w 5400668"/>
              <a:gd name="csY27" fmla="*/ 5977762 h 6641958"/>
              <a:gd name="csX28" fmla="*/ 0 w 5400668"/>
              <a:gd name="csY28" fmla="*/ 5446406 h 6641958"/>
              <a:gd name="csX29" fmla="*/ 0 w 5400668"/>
              <a:gd name="csY29" fmla="*/ 4649371 h 6641958"/>
              <a:gd name="csX30" fmla="*/ 0 w 5400668"/>
              <a:gd name="csY30" fmla="*/ 4051594 h 6641958"/>
              <a:gd name="csX31" fmla="*/ 0 w 5400668"/>
              <a:gd name="csY31" fmla="*/ 3586657 h 6641958"/>
              <a:gd name="csX32" fmla="*/ 0 w 5400668"/>
              <a:gd name="csY32" fmla="*/ 2856042 h 6641958"/>
              <a:gd name="csX33" fmla="*/ 0 w 5400668"/>
              <a:gd name="csY33" fmla="*/ 2324685 h 6641958"/>
              <a:gd name="csX34" fmla="*/ 0 w 5400668"/>
              <a:gd name="csY34" fmla="*/ 1594070 h 6641958"/>
              <a:gd name="csX35" fmla="*/ 0 w 5400668"/>
              <a:gd name="csY35" fmla="*/ 797035 h 6641958"/>
              <a:gd name="csX36" fmla="*/ 0 w 5400668"/>
              <a:gd name="csY36" fmla="*/ 0 h 664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5400668" h="6641958" extrusionOk="0">
                <a:moveTo>
                  <a:pt x="0" y="0"/>
                </a:moveTo>
                <a:cubicBezTo>
                  <a:pt x="246687" y="-8312"/>
                  <a:pt x="431742" y="-77"/>
                  <a:pt x="621077" y="0"/>
                </a:cubicBezTo>
                <a:cubicBezTo>
                  <a:pt x="810412" y="77"/>
                  <a:pt x="976831" y="-742"/>
                  <a:pt x="1134140" y="0"/>
                </a:cubicBezTo>
                <a:cubicBezTo>
                  <a:pt x="1291449" y="742"/>
                  <a:pt x="1671487" y="39152"/>
                  <a:pt x="1917237" y="0"/>
                </a:cubicBezTo>
                <a:cubicBezTo>
                  <a:pt x="2162987" y="-39152"/>
                  <a:pt x="2283586" y="-23765"/>
                  <a:pt x="2538314" y="0"/>
                </a:cubicBezTo>
                <a:cubicBezTo>
                  <a:pt x="2793042" y="23765"/>
                  <a:pt x="2983980" y="-11728"/>
                  <a:pt x="3159391" y="0"/>
                </a:cubicBezTo>
                <a:cubicBezTo>
                  <a:pt x="3334802" y="11728"/>
                  <a:pt x="3756058" y="-13789"/>
                  <a:pt x="3942488" y="0"/>
                </a:cubicBezTo>
                <a:cubicBezTo>
                  <a:pt x="4128918" y="13789"/>
                  <a:pt x="4358782" y="8442"/>
                  <a:pt x="4509558" y="0"/>
                </a:cubicBezTo>
                <a:cubicBezTo>
                  <a:pt x="4660334" y="-8442"/>
                  <a:pt x="5055614" y="-14723"/>
                  <a:pt x="5400668" y="0"/>
                </a:cubicBezTo>
                <a:cubicBezTo>
                  <a:pt x="5379758" y="352591"/>
                  <a:pt x="5367591" y="514754"/>
                  <a:pt x="5400668" y="797035"/>
                </a:cubicBezTo>
                <a:cubicBezTo>
                  <a:pt x="5433745" y="1079316"/>
                  <a:pt x="5426628" y="1193341"/>
                  <a:pt x="5400668" y="1328392"/>
                </a:cubicBezTo>
                <a:cubicBezTo>
                  <a:pt x="5374708" y="1463443"/>
                  <a:pt x="5406869" y="1774753"/>
                  <a:pt x="5400668" y="1992587"/>
                </a:cubicBezTo>
                <a:cubicBezTo>
                  <a:pt x="5394467" y="2210422"/>
                  <a:pt x="5427902" y="2485511"/>
                  <a:pt x="5400668" y="2723203"/>
                </a:cubicBezTo>
                <a:cubicBezTo>
                  <a:pt x="5373434" y="2960895"/>
                  <a:pt x="5423016" y="3030670"/>
                  <a:pt x="5400668" y="3188140"/>
                </a:cubicBezTo>
                <a:cubicBezTo>
                  <a:pt x="5378320" y="3345610"/>
                  <a:pt x="5405248" y="3693585"/>
                  <a:pt x="5400668" y="3852336"/>
                </a:cubicBezTo>
                <a:cubicBezTo>
                  <a:pt x="5396088" y="4011087"/>
                  <a:pt x="5405743" y="4322669"/>
                  <a:pt x="5400668" y="4516531"/>
                </a:cubicBezTo>
                <a:cubicBezTo>
                  <a:pt x="5395593" y="4710393"/>
                  <a:pt x="5425631" y="4957041"/>
                  <a:pt x="5400668" y="5180727"/>
                </a:cubicBezTo>
                <a:cubicBezTo>
                  <a:pt x="5375705" y="5404413"/>
                  <a:pt x="5426626" y="5669172"/>
                  <a:pt x="5400668" y="5911343"/>
                </a:cubicBezTo>
                <a:cubicBezTo>
                  <a:pt x="5374710" y="6153514"/>
                  <a:pt x="5397377" y="6392390"/>
                  <a:pt x="5400668" y="6641958"/>
                </a:cubicBezTo>
                <a:cubicBezTo>
                  <a:pt x="5210728" y="6630113"/>
                  <a:pt x="4915267" y="6639982"/>
                  <a:pt x="4671578" y="6641958"/>
                </a:cubicBezTo>
                <a:cubicBezTo>
                  <a:pt x="4427889" y="6643935"/>
                  <a:pt x="4354940" y="6628463"/>
                  <a:pt x="4104508" y="6641958"/>
                </a:cubicBezTo>
                <a:cubicBezTo>
                  <a:pt x="3854076" y="6655454"/>
                  <a:pt x="3479182" y="6658037"/>
                  <a:pt x="3321411" y="6641958"/>
                </a:cubicBezTo>
                <a:cubicBezTo>
                  <a:pt x="3163640" y="6625879"/>
                  <a:pt x="2942968" y="6666530"/>
                  <a:pt x="2646327" y="6641958"/>
                </a:cubicBezTo>
                <a:cubicBezTo>
                  <a:pt x="2349686" y="6617386"/>
                  <a:pt x="2193823" y="6656545"/>
                  <a:pt x="2079257" y="6641958"/>
                </a:cubicBezTo>
                <a:cubicBezTo>
                  <a:pt x="1964691" y="6627372"/>
                  <a:pt x="1601857" y="6674780"/>
                  <a:pt x="1404174" y="6641958"/>
                </a:cubicBezTo>
                <a:cubicBezTo>
                  <a:pt x="1206491" y="6609136"/>
                  <a:pt x="1111626" y="6624106"/>
                  <a:pt x="891110" y="6641958"/>
                </a:cubicBezTo>
                <a:cubicBezTo>
                  <a:pt x="670594" y="6659810"/>
                  <a:pt x="250684" y="6633241"/>
                  <a:pt x="0" y="6641958"/>
                </a:cubicBezTo>
                <a:cubicBezTo>
                  <a:pt x="24575" y="6312780"/>
                  <a:pt x="1294" y="6157950"/>
                  <a:pt x="0" y="5977762"/>
                </a:cubicBezTo>
                <a:cubicBezTo>
                  <a:pt x="-1294" y="5797574"/>
                  <a:pt x="3311" y="5673789"/>
                  <a:pt x="0" y="5446406"/>
                </a:cubicBezTo>
                <a:cubicBezTo>
                  <a:pt x="-3311" y="5219023"/>
                  <a:pt x="23448" y="4872038"/>
                  <a:pt x="0" y="4649371"/>
                </a:cubicBezTo>
                <a:cubicBezTo>
                  <a:pt x="-23448" y="4426704"/>
                  <a:pt x="-17360" y="4197302"/>
                  <a:pt x="0" y="4051594"/>
                </a:cubicBezTo>
                <a:cubicBezTo>
                  <a:pt x="17360" y="3905886"/>
                  <a:pt x="19264" y="3733297"/>
                  <a:pt x="0" y="3586657"/>
                </a:cubicBezTo>
                <a:cubicBezTo>
                  <a:pt x="-19264" y="3440017"/>
                  <a:pt x="-22940" y="3195601"/>
                  <a:pt x="0" y="2856042"/>
                </a:cubicBezTo>
                <a:cubicBezTo>
                  <a:pt x="22940" y="2516483"/>
                  <a:pt x="-12426" y="2576576"/>
                  <a:pt x="0" y="2324685"/>
                </a:cubicBezTo>
                <a:cubicBezTo>
                  <a:pt x="12426" y="2072794"/>
                  <a:pt x="35435" y="1812209"/>
                  <a:pt x="0" y="1594070"/>
                </a:cubicBezTo>
                <a:cubicBezTo>
                  <a:pt x="-35435" y="1375931"/>
                  <a:pt x="-23615" y="1174579"/>
                  <a:pt x="0" y="797035"/>
                </a:cubicBezTo>
                <a:cubicBezTo>
                  <a:pt x="23615" y="419491"/>
                  <a:pt x="-6401" y="25029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F00AC-C87D-40CD-8FFD-17D28975E805}"/>
              </a:ext>
            </a:extLst>
          </p:cNvPr>
          <p:cNvSpPr txBox="1"/>
          <p:nvPr/>
        </p:nvSpPr>
        <p:spPr>
          <a:xfrm>
            <a:off x="1697033" y="538761"/>
            <a:ext cx="3463934" cy="1499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F730E-9ED6-5650-53B4-06816A4D787B}"/>
              </a:ext>
            </a:extLst>
          </p:cNvPr>
          <p:cNvSpPr txBox="1"/>
          <p:nvPr/>
        </p:nvSpPr>
        <p:spPr>
          <a:xfrm>
            <a:off x="1697033" y="523932"/>
            <a:ext cx="3463934" cy="5907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EE8DC-A5E0-143A-865B-1576BBC39170}"/>
              </a:ext>
            </a:extLst>
          </p:cNvPr>
          <p:cNvSpPr txBox="1"/>
          <p:nvPr/>
        </p:nvSpPr>
        <p:spPr>
          <a:xfrm>
            <a:off x="4678036" y="1362356"/>
            <a:ext cx="14512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16</a:t>
            </a:r>
            <a:r>
              <a:rPr lang="en-US" altLang="ko-KR" sz="40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th</a:t>
            </a:r>
            <a:endParaRPr lang="ko-KR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F9F37-65B4-2904-2E92-3F802BB54753}"/>
              </a:ext>
            </a:extLst>
          </p:cNvPr>
          <p:cNvSpPr txBox="1"/>
          <p:nvPr/>
        </p:nvSpPr>
        <p:spPr>
          <a:xfrm>
            <a:off x="728664" y="1362356"/>
            <a:ext cx="1614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Friday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5523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29DACA-1948-4C6A-AC4F-A8DB9F443F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cb5c456-d79f-4e99-8698-fce3db2fef8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</TotalTime>
  <Words>89</Words>
  <Application>Microsoft Office PowerPoint</Application>
  <PresentationFormat>화면 슬라이드 쇼(4:3)</PresentationFormat>
  <Paragraphs>88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Pretendard Medium</vt:lpstr>
      <vt:lpstr>맑은 고딕</vt:lpstr>
      <vt:lpstr>Aptos</vt:lpstr>
      <vt:lpstr>Aptos Display</vt:lpstr>
      <vt:lpstr>Arial</vt:lpstr>
      <vt:lpstr>Cavorting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젤 이</dc:creator>
  <cp:lastModifiedBy>젤 이</cp:lastModifiedBy>
  <cp:revision>3</cp:revision>
  <dcterms:created xsi:type="dcterms:W3CDTF">2026-08-13T10:59:55Z</dcterms:created>
  <dcterms:modified xsi:type="dcterms:W3CDTF">2026-08-13T14:12:50Z</dcterms:modified>
</cp:coreProperties>
</file>