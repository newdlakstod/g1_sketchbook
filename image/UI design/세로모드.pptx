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 showGuides="1">
      <p:cViewPr varScale="1">
        <p:scale>
          <a:sx n="76" d="100"/>
          <a:sy n="76" d="100"/>
        </p:scale>
        <p:origin x="1772" y="6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55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9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82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92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7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354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388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00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19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29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7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1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8" t="8855" r="4743" b="4597"/>
          <a:stretch>
            <a:fillRect/>
          </a:stretch>
        </p:blipFill>
        <p:spPr>
          <a:xfrm>
            <a:off x="4761136" y="4421744"/>
            <a:ext cx="885967" cy="1129725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6BE16D3-B366-8045-776F-6ECDB7689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493157"/>
              </p:ext>
            </p:extLst>
          </p:nvPr>
        </p:nvGraphicFramePr>
        <p:xfrm>
          <a:off x="314586" y="1691179"/>
          <a:ext cx="6228831" cy="7261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833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889833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889833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889833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889833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889833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889833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4517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1134906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113490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113490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113490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113490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1134906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9C27606-6E2A-918C-68DA-5C5852CADBC8}"/>
              </a:ext>
            </a:extLst>
          </p:cNvPr>
          <p:cNvSpPr txBox="1"/>
          <p:nvPr/>
        </p:nvSpPr>
        <p:spPr>
          <a:xfrm>
            <a:off x="1697033" y="191629"/>
            <a:ext cx="3463934" cy="149955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5BCB96-C974-6F9E-FD10-8FF4BB89EADE}"/>
              </a:ext>
            </a:extLst>
          </p:cNvPr>
          <p:cNvSpPr txBox="1"/>
          <p:nvPr/>
        </p:nvSpPr>
        <p:spPr>
          <a:xfrm>
            <a:off x="1697033" y="176800"/>
            <a:ext cx="3463934" cy="59073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886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08B31-57E1-9BCE-F0CE-A505D3B7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C00D26-FB27-0122-467C-30423137A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82" y="1291905"/>
            <a:ext cx="6228831" cy="7660464"/>
          </a:xfrm>
          <a:custGeom>
            <a:avLst/>
            <a:gdLst>
              <a:gd name="csX0" fmla="*/ 0 w 6228831"/>
              <a:gd name="csY0" fmla="*/ 0 h 7660464"/>
              <a:gd name="csX1" fmla="*/ 629804 w 6228831"/>
              <a:gd name="csY1" fmla="*/ 0 h 7660464"/>
              <a:gd name="csX2" fmla="*/ 1135031 w 6228831"/>
              <a:gd name="csY2" fmla="*/ 0 h 7660464"/>
              <a:gd name="csX3" fmla="*/ 1951700 w 6228831"/>
              <a:gd name="csY3" fmla="*/ 0 h 7660464"/>
              <a:gd name="csX4" fmla="*/ 2581504 w 6228831"/>
              <a:gd name="csY4" fmla="*/ 0 h 7660464"/>
              <a:gd name="csX5" fmla="*/ 3211308 w 6228831"/>
              <a:gd name="csY5" fmla="*/ 0 h 7660464"/>
              <a:gd name="csX6" fmla="*/ 4027977 w 6228831"/>
              <a:gd name="csY6" fmla="*/ 0 h 7660464"/>
              <a:gd name="csX7" fmla="*/ 4595493 w 6228831"/>
              <a:gd name="csY7" fmla="*/ 0 h 7660464"/>
              <a:gd name="csX8" fmla="*/ 5412162 w 6228831"/>
              <a:gd name="csY8" fmla="*/ 0 h 7660464"/>
              <a:gd name="csX9" fmla="*/ 6228831 w 6228831"/>
              <a:gd name="csY9" fmla="*/ 0 h 7660464"/>
              <a:gd name="csX10" fmla="*/ 6228831 w 6228831"/>
              <a:gd name="csY10" fmla="*/ 696406 h 7660464"/>
              <a:gd name="csX11" fmla="*/ 6228831 w 6228831"/>
              <a:gd name="csY11" fmla="*/ 1392812 h 7660464"/>
              <a:gd name="csX12" fmla="*/ 6228831 w 6228831"/>
              <a:gd name="csY12" fmla="*/ 2165822 h 7660464"/>
              <a:gd name="csX13" fmla="*/ 6228831 w 6228831"/>
              <a:gd name="csY13" fmla="*/ 2632414 h 7660464"/>
              <a:gd name="csX14" fmla="*/ 6228831 w 6228831"/>
              <a:gd name="csY14" fmla="*/ 3328820 h 7660464"/>
              <a:gd name="csX15" fmla="*/ 6228831 w 6228831"/>
              <a:gd name="csY15" fmla="*/ 4025226 h 7660464"/>
              <a:gd name="csX16" fmla="*/ 6228831 w 6228831"/>
              <a:gd name="csY16" fmla="*/ 4721631 h 7660464"/>
              <a:gd name="csX17" fmla="*/ 6228831 w 6228831"/>
              <a:gd name="csY17" fmla="*/ 5494642 h 7660464"/>
              <a:gd name="csX18" fmla="*/ 6228831 w 6228831"/>
              <a:gd name="csY18" fmla="*/ 6267652 h 7660464"/>
              <a:gd name="csX19" fmla="*/ 6228831 w 6228831"/>
              <a:gd name="csY19" fmla="*/ 7040663 h 7660464"/>
              <a:gd name="csX20" fmla="*/ 6228831 w 6228831"/>
              <a:gd name="csY20" fmla="*/ 7660464 h 7660464"/>
              <a:gd name="csX21" fmla="*/ 5661315 w 6228831"/>
              <a:gd name="csY21" fmla="*/ 7660464 h 7660464"/>
              <a:gd name="csX22" fmla="*/ 4969223 w 6228831"/>
              <a:gd name="csY22" fmla="*/ 7660464 h 7660464"/>
              <a:gd name="csX23" fmla="*/ 4401707 w 6228831"/>
              <a:gd name="csY23" fmla="*/ 7660464 h 7660464"/>
              <a:gd name="csX24" fmla="*/ 3709615 w 6228831"/>
              <a:gd name="csY24" fmla="*/ 7660464 h 7660464"/>
              <a:gd name="csX25" fmla="*/ 3204388 w 6228831"/>
              <a:gd name="csY25" fmla="*/ 7660464 h 7660464"/>
              <a:gd name="csX26" fmla="*/ 2699160 w 6228831"/>
              <a:gd name="csY26" fmla="*/ 7660464 h 7660464"/>
              <a:gd name="csX27" fmla="*/ 2007068 w 6228831"/>
              <a:gd name="csY27" fmla="*/ 7660464 h 7660464"/>
              <a:gd name="csX28" fmla="*/ 1439552 w 6228831"/>
              <a:gd name="csY28" fmla="*/ 7660464 h 7660464"/>
              <a:gd name="csX29" fmla="*/ 685171 w 6228831"/>
              <a:gd name="csY29" fmla="*/ 7660464 h 7660464"/>
              <a:gd name="csX30" fmla="*/ 0 w 6228831"/>
              <a:gd name="csY30" fmla="*/ 7660464 h 7660464"/>
              <a:gd name="csX31" fmla="*/ 0 w 6228831"/>
              <a:gd name="csY31" fmla="*/ 6887454 h 7660464"/>
              <a:gd name="csX32" fmla="*/ 0 w 6228831"/>
              <a:gd name="csY32" fmla="*/ 6114443 h 7660464"/>
              <a:gd name="csX33" fmla="*/ 0 w 6228831"/>
              <a:gd name="csY33" fmla="*/ 5571247 h 7660464"/>
              <a:gd name="csX34" fmla="*/ 0 w 6228831"/>
              <a:gd name="csY34" fmla="*/ 4798236 h 7660464"/>
              <a:gd name="csX35" fmla="*/ 0 w 6228831"/>
              <a:gd name="csY35" fmla="*/ 3948621 h 7660464"/>
              <a:gd name="csX36" fmla="*/ 0 w 6228831"/>
              <a:gd name="csY36" fmla="*/ 3328820 h 7660464"/>
              <a:gd name="csX37" fmla="*/ 0 w 6228831"/>
              <a:gd name="csY37" fmla="*/ 2479205 h 7660464"/>
              <a:gd name="csX38" fmla="*/ 0 w 6228831"/>
              <a:gd name="csY38" fmla="*/ 1936008 h 7660464"/>
              <a:gd name="csX39" fmla="*/ 0 w 6228831"/>
              <a:gd name="csY39" fmla="*/ 1469416 h 7660464"/>
              <a:gd name="csX40" fmla="*/ 0 w 6228831"/>
              <a:gd name="csY40" fmla="*/ 1002824 h 7660464"/>
              <a:gd name="csX41" fmla="*/ 0 w 6228831"/>
              <a:gd name="csY41" fmla="*/ 0 h 7660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6228831" h="7660464" extrusionOk="0">
                <a:moveTo>
                  <a:pt x="0" y="0"/>
                </a:moveTo>
                <a:cubicBezTo>
                  <a:pt x="289259" y="-5076"/>
                  <a:pt x="370971" y="-41"/>
                  <a:pt x="629804" y="0"/>
                </a:cubicBezTo>
                <a:cubicBezTo>
                  <a:pt x="888637" y="41"/>
                  <a:pt x="909707" y="24606"/>
                  <a:pt x="1135031" y="0"/>
                </a:cubicBezTo>
                <a:cubicBezTo>
                  <a:pt x="1360355" y="-24606"/>
                  <a:pt x="1733146" y="26555"/>
                  <a:pt x="1951700" y="0"/>
                </a:cubicBezTo>
                <a:cubicBezTo>
                  <a:pt x="2170254" y="-26555"/>
                  <a:pt x="2366767" y="14635"/>
                  <a:pt x="2581504" y="0"/>
                </a:cubicBezTo>
                <a:cubicBezTo>
                  <a:pt x="2796241" y="-14635"/>
                  <a:pt x="3041335" y="-29729"/>
                  <a:pt x="3211308" y="0"/>
                </a:cubicBezTo>
                <a:cubicBezTo>
                  <a:pt x="3381281" y="29729"/>
                  <a:pt x="3751758" y="993"/>
                  <a:pt x="4027977" y="0"/>
                </a:cubicBezTo>
                <a:cubicBezTo>
                  <a:pt x="4304196" y="-993"/>
                  <a:pt x="4386459" y="-19085"/>
                  <a:pt x="4595493" y="0"/>
                </a:cubicBezTo>
                <a:cubicBezTo>
                  <a:pt x="4804527" y="19085"/>
                  <a:pt x="5199731" y="-2709"/>
                  <a:pt x="5412162" y="0"/>
                </a:cubicBezTo>
                <a:cubicBezTo>
                  <a:pt x="5624593" y="2709"/>
                  <a:pt x="5951914" y="-6639"/>
                  <a:pt x="6228831" y="0"/>
                </a:cubicBezTo>
                <a:cubicBezTo>
                  <a:pt x="6195607" y="151827"/>
                  <a:pt x="6241176" y="385673"/>
                  <a:pt x="6228831" y="696406"/>
                </a:cubicBezTo>
                <a:cubicBezTo>
                  <a:pt x="6216486" y="1007139"/>
                  <a:pt x="6262934" y="1188831"/>
                  <a:pt x="6228831" y="1392812"/>
                </a:cubicBezTo>
                <a:cubicBezTo>
                  <a:pt x="6194728" y="1596793"/>
                  <a:pt x="6255993" y="1980455"/>
                  <a:pt x="6228831" y="2165822"/>
                </a:cubicBezTo>
                <a:cubicBezTo>
                  <a:pt x="6201670" y="2351189"/>
                  <a:pt x="6240513" y="2425072"/>
                  <a:pt x="6228831" y="2632414"/>
                </a:cubicBezTo>
                <a:cubicBezTo>
                  <a:pt x="6217149" y="2839756"/>
                  <a:pt x="6220962" y="2990611"/>
                  <a:pt x="6228831" y="3328820"/>
                </a:cubicBezTo>
                <a:cubicBezTo>
                  <a:pt x="6236700" y="3667029"/>
                  <a:pt x="6228301" y="3700374"/>
                  <a:pt x="6228831" y="4025226"/>
                </a:cubicBezTo>
                <a:cubicBezTo>
                  <a:pt x="6229361" y="4350078"/>
                  <a:pt x="6200203" y="4528257"/>
                  <a:pt x="6228831" y="4721631"/>
                </a:cubicBezTo>
                <a:cubicBezTo>
                  <a:pt x="6257459" y="4915005"/>
                  <a:pt x="6201929" y="5330221"/>
                  <a:pt x="6228831" y="5494642"/>
                </a:cubicBezTo>
                <a:cubicBezTo>
                  <a:pt x="6255733" y="5659063"/>
                  <a:pt x="6259331" y="5941643"/>
                  <a:pt x="6228831" y="6267652"/>
                </a:cubicBezTo>
                <a:cubicBezTo>
                  <a:pt x="6198332" y="6593661"/>
                  <a:pt x="6254010" y="6796187"/>
                  <a:pt x="6228831" y="7040663"/>
                </a:cubicBezTo>
                <a:cubicBezTo>
                  <a:pt x="6203652" y="7285139"/>
                  <a:pt x="6228227" y="7457097"/>
                  <a:pt x="6228831" y="7660464"/>
                </a:cubicBezTo>
                <a:cubicBezTo>
                  <a:pt x="6057461" y="7679204"/>
                  <a:pt x="5778210" y="7660971"/>
                  <a:pt x="5661315" y="7660464"/>
                </a:cubicBezTo>
                <a:cubicBezTo>
                  <a:pt x="5544420" y="7659957"/>
                  <a:pt x="5187229" y="7679910"/>
                  <a:pt x="4969223" y="7660464"/>
                </a:cubicBezTo>
                <a:cubicBezTo>
                  <a:pt x="4751217" y="7641018"/>
                  <a:pt x="4582114" y="7648549"/>
                  <a:pt x="4401707" y="7660464"/>
                </a:cubicBezTo>
                <a:cubicBezTo>
                  <a:pt x="4221300" y="7672379"/>
                  <a:pt x="3897713" y="7634071"/>
                  <a:pt x="3709615" y="7660464"/>
                </a:cubicBezTo>
                <a:cubicBezTo>
                  <a:pt x="3521517" y="7686857"/>
                  <a:pt x="3334866" y="7676207"/>
                  <a:pt x="3204388" y="7660464"/>
                </a:cubicBezTo>
                <a:cubicBezTo>
                  <a:pt x="3073910" y="7644721"/>
                  <a:pt x="2829202" y="7635464"/>
                  <a:pt x="2699160" y="7660464"/>
                </a:cubicBezTo>
                <a:cubicBezTo>
                  <a:pt x="2569118" y="7685464"/>
                  <a:pt x="2159400" y="7664092"/>
                  <a:pt x="2007068" y="7660464"/>
                </a:cubicBezTo>
                <a:cubicBezTo>
                  <a:pt x="1854736" y="7656836"/>
                  <a:pt x="1633023" y="7657623"/>
                  <a:pt x="1439552" y="7660464"/>
                </a:cubicBezTo>
                <a:cubicBezTo>
                  <a:pt x="1246081" y="7663305"/>
                  <a:pt x="860655" y="7668277"/>
                  <a:pt x="685171" y="7660464"/>
                </a:cubicBezTo>
                <a:cubicBezTo>
                  <a:pt x="509687" y="7652651"/>
                  <a:pt x="329390" y="7653001"/>
                  <a:pt x="0" y="7660464"/>
                </a:cubicBezTo>
                <a:cubicBezTo>
                  <a:pt x="-8006" y="7344735"/>
                  <a:pt x="35327" y="7184825"/>
                  <a:pt x="0" y="6887454"/>
                </a:cubicBezTo>
                <a:cubicBezTo>
                  <a:pt x="-35327" y="6590083"/>
                  <a:pt x="-17661" y="6338932"/>
                  <a:pt x="0" y="6114443"/>
                </a:cubicBezTo>
                <a:cubicBezTo>
                  <a:pt x="17661" y="5889954"/>
                  <a:pt x="-9637" y="5780490"/>
                  <a:pt x="0" y="5571247"/>
                </a:cubicBezTo>
                <a:cubicBezTo>
                  <a:pt x="9637" y="5362004"/>
                  <a:pt x="11096" y="5160067"/>
                  <a:pt x="0" y="4798236"/>
                </a:cubicBezTo>
                <a:cubicBezTo>
                  <a:pt x="-11096" y="4436405"/>
                  <a:pt x="-4707" y="4178721"/>
                  <a:pt x="0" y="3948621"/>
                </a:cubicBezTo>
                <a:cubicBezTo>
                  <a:pt x="4707" y="3718522"/>
                  <a:pt x="-13003" y="3489579"/>
                  <a:pt x="0" y="3328820"/>
                </a:cubicBezTo>
                <a:cubicBezTo>
                  <a:pt x="13003" y="3168061"/>
                  <a:pt x="-21796" y="2873770"/>
                  <a:pt x="0" y="2479205"/>
                </a:cubicBezTo>
                <a:cubicBezTo>
                  <a:pt x="21796" y="2084640"/>
                  <a:pt x="-10499" y="2139481"/>
                  <a:pt x="0" y="1936008"/>
                </a:cubicBezTo>
                <a:cubicBezTo>
                  <a:pt x="10499" y="1732535"/>
                  <a:pt x="-9292" y="1616485"/>
                  <a:pt x="0" y="1469416"/>
                </a:cubicBezTo>
                <a:cubicBezTo>
                  <a:pt x="9292" y="1322347"/>
                  <a:pt x="18594" y="1227287"/>
                  <a:pt x="0" y="1002824"/>
                </a:cubicBezTo>
                <a:cubicBezTo>
                  <a:pt x="-18594" y="778361"/>
                  <a:pt x="-5225" y="43530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9F00AC-C87D-40CD-8FFD-17D28975E805}"/>
              </a:ext>
            </a:extLst>
          </p:cNvPr>
          <p:cNvSpPr txBox="1"/>
          <p:nvPr/>
        </p:nvSpPr>
        <p:spPr>
          <a:xfrm>
            <a:off x="1697033" y="191629"/>
            <a:ext cx="3463934" cy="149955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9F730E-9ED6-5650-53B4-06816A4D787B}"/>
              </a:ext>
            </a:extLst>
          </p:cNvPr>
          <p:cNvSpPr txBox="1"/>
          <p:nvPr/>
        </p:nvSpPr>
        <p:spPr>
          <a:xfrm>
            <a:off x="1697033" y="176800"/>
            <a:ext cx="3463934" cy="59073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EEE8DC-A5E0-143A-865B-1576BBC39170}"/>
              </a:ext>
            </a:extLst>
          </p:cNvPr>
          <p:cNvSpPr txBox="1"/>
          <p:nvPr/>
        </p:nvSpPr>
        <p:spPr>
          <a:xfrm>
            <a:off x="5092117" y="326107"/>
            <a:ext cx="14512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8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8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F9F37-65B4-2904-2E92-3F802BB54753}"/>
              </a:ext>
            </a:extLst>
          </p:cNvPr>
          <p:cNvSpPr txBox="1"/>
          <p:nvPr/>
        </p:nvSpPr>
        <p:spPr>
          <a:xfrm>
            <a:off x="314582" y="387662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855230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</TotalTime>
  <Words>44</Words>
  <Application>Microsoft Office PowerPoint</Application>
  <PresentationFormat>화면 슬라이드 쇼(4:3)</PresentationFormat>
  <Paragraphs>44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1</cp:revision>
  <dcterms:created xsi:type="dcterms:W3CDTF">2026-08-13T10:59:55Z</dcterms:created>
  <dcterms:modified xsi:type="dcterms:W3CDTF">2026-08-13T11:12:16Z</dcterms:modified>
</cp:coreProperties>
</file>