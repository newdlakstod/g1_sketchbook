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9"/>
  </p:notesMasterIdLst>
  <p:sldIdLst>
    <p:sldId id="260" r:id="rId2"/>
    <p:sldId id="262" r:id="rId3"/>
    <p:sldId id="264" r:id="rId4"/>
    <p:sldId id="263" r:id="rId5"/>
    <p:sldId id="256" r:id="rId6"/>
    <p:sldId id="258" r:id="rId7"/>
    <p:sldId id="265" r:id="rId8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온보딩" id="{48178709-3278-4FD5-85FB-2C03F70506E3}">
          <p14:sldIdLst>
            <p14:sldId id="260"/>
          </p14:sldIdLst>
        </p14:section>
        <p14:section name="홈" id="{00723424-3A4C-496E-9278-A4CF77578AEB}">
          <p14:sldIdLst>
            <p14:sldId id="262"/>
          </p14:sldIdLst>
        </p14:section>
        <p14:section name="스케치북" id="{B62597EA-61DD-4BC4-9CD0-9B77CFCD9DC5}">
          <p14:sldIdLst>
            <p14:sldId id="264"/>
          </p14:sldIdLst>
        </p14:section>
        <p14:section name="일기달력" id="{40276003-960B-4DAA-AF4C-ECC48D2AF482}">
          <p14:sldIdLst>
            <p14:sldId id="263"/>
            <p14:sldId id="256"/>
            <p14:sldId id="258"/>
          </p14:sldIdLst>
        </p14:section>
        <p14:section name="설정" id="{E489BDBA-25D2-4B6C-B70F-78AB747A615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5488" userDrawn="1">
          <p15:clr>
            <a:srgbClr val="A4A3A4"/>
          </p15:clr>
        </p15:guide>
        <p15:guide id="2" pos="459" userDrawn="1">
          <p15:clr>
            <a:srgbClr val="A4A3A4"/>
          </p15:clr>
        </p15:guide>
        <p15:guide id="3" pos="3861" userDrawn="1">
          <p15:clr>
            <a:srgbClr val="A4A3A4"/>
          </p15:clr>
        </p15:guide>
        <p15:guide id="4" orient="horz" pos="1066" userDrawn="1">
          <p15:clr>
            <a:srgbClr val="A4A3A4"/>
          </p15:clr>
        </p15:guide>
        <p15:guide id="5" orient="horz" pos="385" userDrawn="1">
          <p15:clr>
            <a:srgbClr val="A4A3A4"/>
          </p15:clr>
        </p15:guide>
        <p15:guide id="6" orient="horz" pos="130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25A00"/>
    <a:srgbClr val="E7A400"/>
    <a:srgbClr val="FFBF2A"/>
    <a:srgbClr val="FAF8F4"/>
    <a:srgbClr val="1E2D4C"/>
    <a:srgbClr val="E6E9DE"/>
    <a:srgbClr val="ABBCA9"/>
    <a:srgbClr val="FEFDF8"/>
    <a:srgbClr val="858585"/>
    <a:srgbClr val="F4F0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 showGuides="1">
      <p:cViewPr>
        <p:scale>
          <a:sx n="33" d="100"/>
          <a:sy n="33" d="100"/>
        </p:scale>
        <p:origin x="2704" y="1300"/>
      </p:cViewPr>
      <p:guideLst>
        <p:guide orient="horz" pos="5488"/>
        <p:guide pos="459"/>
        <p:guide pos="3861"/>
        <p:guide orient="horz" pos="1066"/>
        <p:guide orient="horz" pos="385"/>
        <p:guide orient="horz" pos="130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0BE790-B84C-4C6E-90A5-3ECCE5FA4BA5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AACBE7-A3C7-4D2D-9065-22E41D6FE41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244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7035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08B10-BF76-680C-D7A3-0CD5D01B2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9EA636-5586-29E5-8A56-EA53A71DD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CE10A1-7E18-97D7-B801-9D9A2C7C9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EBE6B-D24F-F5EC-8C18-3CAFA44A7C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9206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A4418-7ABC-8191-9F4B-78A0BAE46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C64C2C-0003-DA65-A186-B0A2D9D2F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4267E2-9190-6066-BCB9-1AA942DE2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4FD914-1E74-5E4C-FE42-CE9D2AD0C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15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81B4C-6ABC-19D0-FBFC-FF3DBCDB4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39FC2F1-9606-F789-FA80-1CC882D53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23796F-61AE-3315-5E4B-572B68399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0BD5FE-F141-B21F-1134-78343EDF6E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30076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98F82-45EF-259D-F5BD-8422D892E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38E881-2DA6-CB9A-E01C-FED8592B44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288AB-AFE7-CE70-B480-6B0C24F22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FDFA79-4E9B-85E1-BEDA-763D7E2B45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899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55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97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1824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492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097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2354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388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3008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8198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0298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07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914371-07C9-42DD-AB34-11C3B1CEF327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112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CFC33-0B91-F924-C8B6-758494201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DAC67E7-A7B7-751D-60DA-8876DD251A78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ABBCA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126F56A-3553-742C-7308-3A19664347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935" y="708572"/>
            <a:ext cx="4910130" cy="73651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3EB654-1315-953C-5DF5-78C31521B6AF}"/>
              </a:ext>
            </a:extLst>
          </p:cNvPr>
          <p:cNvSpPr txBox="1"/>
          <p:nvPr/>
        </p:nvSpPr>
        <p:spPr>
          <a:xfrm>
            <a:off x="519764" y="211241"/>
            <a:ext cx="581847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Daily sketch</a:t>
            </a:r>
            <a:endParaRPr lang="ko-KR" altLang="en-US" sz="10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C2F2DE5-277A-BD6D-1997-F497E6C07F84}"/>
              </a:ext>
            </a:extLst>
          </p:cNvPr>
          <p:cNvSpPr/>
          <p:nvPr/>
        </p:nvSpPr>
        <p:spPr>
          <a:xfrm flipV="1">
            <a:off x="2526631" y="8032192"/>
            <a:ext cx="1727736" cy="627959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AFE2C0-4265-D9ED-EE3E-BA3FF48209F3}"/>
              </a:ext>
            </a:extLst>
          </p:cNvPr>
          <p:cNvSpPr txBox="1"/>
          <p:nvPr/>
        </p:nvSpPr>
        <p:spPr>
          <a:xfrm>
            <a:off x="2521819" y="8115339"/>
            <a:ext cx="1737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400" dirty="0">
                <a:solidFill>
                  <a:srgbClr val="E6E9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continue</a:t>
            </a:r>
            <a:endParaRPr lang="ko-KR" altLang="en-US" sz="2400" dirty="0">
              <a:solidFill>
                <a:srgbClr val="E6E9DE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7B4338A-52D5-DE56-5114-2E4DD526A8F1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7E7FAE2A-EC75-A897-DAE3-C6586B54BF04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8F5C229E-EA07-0CBB-CBD0-6A3C72CB5CDF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66405E47-723E-B2AA-73F4-493A25826997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332CD88-4EB5-41D6-8B04-B6D25D55B377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262D5611-0EF7-EE9D-BFAE-3C2686F29567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207EEB9E-8CCD-F377-B781-CF59331F923F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F96D5DF-7D0C-E238-3170-E22104F128D1}"/>
              </a:ext>
            </a:extLst>
          </p:cNvPr>
          <p:cNvSpPr txBox="1"/>
          <p:nvPr/>
        </p:nvSpPr>
        <p:spPr>
          <a:xfrm>
            <a:off x="519764" y="7288936"/>
            <a:ext cx="58184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Draw together, keep the little days</a:t>
            </a:r>
            <a:endParaRPr lang="ko-KR" altLang="en-US" sz="28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0870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1540E0-0CB8-D01C-6237-60CC24C40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2283D6B-B0D8-8243-2BF1-E88F7E19F338}"/>
              </a:ext>
            </a:extLst>
          </p:cNvPr>
          <p:cNvSpPr/>
          <p:nvPr/>
        </p:nvSpPr>
        <p:spPr>
          <a:xfrm>
            <a:off x="728663" y="8428990"/>
            <a:ext cx="5400674" cy="566420"/>
          </a:xfrm>
          <a:prstGeom prst="roundRect">
            <a:avLst>
              <a:gd name="adj" fmla="val 50000"/>
            </a:avLst>
          </a:prstGeom>
          <a:solidFill>
            <a:srgbClr val="FEFDF8"/>
          </a:solidFill>
          <a:ln>
            <a:noFill/>
          </a:ln>
          <a:effectLst>
            <a:outerShdw blurRad="114300" dist="76200" dir="3420000" algn="tl" rotWithShape="0">
              <a:prstClr val="black">
                <a:alpha val="2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그래픽 9" descr="단일 톱니바퀴 단색으로 채워진">
            <a:extLst>
              <a:ext uri="{FF2B5EF4-FFF2-40B4-BE49-F238E27FC236}">
                <a16:creationId xmlns:a16="http://schemas.microsoft.com/office/drawing/2014/main" id="{1E93F9B2-A2BA-63FA-7BA3-DA8E0C55E725}"/>
              </a:ext>
            </a:extLst>
          </p:cNvPr>
          <p:cNvSpPr/>
          <p:nvPr/>
        </p:nvSpPr>
        <p:spPr>
          <a:xfrm>
            <a:off x="5295858" y="8564639"/>
            <a:ext cx="295122" cy="295122"/>
          </a:xfrm>
          <a:custGeom>
            <a:avLst/>
            <a:gdLst>
              <a:gd name="csX0" fmla="*/ 323850 w 648652"/>
              <a:gd name="csY0" fmla="*/ 438150 h 647700"/>
              <a:gd name="csX1" fmla="*/ 209550 w 648652"/>
              <a:gd name="csY1" fmla="*/ 323850 h 647700"/>
              <a:gd name="csX2" fmla="*/ 323850 w 648652"/>
              <a:gd name="csY2" fmla="*/ 209550 h 647700"/>
              <a:gd name="csX3" fmla="*/ 438150 w 648652"/>
              <a:gd name="csY3" fmla="*/ 323850 h 647700"/>
              <a:gd name="csX4" fmla="*/ 323850 w 648652"/>
              <a:gd name="csY4" fmla="*/ 438150 h 647700"/>
              <a:gd name="csX5" fmla="*/ 581025 w 648652"/>
              <a:gd name="csY5" fmla="*/ 252413 h 647700"/>
              <a:gd name="csX6" fmla="*/ 556260 w 648652"/>
              <a:gd name="csY6" fmla="*/ 193358 h 647700"/>
              <a:gd name="csX7" fmla="*/ 580073 w 648652"/>
              <a:gd name="csY7" fmla="*/ 121920 h 647700"/>
              <a:gd name="csX8" fmla="*/ 525780 w 648652"/>
              <a:gd name="csY8" fmla="*/ 67628 h 647700"/>
              <a:gd name="csX9" fmla="*/ 454343 w 648652"/>
              <a:gd name="csY9" fmla="*/ 91440 h 647700"/>
              <a:gd name="csX10" fmla="*/ 394335 w 648652"/>
              <a:gd name="csY10" fmla="*/ 66675 h 647700"/>
              <a:gd name="csX11" fmla="*/ 361950 w 648652"/>
              <a:gd name="csY11" fmla="*/ 0 h 647700"/>
              <a:gd name="csX12" fmla="*/ 285750 w 648652"/>
              <a:gd name="csY12" fmla="*/ 0 h 647700"/>
              <a:gd name="csX13" fmla="*/ 252413 w 648652"/>
              <a:gd name="csY13" fmla="*/ 66675 h 647700"/>
              <a:gd name="csX14" fmla="*/ 193358 w 648652"/>
              <a:gd name="csY14" fmla="*/ 91440 h 647700"/>
              <a:gd name="csX15" fmla="*/ 121920 w 648652"/>
              <a:gd name="csY15" fmla="*/ 67628 h 647700"/>
              <a:gd name="csX16" fmla="*/ 67628 w 648652"/>
              <a:gd name="csY16" fmla="*/ 121920 h 647700"/>
              <a:gd name="csX17" fmla="*/ 91440 w 648652"/>
              <a:gd name="csY17" fmla="*/ 193358 h 647700"/>
              <a:gd name="csX18" fmla="*/ 66675 w 648652"/>
              <a:gd name="csY18" fmla="*/ 253365 h 647700"/>
              <a:gd name="csX19" fmla="*/ 0 w 648652"/>
              <a:gd name="csY19" fmla="*/ 285750 h 647700"/>
              <a:gd name="csX20" fmla="*/ 0 w 648652"/>
              <a:gd name="csY20" fmla="*/ 361950 h 647700"/>
              <a:gd name="csX21" fmla="*/ 66675 w 648652"/>
              <a:gd name="csY21" fmla="*/ 395288 h 647700"/>
              <a:gd name="csX22" fmla="*/ 91440 w 648652"/>
              <a:gd name="csY22" fmla="*/ 454343 h 647700"/>
              <a:gd name="csX23" fmla="*/ 67628 w 648652"/>
              <a:gd name="csY23" fmla="*/ 525780 h 647700"/>
              <a:gd name="csX24" fmla="*/ 121920 w 648652"/>
              <a:gd name="csY24" fmla="*/ 580073 h 647700"/>
              <a:gd name="csX25" fmla="*/ 193358 w 648652"/>
              <a:gd name="csY25" fmla="*/ 556260 h 647700"/>
              <a:gd name="csX26" fmla="*/ 253365 w 648652"/>
              <a:gd name="csY26" fmla="*/ 581025 h 647700"/>
              <a:gd name="csX27" fmla="*/ 286703 w 648652"/>
              <a:gd name="csY27" fmla="*/ 647700 h 647700"/>
              <a:gd name="csX28" fmla="*/ 362903 w 648652"/>
              <a:gd name="csY28" fmla="*/ 647700 h 647700"/>
              <a:gd name="csX29" fmla="*/ 396240 w 648652"/>
              <a:gd name="csY29" fmla="*/ 581025 h 647700"/>
              <a:gd name="csX30" fmla="*/ 455295 w 648652"/>
              <a:gd name="csY30" fmla="*/ 556260 h 647700"/>
              <a:gd name="csX31" fmla="*/ 526733 w 648652"/>
              <a:gd name="csY31" fmla="*/ 580073 h 647700"/>
              <a:gd name="csX32" fmla="*/ 581025 w 648652"/>
              <a:gd name="csY32" fmla="*/ 525780 h 647700"/>
              <a:gd name="csX33" fmla="*/ 557213 w 648652"/>
              <a:gd name="csY33" fmla="*/ 454343 h 647700"/>
              <a:gd name="csX34" fmla="*/ 581978 w 648652"/>
              <a:gd name="csY34" fmla="*/ 394335 h 647700"/>
              <a:gd name="csX35" fmla="*/ 648653 w 648652"/>
              <a:gd name="csY35" fmla="*/ 360998 h 647700"/>
              <a:gd name="csX36" fmla="*/ 648653 w 648652"/>
              <a:gd name="csY36" fmla="*/ 284798 h 647700"/>
              <a:gd name="csX37" fmla="*/ 581025 w 648652"/>
              <a:gd name="csY37" fmla="*/ 252413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648652" h="647700">
                <a:moveTo>
                  <a:pt x="323850" y="438150"/>
                </a:moveTo>
                <a:cubicBezTo>
                  <a:pt x="260985" y="438150"/>
                  <a:pt x="209550" y="386715"/>
                  <a:pt x="209550" y="323850"/>
                </a:cubicBezTo>
                <a:cubicBezTo>
                  <a:pt x="209550" y="260985"/>
                  <a:pt x="260985" y="209550"/>
                  <a:pt x="323850" y="209550"/>
                </a:cubicBezTo>
                <a:cubicBezTo>
                  <a:pt x="386715" y="209550"/>
                  <a:pt x="438150" y="260985"/>
                  <a:pt x="438150" y="323850"/>
                </a:cubicBezTo>
                <a:cubicBezTo>
                  <a:pt x="438150" y="386715"/>
                  <a:pt x="386715" y="438150"/>
                  <a:pt x="323850" y="438150"/>
                </a:cubicBezTo>
                <a:close/>
                <a:moveTo>
                  <a:pt x="581025" y="252413"/>
                </a:moveTo>
                <a:cubicBezTo>
                  <a:pt x="575310" y="231458"/>
                  <a:pt x="566738" y="211455"/>
                  <a:pt x="556260" y="193358"/>
                </a:cubicBezTo>
                <a:lnTo>
                  <a:pt x="580073" y="121920"/>
                </a:lnTo>
                <a:lnTo>
                  <a:pt x="525780" y="67628"/>
                </a:lnTo>
                <a:lnTo>
                  <a:pt x="454343" y="91440"/>
                </a:lnTo>
                <a:cubicBezTo>
                  <a:pt x="435293" y="80963"/>
                  <a:pt x="415290" y="72390"/>
                  <a:pt x="394335" y="66675"/>
                </a:cubicBezTo>
                <a:lnTo>
                  <a:pt x="361950" y="0"/>
                </a:lnTo>
                <a:lnTo>
                  <a:pt x="285750" y="0"/>
                </a:lnTo>
                <a:lnTo>
                  <a:pt x="252413" y="66675"/>
                </a:lnTo>
                <a:cubicBezTo>
                  <a:pt x="231458" y="72390"/>
                  <a:pt x="211455" y="80963"/>
                  <a:pt x="193358" y="91440"/>
                </a:cubicBezTo>
                <a:lnTo>
                  <a:pt x="121920" y="67628"/>
                </a:lnTo>
                <a:lnTo>
                  <a:pt x="67628" y="121920"/>
                </a:lnTo>
                <a:lnTo>
                  <a:pt x="91440" y="193358"/>
                </a:lnTo>
                <a:cubicBezTo>
                  <a:pt x="80963" y="212408"/>
                  <a:pt x="72390" y="232410"/>
                  <a:pt x="66675" y="253365"/>
                </a:cubicBezTo>
                <a:lnTo>
                  <a:pt x="0" y="285750"/>
                </a:lnTo>
                <a:lnTo>
                  <a:pt x="0" y="361950"/>
                </a:lnTo>
                <a:lnTo>
                  <a:pt x="66675" y="395288"/>
                </a:lnTo>
                <a:cubicBezTo>
                  <a:pt x="72390" y="416243"/>
                  <a:pt x="80963" y="436245"/>
                  <a:pt x="91440" y="454343"/>
                </a:cubicBezTo>
                <a:lnTo>
                  <a:pt x="67628" y="525780"/>
                </a:lnTo>
                <a:lnTo>
                  <a:pt x="121920" y="580073"/>
                </a:lnTo>
                <a:lnTo>
                  <a:pt x="193358" y="556260"/>
                </a:lnTo>
                <a:cubicBezTo>
                  <a:pt x="212408" y="566738"/>
                  <a:pt x="232410" y="575310"/>
                  <a:pt x="253365" y="581025"/>
                </a:cubicBezTo>
                <a:lnTo>
                  <a:pt x="286703" y="647700"/>
                </a:lnTo>
                <a:lnTo>
                  <a:pt x="362903" y="647700"/>
                </a:lnTo>
                <a:lnTo>
                  <a:pt x="396240" y="581025"/>
                </a:lnTo>
                <a:cubicBezTo>
                  <a:pt x="417195" y="575310"/>
                  <a:pt x="437198" y="566738"/>
                  <a:pt x="455295" y="556260"/>
                </a:cubicBezTo>
                <a:lnTo>
                  <a:pt x="526733" y="580073"/>
                </a:lnTo>
                <a:lnTo>
                  <a:pt x="581025" y="525780"/>
                </a:lnTo>
                <a:lnTo>
                  <a:pt x="557213" y="454343"/>
                </a:lnTo>
                <a:cubicBezTo>
                  <a:pt x="567690" y="435293"/>
                  <a:pt x="576263" y="415290"/>
                  <a:pt x="581978" y="394335"/>
                </a:cubicBezTo>
                <a:lnTo>
                  <a:pt x="648653" y="360998"/>
                </a:lnTo>
                <a:lnTo>
                  <a:pt x="648653" y="284798"/>
                </a:lnTo>
                <a:lnTo>
                  <a:pt x="581025" y="25241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698717B2-EC78-6CD3-4769-B2BD3E870344}"/>
              </a:ext>
            </a:extLst>
          </p:cNvPr>
          <p:cNvGrpSpPr/>
          <p:nvPr/>
        </p:nvGrpSpPr>
        <p:grpSpPr>
          <a:xfrm>
            <a:off x="2521259" y="8564639"/>
            <a:ext cx="280633" cy="295122"/>
            <a:chOff x="7230961" y="4648200"/>
            <a:chExt cx="533400" cy="762000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29C9135C-65A9-9BD1-7933-3BBD35BEAB06}"/>
                </a:ext>
              </a:extLst>
            </p:cNvPr>
            <p:cNvSpPr/>
            <p:nvPr/>
          </p:nvSpPr>
          <p:spPr>
            <a:xfrm>
              <a:off x="7230961" y="4650105"/>
              <a:ext cx="57150" cy="76009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580E29A-DC16-04B4-DE33-7D98CE8210E3}"/>
                </a:ext>
              </a:extLst>
            </p:cNvPr>
            <p:cNvSpPr/>
            <p:nvPr/>
          </p:nvSpPr>
          <p:spPr>
            <a:xfrm>
              <a:off x="7326211" y="4648200"/>
              <a:ext cx="438150" cy="762000"/>
            </a:xfrm>
            <a:custGeom>
              <a:avLst/>
              <a:gdLst>
                <a:gd name="csX0" fmla="*/ 352425 w 438150"/>
                <a:gd name="csY0" fmla="*/ 285750 h 762000"/>
                <a:gd name="csX1" fmla="*/ 85725 w 438150"/>
                <a:gd name="csY1" fmla="*/ 285750 h 762000"/>
                <a:gd name="csX2" fmla="*/ 85725 w 438150"/>
                <a:gd name="csY2" fmla="*/ 228600 h 762000"/>
                <a:gd name="csX3" fmla="*/ 352425 w 438150"/>
                <a:gd name="csY3" fmla="*/ 228600 h 762000"/>
                <a:gd name="csX4" fmla="*/ 352425 w 438150"/>
                <a:gd name="csY4" fmla="*/ 285750 h 762000"/>
                <a:gd name="csX5" fmla="*/ 295275 w 438150"/>
                <a:gd name="csY5" fmla="*/ 381000 h 762000"/>
                <a:gd name="csX6" fmla="*/ 147638 w 438150"/>
                <a:gd name="csY6" fmla="*/ 381000 h 762000"/>
                <a:gd name="csX7" fmla="*/ 147638 w 438150"/>
                <a:gd name="csY7" fmla="*/ 342900 h 762000"/>
                <a:gd name="csX8" fmla="*/ 295275 w 438150"/>
                <a:gd name="csY8" fmla="*/ 342900 h 762000"/>
                <a:gd name="csX9" fmla="*/ 295275 w 438150"/>
                <a:gd name="csY9" fmla="*/ 381000 h 762000"/>
                <a:gd name="csX10" fmla="*/ 400050 w 438150"/>
                <a:gd name="csY10" fmla="*/ 0 h 762000"/>
                <a:gd name="csX11" fmla="*/ 0 w 438150"/>
                <a:gd name="csY11" fmla="*/ 1905 h 762000"/>
                <a:gd name="csX12" fmla="*/ 0 w 438150"/>
                <a:gd name="csY12" fmla="*/ 762000 h 762000"/>
                <a:gd name="csX13" fmla="*/ 400050 w 438150"/>
                <a:gd name="csY13" fmla="*/ 762000 h 762000"/>
                <a:gd name="csX14" fmla="*/ 438150 w 438150"/>
                <a:gd name="csY14" fmla="*/ 723900 h 762000"/>
                <a:gd name="csX15" fmla="*/ 438150 w 438150"/>
                <a:gd name="csY15" fmla="*/ 38100 h 762000"/>
                <a:gd name="csX16" fmla="*/ 400050 w 4381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438150" h="762000">
                  <a:moveTo>
                    <a:pt x="352425" y="285750"/>
                  </a:moveTo>
                  <a:lnTo>
                    <a:pt x="85725" y="285750"/>
                  </a:lnTo>
                  <a:lnTo>
                    <a:pt x="85725" y="228600"/>
                  </a:lnTo>
                  <a:lnTo>
                    <a:pt x="352425" y="228600"/>
                  </a:lnTo>
                  <a:lnTo>
                    <a:pt x="352425" y="285750"/>
                  </a:lnTo>
                  <a:close/>
                  <a:moveTo>
                    <a:pt x="295275" y="381000"/>
                  </a:moveTo>
                  <a:lnTo>
                    <a:pt x="147638" y="381000"/>
                  </a:lnTo>
                  <a:lnTo>
                    <a:pt x="147638" y="342900"/>
                  </a:lnTo>
                  <a:lnTo>
                    <a:pt x="295275" y="342900"/>
                  </a:lnTo>
                  <a:lnTo>
                    <a:pt x="295275" y="381000"/>
                  </a:lnTo>
                  <a:close/>
                  <a:moveTo>
                    <a:pt x="400050" y="0"/>
                  </a:moveTo>
                  <a:lnTo>
                    <a:pt x="0" y="1905"/>
                  </a:lnTo>
                  <a:lnTo>
                    <a:pt x="0" y="762000"/>
                  </a:lnTo>
                  <a:lnTo>
                    <a:pt x="400050" y="762000"/>
                  </a:lnTo>
                  <a:cubicBezTo>
                    <a:pt x="421005" y="762000"/>
                    <a:pt x="438150" y="744855"/>
                    <a:pt x="438150" y="723900"/>
                  </a:cubicBezTo>
                  <a:lnTo>
                    <a:pt x="438150" y="38100"/>
                  </a:lnTo>
                  <a:cubicBezTo>
                    <a:pt x="438150" y="17145"/>
                    <a:pt x="421005" y="0"/>
                    <a:pt x="400050" y="0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60CC3E93-DA54-4D47-E481-B615241B1517}"/>
              </a:ext>
            </a:extLst>
          </p:cNvPr>
          <p:cNvGrpSpPr/>
          <p:nvPr/>
        </p:nvGrpSpPr>
        <p:grpSpPr>
          <a:xfrm>
            <a:off x="3901314" y="8564639"/>
            <a:ext cx="295122" cy="295122"/>
            <a:chOff x="4086962" y="8350256"/>
            <a:chExt cx="295122" cy="295122"/>
          </a:xfrm>
        </p:grpSpPr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BEC6562B-DF60-AC9F-DECC-1FDDB17A1B5D}"/>
                </a:ext>
              </a:extLst>
            </p:cNvPr>
            <p:cNvSpPr/>
            <p:nvPr/>
          </p:nvSpPr>
          <p:spPr>
            <a:xfrm>
              <a:off x="4086962" y="8402336"/>
              <a:ext cx="295122" cy="243042"/>
            </a:xfrm>
            <a:custGeom>
              <a:avLst/>
              <a:gdLst>
                <a:gd name="csX0" fmla="*/ 590550 w 647700"/>
                <a:gd name="csY0" fmla="*/ 57150 h 533400"/>
                <a:gd name="csX1" fmla="*/ 590550 w 647700"/>
                <a:gd name="csY1" fmla="*/ 133350 h 533400"/>
                <a:gd name="csX2" fmla="*/ 514350 w 647700"/>
                <a:gd name="csY2" fmla="*/ 133350 h 533400"/>
                <a:gd name="csX3" fmla="*/ 514350 w 647700"/>
                <a:gd name="csY3" fmla="*/ 57150 h 533400"/>
                <a:gd name="csX4" fmla="*/ 590550 w 647700"/>
                <a:gd name="csY4" fmla="*/ 57150 h 533400"/>
                <a:gd name="csX5" fmla="*/ 57150 w 647700"/>
                <a:gd name="csY5" fmla="*/ 400050 h 533400"/>
                <a:gd name="csX6" fmla="*/ 133350 w 647700"/>
                <a:gd name="csY6" fmla="*/ 400050 h 533400"/>
                <a:gd name="csX7" fmla="*/ 133350 w 647700"/>
                <a:gd name="csY7" fmla="*/ 476250 h 533400"/>
                <a:gd name="csX8" fmla="*/ 57150 w 647700"/>
                <a:gd name="csY8" fmla="*/ 476250 h 533400"/>
                <a:gd name="csX9" fmla="*/ 57150 w 647700"/>
                <a:gd name="csY9" fmla="*/ 400050 h 533400"/>
                <a:gd name="csX10" fmla="*/ 247650 w 647700"/>
                <a:gd name="csY10" fmla="*/ 57150 h 533400"/>
                <a:gd name="csX11" fmla="*/ 247650 w 647700"/>
                <a:gd name="csY11" fmla="*/ 133350 h 533400"/>
                <a:gd name="csX12" fmla="*/ 171450 w 647700"/>
                <a:gd name="csY12" fmla="*/ 133350 h 533400"/>
                <a:gd name="csX13" fmla="*/ 171450 w 647700"/>
                <a:gd name="csY13" fmla="*/ 57150 h 533400"/>
                <a:gd name="csX14" fmla="*/ 247650 w 647700"/>
                <a:gd name="csY14" fmla="*/ 57150 h 533400"/>
                <a:gd name="csX15" fmla="*/ 361950 w 647700"/>
                <a:gd name="csY15" fmla="*/ 57150 h 533400"/>
                <a:gd name="csX16" fmla="*/ 361950 w 647700"/>
                <a:gd name="csY16" fmla="*/ 133350 h 533400"/>
                <a:gd name="csX17" fmla="*/ 285750 w 647700"/>
                <a:gd name="csY17" fmla="*/ 133350 h 533400"/>
                <a:gd name="csX18" fmla="*/ 285750 w 647700"/>
                <a:gd name="csY18" fmla="*/ 57150 h 533400"/>
                <a:gd name="csX19" fmla="*/ 361950 w 647700"/>
                <a:gd name="csY19" fmla="*/ 57150 h 533400"/>
                <a:gd name="csX20" fmla="*/ 476250 w 647700"/>
                <a:gd name="csY20" fmla="*/ 247650 h 533400"/>
                <a:gd name="csX21" fmla="*/ 400050 w 647700"/>
                <a:gd name="csY21" fmla="*/ 247650 h 533400"/>
                <a:gd name="csX22" fmla="*/ 400050 w 647700"/>
                <a:gd name="csY22" fmla="*/ 171450 h 533400"/>
                <a:gd name="csX23" fmla="*/ 476250 w 647700"/>
                <a:gd name="csY23" fmla="*/ 171450 h 533400"/>
                <a:gd name="csX24" fmla="*/ 476250 w 647700"/>
                <a:gd name="csY24" fmla="*/ 247650 h 533400"/>
                <a:gd name="csX25" fmla="*/ 514350 w 647700"/>
                <a:gd name="csY25" fmla="*/ 247650 h 533400"/>
                <a:gd name="csX26" fmla="*/ 514350 w 647700"/>
                <a:gd name="csY26" fmla="*/ 171450 h 533400"/>
                <a:gd name="csX27" fmla="*/ 590550 w 647700"/>
                <a:gd name="csY27" fmla="*/ 171450 h 533400"/>
                <a:gd name="csX28" fmla="*/ 590550 w 647700"/>
                <a:gd name="csY28" fmla="*/ 247650 h 533400"/>
                <a:gd name="csX29" fmla="*/ 514350 w 647700"/>
                <a:gd name="csY29" fmla="*/ 247650 h 533400"/>
                <a:gd name="csX30" fmla="*/ 514350 w 647700"/>
                <a:gd name="csY30" fmla="*/ 361950 h 533400"/>
                <a:gd name="csX31" fmla="*/ 514350 w 647700"/>
                <a:gd name="csY31" fmla="*/ 285750 h 533400"/>
                <a:gd name="csX32" fmla="*/ 590550 w 647700"/>
                <a:gd name="csY32" fmla="*/ 285750 h 533400"/>
                <a:gd name="csX33" fmla="*/ 590550 w 647700"/>
                <a:gd name="csY33" fmla="*/ 361950 h 533400"/>
                <a:gd name="csX34" fmla="*/ 514350 w 647700"/>
                <a:gd name="csY34" fmla="*/ 361950 h 533400"/>
                <a:gd name="csX35" fmla="*/ 285750 w 647700"/>
                <a:gd name="csY35" fmla="*/ 400050 h 533400"/>
                <a:gd name="csX36" fmla="*/ 361950 w 647700"/>
                <a:gd name="csY36" fmla="*/ 400050 h 533400"/>
                <a:gd name="csX37" fmla="*/ 361950 w 647700"/>
                <a:gd name="csY37" fmla="*/ 476250 h 533400"/>
                <a:gd name="csX38" fmla="*/ 285750 w 647700"/>
                <a:gd name="csY38" fmla="*/ 476250 h 533400"/>
                <a:gd name="csX39" fmla="*/ 285750 w 647700"/>
                <a:gd name="csY39" fmla="*/ 400050 h 533400"/>
                <a:gd name="csX40" fmla="*/ 247650 w 647700"/>
                <a:gd name="csY40" fmla="*/ 400050 h 533400"/>
                <a:gd name="csX41" fmla="*/ 247650 w 647700"/>
                <a:gd name="csY41" fmla="*/ 476250 h 533400"/>
                <a:gd name="csX42" fmla="*/ 171450 w 647700"/>
                <a:gd name="csY42" fmla="*/ 476250 h 533400"/>
                <a:gd name="csX43" fmla="*/ 171450 w 647700"/>
                <a:gd name="csY43" fmla="*/ 400050 h 533400"/>
                <a:gd name="csX44" fmla="*/ 247650 w 647700"/>
                <a:gd name="csY44" fmla="*/ 400050 h 533400"/>
                <a:gd name="csX45" fmla="*/ 171450 w 647700"/>
                <a:gd name="csY45" fmla="*/ 285750 h 533400"/>
                <a:gd name="csX46" fmla="*/ 247650 w 647700"/>
                <a:gd name="csY46" fmla="*/ 285750 h 533400"/>
                <a:gd name="csX47" fmla="*/ 247650 w 647700"/>
                <a:gd name="csY47" fmla="*/ 361950 h 533400"/>
                <a:gd name="csX48" fmla="*/ 171450 w 647700"/>
                <a:gd name="csY48" fmla="*/ 361950 h 533400"/>
                <a:gd name="csX49" fmla="*/ 171450 w 647700"/>
                <a:gd name="csY49" fmla="*/ 285750 h 533400"/>
                <a:gd name="csX50" fmla="*/ 133350 w 647700"/>
                <a:gd name="csY50" fmla="*/ 285750 h 533400"/>
                <a:gd name="csX51" fmla="*/ 133350 w 647700"/>
                <a:gd name="csY51" fmla="*/ 361950 h 533400"/>
                <a:gd name="csX52" fmla="*/ 57150 w 647700"/>
                <a:gd name="csY52" fmla="*/ 361950 h 533400"/>
                <a:gd name="csX53" fmla="*/ 57150 w 647700"/>
                <a:gd name="csY53" fmla="*/ 285750 h 533400"/>
                <a:gd name="csX54" fmla="*/ 133350 w 647700"/>
                <a:gd name="csY54" fmla="*/ 285750 h 533400"/>
                <a:gd name="csX55" fmla="*/ 133350 w 647700"/>
                <a:gd name="csY55" fmla="*/ 171450 h 533400"/>
                <a:gd name="csX56" fmla="*/ 133350 w 647700"/>
                <a:gd name="csY56" fmla="*/ 247650 h 533400"/>
                <a:gd name="csX57" fmla="*/ 57150 w 647700"/>
                <a:gd name="csY57" fmla="*/ 247650 h 533400"/>
                <a:gd name="csX58" fmla="*/ 57150 w 647700"/>
                <a:gd name="csY58" fmla="*/ 171450 h 533400"/>
                <a:gd name="csX59" fmla="*/ 133350 w 647700"/>
                <a:gd name="csY59" fmla="*/ 171450 h 533400"/>
                <a:gd name="csX60" fmla="*/ 247650 w 647700"/>
                <a:gd name="csY60" fmla="*/ 247650 h 533400"/>
                <a:gd name="csX61" fmla="*/ 171450 w 647700"/>
                <a:gd name="csY61" fmla="*/ 247650 h 533400"/>
                <a:gd name="csX62" fmla="*/ 171450 w 647700"/>
                <a:gd name="csY62" fmla="*/ 171450 h 533400"/>
                <a:gd name="csX63" fmla="*/ 247650 w 647700"/>
                <a:gd name="csY63" fmla="*/ 171450 h 533400"/>
                <a:gd name="csX64" fmla="*/ 247650 w 647700"/>
                <a:gd name="csY64" fmla="*/ 247650 h 533400"/>
                <a:gd name="csX65" fmla="*/ 285750 w 647700"/>
                <a:gd name="csY65" fmla="*/ 247650 h 533400"/>
                <a:gd name="csX66" fmla="*/ 285750 w 647700"/>
                <a:gd name="csY66" fmla="*/ 171450 h 533400"/>
                <a:gd name="csX67" fmla="*/ 361950 w 647700"/>
                <a:gd name="csY67" fmla="*/ 171450 h 533400"/>
                <a:gd name="csX68" fmla="*/ 361950 w 647700"/>
                <a:gd name="csY68" fmla="*/ 247650 h 533400"/>
                <a:gd name="csX69" fmla="*/ 285750 w 647700"/>
                <a:gd name="csY69" fmla="*/ 247650 h 533400"/>
                <a:gd name="csX70" fmla="*/ 361950 w 647700"/>
                <a:gd name="csY70" fmla="*/ 361950 h 533400"/>
                <a:gd name="csX71" fmla="*/ 285750 w 647700"/>
                <a:gd name="csY71" fmla="*/ 361950 h 533400"/>
                <a:gd name="csX72" fmla="*/ 285750 w 647700"/>
                <a:gd name="csY72" fmla="*/ 285750 h 533400"/>
                <a:gd name="csX73" fmla="*/ 361950 w 647700"/>
                <a:gd name="csY73" fmla="*/ 285750 h 533400"/>
                <a:gd name="csX74" fmla="*/ 361950 w 647700"/>
                <a:gd name="csY74" fmla="*/ 361950 h 533400"/>
                <a:gd name="csX75" fmla="*/ 400050 w 647700"/>
                <a:gd name="csY75" fmla="*/ 361950 h 533400"/>
                <a:gd name="csX76" fmla="*/ 400050 w 647700"/>
                <a:gd name="csY76" fmla="*/ 285750 h 533400"/>
                <a:gd name="csX77" fmla="*/ 476250 w 647700"/>
                <a:gd name="csY77" fmla="*/ 285750 h 533400"/>
                <a:gd name="csX78" fmla="*/ 476250 w 647700"/>
                <a:gd name="csY78" fmla="*/ 361950 h 533400"/>
                <a:gd name="csX79" fmla="*/ 400050 w 647700"/>
                <a:gd name="csY79" fmla="*/ 361950 h 533400"/>
                <a:gd name="csX80" fmla="*/ 476250 w 647700"/>
                <a:gd name="csY80" fmla="*/ 57150 h 533400"/>
                <a:gd name="csX81" fmla="*/ 476250 w 647700"/>
                <a:gd name="csY81" fmla="*/ 133350 h 533400"/>
                <a:gd name="csX82" fmla="*/ 400050 w 647700"/>
                <a:gd name="csY82" fmla="*/ 133350 h 533400"/>
                <a:gd name="csX83" fmla="*/ 400050 w 647700"/>
                <a:gd name="csY83" fmla="*/ 57150 h 533400"/>
                <a:gd name="csX84" fmla="*/ 476250 w 647700"/>
                <a:gd name="csY84" fmla="*/ 57150 h 533400"/>
                <a:gd name="csX85" fmla="*/ 0 w 647700"/>
                <a:gd name="csY85" fmla="*/ 0 h 533400"/>
                <a:gd name="csX86" fmla="*/ 0 w 647700"/>
                <a:gd name="csY86" fmla="*/ 533400 h 533400"/>
                <a:gd name="csX87" fmla="*/ 647700 w 647700"/>
                <a:gd name="csY87" fmla="*/ 533400 h 533400"/>
                <a:gd name="csX88" fmla="*/ 647700 w 647700"/>
                <a:gd name="csY88" fmla="*/ 0 h 533400"/>
                <a:gd name="csX89" fmla="*/ 0 w 647700"/>
                <a:gd name="csY89" fmla="*/ 0 h 533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</a:cxnLst>
              <a:rect l="l" t="t" r="r" b="b"/>
              <a:pathLst>
                <a:path w="647700" h="533400">
                  <a:moveTo>
                    <a:pt x="590550" y="57150"/>
                  </a:moveTo>
                  <a:lnTo>
                    <a:pt x="590550" y="133350"/>
                  </a:lnTo>
                  <a:lnTo>
                    <a:pt x="514350" y="133350"/>
                  </a:lnTo>
                  <a:lnTo>
                    <a:pt x="514350" y="57150"/>
                  </a:lnTo>
                  <a:lnTo>
                    <a:pt x="590550" y="57150"/>
                  </a:lnTo>
                  <a:close/>
                  <a:moveTo>
                    <a:pt x="57150" y="400050"/>
                  </a:moveTo>
                  <a:lnTo>
                    <a:pt x="133350" y="400050"/>
                  </a:lnTo>
                  <a:lnTo>
                    <a:pt x="133350" y="476250"/>
                  </a:lnTo>
                  <a:lnTo>
                    <a:pt x="57150" y="476250"/>
                  </a:lnTo>
                  <a:lnTo>
                    <a:pt x="57150" y="400050"/>
                  </a:lnTo>
                  <a:close/>
                  <a:moveTo>
                    <a:pt x="247650" y="57150"/>
                  </a:moveTo>
                  <a:lnTo>
                    <a:pt x="247650" y="133350"/>
                  </a:lnTo>
                  <a:lnTo>
                    <a:pt x="171450" y="133350"/>
                  </a:lnTo>
                  <a:lnTo>
                    <a:pt x="171450" y="57150"/>
                  </a:lnTo>
                  <a:lnTo>
                    <a:pt x="247650" y="57150"/>
                  </a:lnTo>
                  <a:close/>
                  <a:moveTo>
                    <a:pt x="361950" y="57150"/>
                  </a:moveTo>
                  <a:lnTo>
                    <a:pt x="361950" y="133350"/>
                  </a:lnTo>
                  <a:lnTo>
                    <a:pt x="285750" y="133350"/>
                  </a:lnTo>
                  <a:lnTo>
                    <a:pt x="285750" y="57150"/>
                  </a:lnTo>
                  <a:lnTo>
                    <a:pt x="361950" y="57150"/>
                  </a:lnTo>
                  <a:close/>
                  <a:moveTo>
                    <a:pt x="476250" y="247650"/>
                  </a:moveTo>
                  <a:lnTo>
                    <a:pt x="400050" y="247650"/>
                  </a:lnTo>
                  <a:lnTo>
                    <a:pt x="400050" y="171450"/>
                  </a:lnTo>
                  <a:lnTo>
                    <a:pt x="476250" y="171450"/>
                  </a:lnTo>
                  <a:lnTo>
                    <a:pt x="476250" y="247650"/>
                  </a:lnTo>
                  <a:close/>
                  <a:moveTo>
                    <a:pt x="514350" y="247650"/>
                  </a:moveTo>
                  <a:lnTo>
                    <a:pt x="514350" y="171450"/>
                  </a:lnTo>
                  <a:lnTo>
                    <a:pt x="590550" y="171450"/>
                  </a:lnTo>
                  <a:lnTo>
                    <a:pt x="590550" y="247650"/>
                  </a:lnTo>
                  <a:lnTo>
                    <a:pt x="514350" y="247650"/>
                  </a:lnTo>
                  <a:close/>
                  <a:moveTo>
                    <a:pt x="514350" y="361950"/>
                  </a:moveTo>
                  <a:lnTo>
                    <a:pt x="514350" y="285750"/>
                  </a:lnTo>
                  <a:lnTo>
                    <a:pt x="590550" y="285750"/>
                  </a:lnTo>
                  <a:lnTo>
                    <a:pt x="590550" y="361950"/>
                  </a:lnTo>
                  <a:lnTo>
                    <a:pt x="514350" y="361950"/>
                  </a:lnTo>
                  <a:close/>
                  <a:moveTo>
                    <a:pt x="285750" y="400050"/>
                  </a:moveTo>
                  <a:lnTo>
                    <a:pt x="361950" y="400050"/>
                  </a:lnTo>
                  <a:lnTo>
                    <a:pt x="361950" y="476250"/>
                  </a:lnTo>
                  <a:lnTo>
                    <a:pt x="285750" y="476250"/>
                  </a:lnTo>
                  <a:lnTo>
                    <a:pt x="285750" y="400050"/>
                  </a:lnTo>
                  <a:close/>
                  <a:moveTo>
                    <a:pt x="247650" y="400050"/>
                  </a:moveTo>
                  <a:lnTo>
                    <a:pt x="247650" y="476250"/>
                  </a:lnTo>
                  <a:lnTo>
                    <a:pt x="171450" y="476250"/>
                  </a:lnTo>
                  <a:lnTo>
                    <a:pt x="171450" y="400050"/>
                  </a:lnTo>
                  <a:lnTo>
                    <a:pt x="247650" y="400050"/>
                  </a:lnTo>
                  <a:close/>
                  <a:moveTo>
                    <a:pt x="171450" y="285750"/>
                  </a:moveTo>
                  <a:lnTo>
                    <a:pt x="247650" y="285750"/>
                  </a:lnTo>
                  <a:lnTo>
                    <a:pt x="247650" y="361950"/>
                  </a:lnTo>
                  <a:lnTo>
                    <a:pt x="171450" y="361950"/>
                  </a:lnTo>
                  <a:lnTo>
                    <a:pt x="171450" y="285750"/>
                  </a:lnTo>
                  <a:close/>
                  <a:moveTo>
                    <a:pt x="133350" y="285750"/>
                  </a:moveTo>
                  <a:lnTo>
                    <a:pt x="133350" y="361950"/>
                  </a:lnTo>
                  <a:lnTo>
                    <a:pt x="57150" y="361950"/>
                  </a:lnTo>
                  <a:lnTo>
                    <a:pt x="57150" y="285750"/>
                  </a:lnTo>
                  <a:lnTo>
                    <a:pt x="133350" y="285750"/>
                  </a:lnTo>
                  <a:close/>
                  <a:moveTo>
                    <a:pt x="133350" y="171450"/>
                  </a:moveTo>
                  <a:lnTo>
                    <a:pt x="133350" y="247650"/>
                  </a:lnTo>
                  <a:lnTo>
                    <a:pt x="57150" y="247650"/>
                  </a:lnTo>
                  <a:lnTo>
                    <a:pt x="57150" y="171450"/>
                  </a:lnTo>
                  <a:lnTo>
                    <a:pt x="133350" y="171450"/>
                  </a:lnTo>
                  <a:close/>
                  <a:moveTo>
                    <a:pt x="247650" y="247650"/>
                  </a:moveTo>
                  <a:lnTo>
                    <a:pt x="171450" y="247650"/>
                  </a:lnTo>
                  <a:lnTo>
                    <a:pt x="171450" y="171450"/>
                  </a:lnTo>
                  <a:lnTo>
                    <a:pt x="247650" y="171450"/>
                  </a:lnTo>
                  <a:lnTo>
                    <a:pt x="247650" y="247650"/>
                  </a:lnTo>
                  <a:close/>
                  <a:moveTo>
                    <a:pt x="285750" y="247650"/>
                  </a:moveTo>
                  <a:lnTo>
                    <a:pt x="285750" y="171450"/>
                  </a:lnTo>
                  <a:lnTo>
                    <a:pt x="361950" y="171450"/>
                  </a:lnTo>
                  <a:lnTo>
                    <a:pt x="361950" y="247650"/>
                  </a:lnTo>
                  <a:lnTo>
                    <a:pt x="285750" y="247650"/>
                  </a:lnTo>
                  <a:close/>
                  <a:moveTo>
                    <a:pt x="361950" y="361950"/>
                  </a:moveTo>
                  <a:lnTo>
                    <a:pt x="285750" y="361950"/>
                  </a:lnTo>
                  <a:lnTo>
                    <a:pt x="285750" y="285750"/>
                  </a:lnTo>
                  <a:lnTo>
                    <a:pt x="361950" y="285750"/>
                  </a:lnTo>
                  <a:lnTo>
                    <a:pt x="361950" y="361950"/>
                  </a:lnTo>
                  <a:close/>
                  <a:moveTo>
                    <a:pt x="400050" y="361950"/>
                  </a:moveTo>
                  <a:lnTo>
                    <a:pt x="400050" y="285750"/>
                  </a:lnTo>
                  <a:lnTo>
                    <a:pt x="476250" y="285750"/>
                  </a:lnTo>
                  <a:lnTo>
                    <a:pt x="476250" y="361950"/>
                  </a:lnTo>
                  <a:lnTo>
                    <a:pt x="400050" y="361950"/>
                  </a:lnTo>
                  <a:close/>
                  <a:moveTo>
                    <a:pt x="476250" y="57150"/>
                  </a:moveTo>
                  <a:lnTo>
                    <a:pt x="476250" y="133350"/>
                  </a:lnTo>
                  <a:lnTo>
                    <a:pt x="400050" y="133350"/>
                  </a:lnTo>
                  <a:lnTo>
                    <a:pt x="400050" y="57150"/>
                  </a:lnTo>
                  <a:lnTo>
                    <a:pt x="476250" y="57150"/>
                  </a:lnTo>
                  <a:close/>
                  <a:moveTo>
                    <a:pt x="0" y="0"/>
                  </a:moveTo>
                  <a:lnTo>
                    <a:pt x="0" y="533400"/>
                  </a:lnTo>
                  <a:lnTo>
                    <a:pt x="647700" y="533400"/>
                  </a:lnTo>
                  <a:lnTo>
                    <a:pt x="6477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F79D5CCF-BAA6-58A1-AB56-02179E7A4576}"/>
                </a:ext>
              </a:extLst>
            </p:cNvPr>
            <p:cNvSpPr/>
            <p:nvPr/>
          </p:nvSpPr>
          <p:spPr>
            <a:xfrm>
              <a:off x="4086962" y="8350256"/>
              <a:ext cx="295122" cy="3472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7D6FACC9-EF09-A0DD-6A2E-AB6D5A998060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AE379966-7E27-3E4E-7CED-6D3BEF2FD485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B999219-B69C-AFDC-168F-28A6FE09F1AE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BDA0932-CFD5-E179-5B0A-E17F81B29E0E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22604EEC-7960-4569-4DBB-DDA7CE0D9089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CBC66DAA-BC69-065D-834D-9B0925B94FEB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B0B97BD-3CCD-5AD4-03B9-D783F2BC76C3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타원 12">
            <a:extLst>
              <a:ext uri="{FF2B5EF4-FFF2-40B4-BE49-F238E27FC236}">
                <a16:creationId xmlns:a16="http://schemas.microsoft.com/office/drawing/2014/main" id="{FF8F31D7-0761-A0AC-FD49-6233B5624B8C}"/>
              </a:ext>
            </a:extLst>
          </p:cNvPr>
          <p:cNvSpPr/>
          <p:nvPr/>
        </p:nvSpPr>
        <p:spPr>
          <a:xfrm>
            <a:off x="1126715" y="8209951"/>
            <a:ext cx="575732" cy="575732"/>
          </a:xfrm>
          <a:prstGeom prst="ellipse">
            <a:avLst/>
          </a:prstGeom>
          <a:solidFill>
            <a:srgbClr val="1E2D4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그래픽 15" descr="주택 윤곽선">
            <a:extLst>
              <a:ext uri="{FF2B5EF4-FFF2-40B4-BE49-F238E27FC236}">
                <a16:creationId xmlns:a16="http://schemas.microsoft.com/office/drawing/2014/main" id="{86435D96-741B-7215-8D7F-45FA29E7C0B7}"/>
              </a:ext>
            </a:extLst>
          </p:cNvPr>
          <p:cNvSpPr>
            <a:spLocks/>
          </p:cNvSpPr>
          <p:nvPr/>
        </p:nvSpPr>
        <p:spPr>
          <a:xfrm>
            <a:off x="1267020" y="8350256"/>
            <a:ext cx="295122" cy="295122"/>
          </a:xfrm>
          <a:custGeom>
            <a:avLst/>
            <a:gdLst>
              <a:gd name="csX0" fmla="*/ 0 w 789298"/>
              <a:gd name="csY0" fmla="*/ 374885 h 699134"/>
              <a:gd name="csX1" fmla="*/ 61808 w 789298"/>
              <a:gd name="csY1" fmla="*/ 436683 h 699134"/>
              <a:gd name="csX2" fmla="*/ 108899 w 789298"/>
              <a:gd name="csY2" fmla="*/ 392087 h 699134"/>
              <a:gd name="csX3" fmla="*/ 108899 w 789298"/>
              <a:gd name="csY3" fmla="*/ 698906 h 699134"/>
              <a:gd name="csX4" fmla="*/ 347024 w 789298"/>
              <a:gd name="csY4" fmla="*/ 699002 h 699134"/>
              <a:gd name="csX5" fmla="*/ 347024 w 789298"/>
              <a:gd name="csY5" fmla="*/ 461172 h 699134"/>
              <a:gd name="csX6" fmla="*/ 442274 w 789298"/>
              <a:gd name="csY6" fmla="*/ 461172 h 699134"/>
              <a:gd name="csX7" fmla="*/ 442274 w 789298"/>
              <a:gd name="csY7" fmla="*/ 699040 h 699134"/>
              <a:gd name="csX8" fmla="*/ 680399 w 789298"/>
              <a:gd name="csY8" fmla="*/ 699135 h 699134"/>
              <a:gd name="csX9" fmla="*/ 680399 w 789298"/>
              <a:gd name="csY9" fmla="*/ 391687 h 699134"/>
              <a:gd name="csX10" fmla="*/ 727729 w 789298"/>
              <a:gd name="csY10" fmla="*/ 436455 h 699134"/>
              <a:gd name="csX11" fmla="*/ 789299 w 789298"/>
              <a:gd name="csY11" fmla="*/ 374894 h 699134"/>
              <a:gd name="csX12" fmla="*/ 394649 w 789298"/>
              <a:gd name="csY12" fmla="*/ 0 h 699134"/>
              <a:gd name="csX13" fmla="*/ 661349 w 789298"/>
              <a:gd name="csY13" fmla="*/ 680085 h 699134"/>
              <a:gd name="csX14" fmla="*/ 461324 w 789298"/>
              <a:gd name="csY14" fmla="*/ 679999 h 699134"/>
              <a:gd name="csX15" fmla="*/ 461324 w 789298"/>
              <a:gd name="csY15" fmla="*/ 442122 h 699134"/>
              <a:gd name="csX16" fmla="*/ 327974 w 789298"/>
              <a:gd name="csY16" fmla="*/ 442122 h 699134"/>
              <a:gd name="csX17" fmla="*/ 327974 w 789298"/>
              <a:gd name="csY17" fmla="*/ 679942 h 699134"/>
              <a:gd name="csX18" fmla="*/ 127949 w 789298"/>
              <a:gd name="csY18" fmla="*/ 679866 h 699134"/>
              <a:gd name="csX19" fmla="*/ 127949 w 789298"/>
              <a:gd name="csY19" fmla="*/ 374047 h 699134"/>
              <a:gd name="csX20" fmla="*/ 394649 w 789298"/>
              <a:gd name="csY20" fmla="*/ 121482 h 699134"/>
              <a:gd name="csX21" fmla="*/ 661349 w 789298"/>
              <a:gd name="csY21" fmla="*/ 373675 h 699134"/>
              <a:gd name="csX22" fmla="*/ 62170 w 789298"/>
              <a:gd name="csY22" fmla="*/ 410108 h 699134"/>
              <a:gd name="csX23" fmla="*/ 27299 w 789298"/>
              <a:gd name="csY23" fmla="*/ 375285 h 699134"/>
              <a:gd name="csX24" fmla="*/ 394649 w 789298"/>
              <a:gd name="csY24" fmla="*/ 26251 h 699134"/>
              <a:gd name="csX25" fmla="*/ 762000 w 789298"/>
              <a:gd name="csY25" fmla="*/ 375285 h 699134"/>
              <a:gd name="csX26" fmla="*/ 727358 w 789298"/>
              <a:gd name="csY26" fmla="*/ 409880 h 699134"/>
              <a:gd name="csX27" fmla="*/ 394649 w 789298"/>
              <a:gd name="csY27" fmla="*/ 95250 h 699134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394649 w 789299"/>
              <a:gd name="csY28" fmla="*/ 95250 h 699135"/>
              <a:gd name="csX29" fmla="*/ 62170 w 789299"/>
              <a:gd name="csY29" fmla="*/ 410108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62170 w 789299"/>
              <a:gd name="csY28" fmla="*/ 410108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394649 w 789299"/>
              <a:gd name="csY23" fmla="*/ 121482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27" fmla="*/ 486089 w 789299"/>
              <a:gd name="csY27" fmla="*/ 117691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28" fmla="*/ 490852 w 789299"/>
              <a:gd name="csY28" fmla="*/ 119279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661349 w 789299"/>
              <a:gd name="csY23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661349 w 789299"/>
              <a:gd name="csY22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661349 w 789299"/>
              <a:gd name="csY21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661349 w 789299"/>
              <a:gd name="csY20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661349 w 789299"/>
              <a:gd name="csY19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661349 w 789299"/>
              <a:gd name="csY18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0" fmla="*/ 762000 w 789299"/>
              <a:gd name="csY0" fmla="*/ 3752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762000 w 789299"/>
              <a:gd name="csY14" fmla="*/ 375285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89299" h="699135">
                <a:moveTo>
                  <a:pt x="0" y="374885"/>
                </a:moveTo>
                <a:lnTo>
                  <a:pt x="61808" y="436683"/>
                </a:lnTo>
                <a:lnTo>
                  <a:pt x="108899" y="392087"/>
                </a:lnTo>
                <a:lnTo>
                  <a:pt x="108899" y="698906"/>
                </a:lnTo>
                <a:lnTo>
                  <a:pt x="347024" y="699002"/>
                </a:lnTo>
                <a:lnTo>
                  <a:pt x="347024" y="461172"/>
                </a:lnTo>
                <a:lnTo>
                  <a:pt x="442274" y="461172"/>
                </a:lnTo>
                <a:lnTo>
                  <a:pt x="442274" y="699040"/>
                </a:lnTo>
                <a:lnTo>
                  <a:pt x="680399" y="699135"/>
                </a:lnTo>
                <a:lnTo>
                  <a:pt x="680399" y="391687"/>
                </a:lnTo>
                <a:lnTo>
                  <a:pt x="727729" y="436455"/>
                </a:lnTo>
                <a:lnTo>
                  <a:pt x="789299" y="374894"/>
                </a:lnTo>
                <a:lnTo>
                  <a:pt x="394649" y="0"/>
                </a:lnTo>
                <a:lnTo>
                  <a:pt x="0" y="374885"/>
                </a:lnTo>
                <a:close/>
              </a:path>
            </a:pathLst>
          </a:custGeom>
          <a:solidFill>
            <a:srgbClr val="FAF8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07AFEE7E-5F8D-67ED-4829-B8BBF2D5EE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5" t="3148" r="52282" b="51481"/>
          <a:stretch>
            <a:fillRect/>
          </a:stretch>
        </p:blipFill>
        <p:spPr>
          <a:xfrm>
            <a:off x="-6931742" y="25353"/>
            <a:ext cx="5029150" cy="909329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C8174074-F2F4-E70B-8CD6-755FB8D61588}"/>
              </a:ext>
            </a:extLst>
          </p:cNvPr>
          <p:cNvSpPr txBox="1"/>
          <p:nvPr/>
        </p:nvSpPr>
        <p:spPr>
          <a:xfrm>
            <a:off x="-4551452" y="1910599"/>
            <a:ext cx="3916452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노트추가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노트공유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노트참가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노트삭제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표지편집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햄버거표시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254A0166-7B8E-2861-B4A9-656E3CBAB71B}"/>
              </a:ext>
            </a:extLst>
          </p:cNvPr>
          <p:cNvGrpSpPr/>
          <p:nvPr/>
        </p:nvGrpSpPr>
        <p:grpSpPr>
          <a:xfrm>
            <a:off x="2100499" y="3334907"/>
            <a:ext cx="5832309" cy="6294869"/>
            <a:chOff x="10151764" y="1692275"/>
            <a:chExt cx="5832309" cy="6294869"/>
          </a:xfrm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767FAB43-0DA3-3862-C544-69818B49F969}"/>
                </a:ext>
              </a:extLst>
            </p:cNvPr>
            <p:cNvSpPr/>
            <p:nvPr/>
          </p:nvSpPr>
          <p:spPr>
            <a:xfrm>
              <a:off x="10151764" y="1758248"/>
              <a:ext cx="5832309" cy="6228896"/>
            </a:xfrm>
            <a:custGeom>
              <a:avLst/>
              <a:gdLst>
                <a:gd name="csX0" fmla="*/ 0 w 6358466"/>
                <a:gd name="csY0" fmla="*/ 3716867 h 6739467"/>
                <a:gd name="csX1" fmla="*/ 3022600 w 6358466"/>
                <a:gd name="csY1" fmla="*/ 6739467 h 6739467"/>
                <a:gd name="csX2" fmla="*/ 6358466 w 6358466"/>
                <a:gd name="csY2" fmla="*/ 6739467 h 6739467"/>
                <a:gd name="csX3" fmla="*/ 6358466 w 6358466"/>
                <a:gd name="csY3" fmla="*/ 3742267 h 6739467"/>
                <a:gd name="csX4" fmla="*/ 2616199 w 6358466"/>
                <a:gd name="csY4" fmla="*/ 0 h 6739467"/>
                <a:gd name="csX5" fmla="*/ 0 w 6358466"/>
                <a:gd name="csY5" fmla="*/ 3716867 h 6739467"/>
                <a:gd name="csX0" fmla="*/ 0 w 6310373"/>
                <a:gd name="csY0" fmla="*/ 3854277 h 6739467"/>
                <a:gd name="csX1" fmla="*/ 2974507 w 6310373"/>
                <a:gd name="csY1" fmla="*/ 6739467 h 6739467"/>
                <a:gd name="csX2" fmla="*/ 6310373 w 6310373"/>
                <a:gd name="csY2" fmla="*/ 6739467 h 6739467"/>
                <a:gd name="csX3" fmla="*/ 6310373 w 6310373"/>
                <a:gd name="csY3" fmla="*/ 3742267 h 6739467"/>
                <a:gd name="csX4" fmla="*/ 2568106 w 6310373"/>
                <a:gd name="csY4" fmla="*/ 0 h 6739467"/>
                <a:gd name="csX5" fmla="*/ 0 w 6310373"/>
                <a:gd name="csY5" fmla="*/ 3854277 h 6739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310373" h="6739467">
                  <a:moveTo>
                    <a:pt x="0" y="3854277"/>
                  </a:moveTo>
                  <a:lnTo>
                    <a:pt x="2974507" y="6739467"/>
                  </a:lnTo>
                  <a:lnTo>
                    <a:pt x="6310373" y="6739467"/>
                  </a:lnTo>
                  <a:lnTo>
                    <a:pt x="6310373" y="3742267"/>
                  </a:lnTo>
                  <a:lnTo>
                    <a:pt x="2568106" y="0"/>
                  </a:lnTo>
                  <a:lnTo>
                    <a:pt x="0" y="3854277"/>
                  </a:lnTo>
                  <a:close/>
                </a:path>
              </a:pathLst>
            </a:custGeom>
            <a:gradFill>
              <a:gsLst>
                <a:gs pos="63000">
                  <a:schemeClr val="tx1">
                    <a:lumMod val="50000"/>
                    <a:lumOff val="50000"/>
                    <a:alpha val="0"/>
                  </a:schemeClr>
                </a:gs>
                <a:gs pos="0">
                  <a:schemeClr val="bg1">
                    <a:lumMod val="75000"/>
                    <a:alpha val="50000"/>
                  </a:schemeClr>
                </a:gs>
              </a:gsLst>
              <a:lin ang="2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A361CD12-F327-D2DF-2E94-46725E4106DF}"/>
                </a:ext>
              </a:extLst>
            </p:cNvPr>
            <p:cNvGrpSpPr/>
            <p:nvPr/>
          </p:nvGrpSpPr>
          <p:grpSpPr>
            <a:xfrm>
              <a:off x="10167769" y="1692275"/>
              <a:ext cx="2425965" cy="3651137"/>
              <a:chOff x="2138045" y="3527386"/>
              <a:chExt cx="2425965" cy="3651137"/>
            </a:xfrm>
          </p:grpSpPr>
          <p:sp>
            <p:nvSpPr>
              <p:cNvPr id="28" name="사각형: 둥근 위쪽 모서리 27">
                <a:extLst>
                  <a:ext uri="{FF2B5EF4-FFF2-40B4-BE49-F238E27FC236}">
                    <a16:creationId xmlns:a16="http://schemas.microsoft.com/office/drawing/2014/main" id="{52E08F6A-EA65-70D3-B501-D7C5C0B7A3D0}"/>
                  </a:ext>
                </a:extLst>
              </p:cNvPr>
              <p:cNvSpPr/>
              <p:nvPr/>
            </p:nvSpPr>
            <p:spPr>
              <a:xfrm rot="5400000">
                <a:off x="1525460" y="4139972"/>
                <a:ext cx="3651136" cy="2425965"/>
              </a:xfrm>
              <a:prstGeom prst="round2SameRect">
                <a:avLst>
                  <a:gd name="adj1" fmla="val 7938"/>
                  <a:gd name="adj2" fmla="val 0"/>
                </a:avLst>
              </a:prstGeom>
              <a:solidFill>
                <a:srgbClr val="FFBF2A"/>
              </a:solidFill>
              <a:ln>
                <a:noFill/>
              </a:ln>
              <a:effectLst>
                <a:outerShdw blurRad="38100" dist="38100" dir="2700000" algn="tl" rotWithShape="0">
                  <a:srgbClr val="825A00">
                    <a:alpha val="8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8B21631A-81CD-2A04-19BB-0653B2F85178}"/>
                  </a:ext>
                </a:extLst>
              </p:cNvPr>
              <p:cNvSpPr/>
              <p:nvPr/>
            </p:nvSpPr>
            <p:spPr>
              <a:xfrm>
                <a:off x="2138045" y="3527386"/>
                <a:ext cx="235894" cy="3651136"/>
              </a:xfrm>
              <a:prstGeom prst="rect">
                <a:avLst/>
              </a:prstGeom>
              <a:solidFill>
                <a:srgbClr val="E7A4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99824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B39D3A-74C5-D8B7-8556-911462A57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C6BC73A-7BA7-DEB9-A33D-DBC09B12C1B6}"/>
              </a:ext>
            </a:extLst>
          </p:cNvPr>
          <p:cNvSpPr/>
          <p:nvPr/>
        </p:nvSpPr>
        <p:spPr>
          <a:xfrm>
            <a:off x="728663" y="8428990"/>
            <a:ext cx="5400674" cy="566420"/>
          </a:xfrm>
          <a:prstGeom prst="roundRect">
            <a:avLst>
              <a:gd name="adj" fmla="val 50000"/>
            </a:avLst>
          </a:prstGeom>
          <a:solidFill>
            <a:srgbClr val="FEFDF8"/>
          </a:solidFill>
          <a:ln>
            <a:noFill/>
          </a:ln>
          <a:effectLst>
            <a:outerShdw blurRad="114300" dist="76200" dir="3420000" algn="tl" rotWithShape="0">
              <a:prstClr val="black">
                <a:alpha val="2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그래픽 9" descr="단일 톱니바퀴 단색으로 채워진">
            <a:extLst>
              <a:ext uri="{FF2B5EF4-FFF2-40B4-BE49-F238E27FC236}">
                <a16:creationId xmlns:a16="http://schemas.microsoft.com/office/drawing/2014/main" id="{05B6ADDC-3107-A79C-214A-6668269137E4}"/>
              </a:ext>
            </a:extLst>
          </p:cNvPr>
          <p:cNvSpPr/>
          <p:nvPr/>
        </p:nvSpPr>
        <p:spPr>
          <a:xfrm>
            <a:off x="5295858" y="8564639"/>
            <a:ext cx="295122" cy="295122"/>
          </a:xfrm>
          <a:custGeom>
            <a:avLst/>
            <a:gdLst>
              <a:gd name="csX0" fmla="*/ 323850 w 648652"/>
              <a:gd name="csY0" fmla="*/ 438150 h 647700"/>
              <a:gd name="csX1" fmla="*/ 209550 w 648652"/>
              <a:gd name="csY1" fmla="*/ 323850 h 647700"/>
              <a:gd name="csX2" fmla="*/ 323850 w 648652"/>
              <a:gd name="csY2" fmla="*/ 209550 h 647700"/>
              <a:gd name="csX3" fmla="*/ 438150 w 648652"/>
              <a:gd name="csY3" fmla="*/ 323850 h 647700"/>
              <a:gd name="csX4" fmla="*/ 323850 w 648652"/>
              <a:gd name="csY4" fmla="*/ 438150 h 647700"/>
              <a:gd name="csX5" fmla="*/ 581025 w 648652"/>
              <a:gd name="csY5" fmla="*/ 252413 h 647700"/>
              <a:gd name="csX6" fmla="*/ 556260 w 648652"/>
              <a:gd name="csY6" fmla="*/ 193358 h 647700"/>
              <a:gd name="csX7" fmla="*/ 580073 w 648652"/>
              <a:gd name="csY7" fmla="*/ 121920 h 647700"/>
              <a:gd name="csX8" fmla="*/ 525780 w 648652"/>
              <a:gd name="csY8" fmla="*/ 67628 h 647700"/>
              <a:gd name="csX9" fmla="*/ 454343 w 648652"/>
              <a:gd name="csY9" fmla="*/ 91440 h 647700"/>
              <a:gd name="csX10" fmla="*/ 394335 w 648652"/>
              <a:gd name="csY10" fmla="*/ 66675 h 647700"/>
              <a:gd name="csX11" fmla="*/ 361950 w 648652"/>
              <a:gd name="csY11" fmla="*/ 0 h 647700"/>
              <a:gd name="csX12" fmla="*/ 285750 w 648652"/>
              <a:gd name="csY12" fmla="*/ 0 h 647700"/>
              <a:gd name="csX13" fmla="*/ 252413 w 648652"/>
              <a:gd name="csY13" fmla="*/ 66675 h 647700"/>
              <a:gd name="csX14" fmla="*/ 193358 w 648652"/>
              <a:gd name="csY14" fmla="*/ 91440 h 647700"/>
              <a:gd name="csX15" fmla="*/ 121920 w 648652"/>
              <a:gd name="csY15" fmla="*/ 67628 h 647700"/>
              <a:gd name="csX16" fmla="*/ 67628 w 648652"/>
              <a:gd name="csY16" fmla="*/ 121920 h 647700"/>
              <a:gd name="csX17" fmla="*/ 91440 w 648652"/>
              <a:gd name="csY17" fmla="*/ 193358 h 647700"/>
              <a:gd name="csX18" fmla="*/ 66675 w 648652"/>
              <a:gd name="csY18" fmla="*/ 253365 h 647700"/>
              <a:gd name="csX19" fmla="*/ 0 w 648652"/>
              <a:gd name="csY19" fmla="*/ 285750 h 647700"/>
              <a:gd name="csX20" fmla="*/ 0 w 648652"/>
              <a:gd name="csY20" fmla="*/ 361950 h 647700"/>
              <a:gd name="csX21" fmla="*/ 66675 w 648652"/>
              <a:gd name="csY21" fmla="*/ 395288 h 647700"/>
              <a:gd name="csX22" fmla="*/ 91440 w 648652"/>
              <a:gd name="csY22" fmla="*/ 454343 h 647700"/>
              <a:gd name="csX23" fmla="*/ 67628 w 648652"/>
              <a:gd name="csY23" fmla="*/ 525780 h 647700"/>
              <a:gd name="csX24" fmla="*/ 121920 w 648652"/>
              <a:gd name="csY24" fmla="*/ 580073 h 647700"/>
              <a:gd name="csX25" fmla="*/ 193358 w 648652"/>
              <a:gd name="csY25" fmla="*/ 556260 h 647700"/>
              <a:gd name="csX26" fmla="*/ 253365 w 648652"/>
              <a:gd name="csY26" fmla="*/ 581025 h 647700"/>
              <a:gd name="csX27" fmla="*/ 286703 w 648652"/>
              <a:gd name="csY27" fmla="*/ 647700 h 647700"/>
              <a:gd name="csX28" fmla="*/ 362903 w 648652"/>
              <a:gd name="csY28" fmla="*/ 647700 h 647700"/>
              <a:gd name="csX29" fmla="*/ 396240 w 648652"/>
              <a:gd name="csY29" fmla="*/ 581025 h 647700"/>
              <a:gd name="csX30" fmla="*/ 455295 w 648652"/>
              <a:gd name="csY30" fmla="*/ 556260 h 647700"/>
              <a:gd name="csX31" fmla="*/ 526733 w 648652"/>
              <a:gd name="csY31" fmla="*/ 580073 h 647700"/>
              <a:gd name="csX32" fmla="*/ 581025 w 648652"/>
              <a:gd name="csY32" fmla="*/ 525780 h 647700"/>
              <a:gd name="csX33" fmla="*/ 557213 w 648652"/>
              <a:gd name="csY33" fmla="*/ 454343 h 647700"/>
              <a:gd name="csX34" fmla="*/ 581978 w 648652"/>
              <a:gd name="csY34" fmla="*/ 394335 h 647700"/>
              <a:gd name="csX35" fmla="*/ 648653 w 648652"/>
              <a:gd name="csY35" fmla="*/ 360998 h 647700"/>
              <a:gd name="csX36" fmla="*/ 648653 w 648652"/>
              <a:gd name="csY36" fmla="*/ 284798 h 647700"/>
              <a:gd name="csX37" fmla="*/ 581025 w 648652"/>
              <a:gd name="csY37" fmla="*/ 252413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648652" h="647700">
                <a:moveTo>
                  <a:pt x="323850" y="438150"/>
                </a:moveTo>
                <a:cubicBezTo>
                  <a:pt x="260985" y="438150"/>
                  <a:pt x="209550" y="386715"/>
                  <a:pt x="209550" y="323850"/>
                </a:cubicBezTo>
                <a:cubicBezTo>
                  <a:pt x="209550" y="260985"/>
                  <a:pt x="260985" y="209550"/>
                  <a:pt x="323850" y="209550"/>
                </a:cubicBezTo>
                <a:cubicBezTo>
                  <a:pt x="386715" y="209550"/>
                  <a:pt x="438150" y="260985"/>
                  <a:pt x="438150" y="323850"/>
                </a:cubicBezTo>
                <a:cubicBezTo>
                  <a:pt x="438150" y="386715"/>
                  <a:pt x="386715" y="438150"/>
                  <a:pt x="323850" y="438150"/>
                </a:cubicBezTo>
                <a:close/>
                <a:moveTo>
                  <a:pt x="581025" y="252413"/>
                </a:moveTo>
                <a:cubicBezTo>
                  <a:pt x="575310" y="231458"/>
                  <a:pt x="566738" y="211455"/>
                  <a:pt x="556260" y="193358"/>
                </a:cubicBezTo>
                <a:lnTo>
                  <a:pt x="580073" y="121920"/>
                </a:lnTo>
                <a:lnTo>
                  <a:pt x="525780" y="67628"/>
                </a:lnTo>
                <a:lnTo>
                  <a:pt x="454343" y="91440"/>
                </a:lnTo>
                <a:cubicBezTo>
                  <a:pt x="435293" y="80963"/>
                  <a:pt x="415290" y="72390"/>
                  <a:pt x="394335" y="66675"/>
                </a:cubicBezTo>
                <a:lnTo>
                  <a:pt x="361950" y="0"/>
                </a:lnTo>
                <a:lnTo>
                  <a:pt x="285750" y="0"/>
                </a:lnTo>
                <a:lnTo>
                  <a:pt x="252413" y="66675"/>
                </a:lnTo>
                <a:cubicBezTo>
                  <a:pt x="231458" y="72390"/>
                  <a:pt x="211455" y="80963"/>
                  <a:pt x="193358" y="91440"/>
                </a:cubicBezTo>
                <a:lnTo>
                  <a:pt x="121920" y="67628"/>
                </a:lnTo>
                <a:lnTo>
                  <a:pt x="67628" y="121920"/>
                </a:lnTo>
                <a:lnTo>
                  <a:pt x="91440" y="193358"/>
                </a:lnTo>
                <a:cubicBezTo>
                  <a:pt x="80963" y="212408"/>
                  <a:pt x="72390" y="232410"/>
                  <a:pt x="66675" y="253365"/>
                </a:cubicBezTo>
                <a:lnTo>
                  <a:pt x="0" y="285750"/>
                </a:lnTo>
                <a:lnTo>
                  <a:pt x="0" y="361950"/>
                </a:lnTo>
                <a:lnTo>
                  <a:pt x="66675" y="395288"/>
                </a:lnTo>
                <a:cubicBezTo>
                  <a:pt x="72390" y="416243"/>
                  <a:pt x="80963" y="436245"/>
                  <a:pt x="91440" y="454343"/>
                </a:cubicBezTo>
                <a:lnTo>
                  <a:pt x="67628" y="525780"/>
                </a:lnTo>
                <a:lnTo>
                  <a:pt x="121920" y="580073"/>
                </a:lnTo>
                <a:lnTo>
                  <a:pt x="193358" y="556260"/>
                </a:lnTo>
                <a:cubicBezTo>
                  <a:pt x="212408" y="566738"/>
                  <a:pt x="232410" y="575310"/>
                  <a:pt x="253365" y="581025"/>
                </a:cubicBezTo>
                <a:lnTo>
                  <a:pt x="286703" y="647700"/>
                </a:lnTo>
                <a:lnTo>
                  <a:pt x="362903" y="647700"/>
                </a:lnTo>
                <a:lnTo>
                  <a:pt x="396240" y="581025"/>
                </a:lnTo>
                <a:cubicBezTo>
                  <a:pt x="417195" y="575310"/>
                  <a:pt x="437198" y="566738"/>
                  <a:pt x="455295" y="556260"/>
                </a:cubicBezTo>
                <a:lnTo>
                  <a:pt x="526733" y="580073"/>
                </a:lnTo>
                <a:lnTo>
                  <a:pt x="581025" y="525780"/>
                </a:lnTo>
                <a:lnTo>
                  <a:pt x="557213" y="454343"/>
                </a:lnTo>
                <a:cubicBezTo>
                  <a:pt x="567690" y="435293"/>
                  <a:pt x="576263" y="415290"/>
                  <a:pt x="581978" y="394335"/>
                </a:cubicBezTo>
                <a:lnTo>
                  <a:pt x="648653" y="360998"/>
                </a:lnTo>
                <a:lnTo>
                  <a:pt x="648653" y="284798"/>
                </a:lnTo>
                <a:lnTo>
                  <a:pt x="581025" y="25241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7E18B0A1-E21D-D852-84E5-2F8147114916}"/>
              </a:ext>
            </a:extLst>
          </p:cNvPr>
          <p:cNvGrpSpPr/>
          <p:nvPr/>
        </p:nvGrpSpPr>
        <p:grpSpPr>
          <a:xfrm>
            <a:off x="2521259" y="8564639"/>
            <a:ext cx="280633" cy="295122"/>
            <a:chOff x="7230961" y="4648200"/>
            <a:chExt cx="533400" cy="762000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88715830-6DF5-A921-CF21-A4A8D9C6CB8E}"/>
                </a:ext>
              </a:extLst>
            </p:cNvPr>
            <p:cNvSpPr/>
            <p:nvPr/>
          </p:nvSpPr>
          <p:spPr>
            <a:xfrm>
              <a:off x="7230961" y="4650105"/>
              <a:ext cx="57150" cy="76009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E203E175-E727-0768-9A64-84ADD57B9DEB}"/>
                </a:ext>
              </a:extLst>
            </p:cNvPr>
            <p:cNvSpPr/>
            <p:nvPr/>
          </p:nvSpPr>
          <p:spPr>
            <a:xfrm>
              <a:off x="7326211" y="4648200"/>
              <a:ext cx="438150" cy="762000"/>
            </a:xfrm>
            <a:custGeom>
              <a:avLst/>
              <a:gdLst>
                <a:gd name="csX0" fmla="*/ 352425 w 438150"/>
                <a:gd name="csY0" fmla="*/ 285750 h 762000"/>
                <a:gd name="csX1" fmla="*/ 85725 w 438150"/>
                <a:gd name="csY1" fmla="*/ 285750 h 762000"/>
                <a:gd name="csX2" fmla="*/ 85725 w 438150"/>
                <a:gd name="csY2" fmla="*/ 228600 h 762000"/>
                <a:gd name="csX3" fmla="*/ 352425 w 438150"/>
                <a:gd name="csY3" fmla="*/ 228600 h 762000"/>
                <a:gd name="csX4" fmla="*/ 352425 w 438150"/>
                <a:gd name="csY4" fmla="*/ 285750 h 762000"/>
                <a:gd name="csX5" fmla="*/ 295275 w 438150"/>
                <a:gd name="csY5" fmla="*/ 381000 h 762000"/>
                <a:gd name="csX6" fmla="*/ 147638 w 438150"/>
                <a:gd name="csY6" fmla="*/ 381000 h 762000"/>
                <a:gd name="csX7" fmla="*/ 147638 w 438150"/>
                <a:gd name="csY7" fmla="*/ 342900 h 762000"/>
                <a:gd name="csX8" fmla="*/ 295275 w 438150"/>
                <a:gd name="csY8" fmla="*/ 342900 h 762000"/>
                <a:gd name="csX9" fmla="*/ 295275 w 438150"/>
                <a:gd name="csY9" fmla="*/ 381000 h 762000"/>
                <a:gd name="csX10" fmla="*/ 400050 w 438150"/>
                <a:gd name="csY10" fmla="*/ 0 h 762000"/>
                <a:gd name="csX11" fmla="*/ 0 w 438150"/>
                <a:gd name="csY11" fmla="*/ 1905 h 762000"/>
                <a:gd name="csX12" fmla="*/ 0 w 438150"/>
                <a:gd name="csY12" fmla="*/ 762000 h 762000"/>
                <a:gd name="csX13" fmla="*/ 400050 w 438150"/>
                <a:gd name="csY13" fmla="*/ 762000 h 762000"/>
                <a:gd name="csX14" fmla="*/ 438150 w 438150"/>
                <a:gd name="csY14" fmla="*/ 723900 h 762000"/>
                <a:gd name="csX15" fmla="*/ 438150 w 438150"/>
                <a:gd name="csY15" fmla="*/ 38100 h 762000"/>
                <a:gd name="csX16" fmla="*/ 400050 w 4381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438150" h="762000">
                  <a:moveTo>
                    <a:pt x="352425" y="285750"/>
                  </a:moveTo>
                  <a:lnTo>
                    <a:pt x="85725" y="285750"/>
                  </a:lnTo>
                  <a:lnTo>
                    <a:pt x="85725" y="228600"/>
                  </a:lnTo>
                  <a:lnTo>
                    <a:pt x="352425" y="228600"/>
                  </a:lnTo>
                  <a:lnTo>
                    <a:pt x="352425" y="285750"/>
                  </a:lnTo>
                  <a:close/>
                  <a:moveTo>
                    <a:pt x="295275" y="381000"/>
                  </a:moveTo>
                  <a:lnTo>
                    <a:pt x="147638" y="381000"/>
                  </a:lnTo>
                  <a:lnTo>
                    <a:pt x="147638" y="342900"/>
                  </a:lnTo>
                  <a:lnTo>
                    <a:pt x="295275" y="342900"/>
                  </a:lnTo>
                  <a:lnTo>
                    <a:pt x="295275" y="381000"/>
                  </a:lnTo>
                  <a:close/>
                  <a:moveTo>
                    <a:pt x="400050" y="0"/>
                  </a:moveTo>
                  <a:lnTo>
                    <a:pt x="0" y="1905"/>
                  </a:lnTo>
                  <a:lnTo>
                    <a:pt x="0" y="762000"/>
                  </a:lnTo>
                  <a:lnTo>
                    <a:pt x="400050" y="762000"/>
                  </a:lnTo>
                  <a:cubicBezTo>
                    <a:pt x="421005" y="762000"/>
                    <a:pt x="438150" y="744855"/>
                    <a:pt x="438150" y="723900"/>
                  </a:cubicBezTo>
                  <a:lnTo>
                    <a:pt x="438150" y="38100"/>
                  </a:lnTo>
                  <a:cubicBezTo>
                    <a:pt x="438150" y="17145"/>
                    <a:pt x="421005" y="0"/>
                    <a:pt x="400050" y="0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7F21525C-AF98-32CC-965D-252EA3DACEE3}"/>
              </a:ext>
            </a:extLst>
          </p:cNvPr>
          <p:cNvGrpSpPr/>
          <p:nvPr/>
        </p:nvGrpSpPr>
        <p:grpSpPr>
          <a:xfrm>
            <a:off x="3901314" y="8564639"/>
            <a:ext cx="295122" cy="295122"/>
            <a:chOff x="4086962" y="8350256"/>
            <a:chExt cx="295122" cy="295122"/>
          </a:xfrm>
        </p:grpSpPr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49A19902-2E74-C086-FA37-61DF7B9C409D}"/>
                </a:ext>
              </a:extLst>
            </p:cNvPr>
            <p:cNvSpPr/>
            <p:nvPr/>
          </p:nvSpPr>
          <p:spPr>
            <a:xfrm>
              <a:off x="4086962" y="8402336"/>
              <a:ext cx="295122" cy="243042"/>
            </a:xfrm>
            <a:custGeom>
              <a:avLst/>
              <a:gdLst>
                <a:gd name="csX0" fmla="*/ 590550 w 647700"/>
                <a:gd name="csY0" fmla="*/ 57150 h 533400"/>
                <a:gd name="csX1" fmla="*/ 590550 w 647700"/>
                <a:gd name="csY1" fmla="*/ 133350 h 533400"/>
                <a:gd name="csX2" fmla="*/ 514350 w 647700"/>
                <a:gd name="csY2" fmla="*/ 133350 h 533400"/>
                <a:gd name="csX3" fmla="*/ 514350 w 647700"/>
                <a:gd name="csY3" fmla="*/ 57150 h 533400"/>
                <a:gd name="csX4" fmla="*/ 590550 w 647700"/>
                <a:gd name="csY4" fmla="*/ 57150 h 533400"/>
                <a:gd name="csX5" fmla="*/ 57150 w 647700"/>
                <a:gd name="csY5" fmla="*/ 400050 h 533400"/>
                <a:gd name="csX6" fmla="*/ 133350 w 647700"/>
                <a:gd name="csY6" fmla="*/ 400050 h 533400"/>
                <a:gd name="csX7" fmla="*/ 133350 w 647700"/>
                <a:gd name="csY7" fmla="*/ 476250 h 533400"/>
                <a:gd name="csX8" fmla="*/ 57150 w 647700"/>
                <a:gd name="csY8" fmla="*/ 476250 h 533400"/>
                <a:gd name="csX9" fmla="*/ 57150 w 647700"/>
                <a:gd name="csY9" fmla="*/ 400050 h 533400"/>
                <a:gd name="csX10" fmla="*/ 247650 w 647700"/>
                <a:gd name="csY10" fmla="*/ 57150 h 533400"/>
                <a:gd name="csX11" fmla="*/ 247650 w 647700"/>
                <a:gd name="csY11" fmla="*/ 133350 h 533400"/>
                <a:gd name="csX12" fmla="*/ 171450 w 647700"/>
                <a:gd name="csY12" fmla="*/ 133350 h 533400"/>
                <a:gd name="csX13" fmla="*/ 171450 w 647700"/>
                <a:gd name="csY13" fmla="*/ 57150 h 533400"/>
                <a:gd name="csX14" fmla="*/ 247650 w 647700"/>
                <a:gd name="csY14" fmla="*/ 57150 h 533400"/>
                <a:gd name="csX15" fmla="*/ 361950 w 647700"/>
                <a:gd name="csY15" fmla="*/ 57150 h 533400"/>
                <a:gd name="csX16" fmla="*/ 361950 w 647700"/>
                <a:gd name="csY16" fmla="*/ 133350 h 533400"/>
                <a:gd name="csX17" fmla="*/ 285750 w 647700"/>
                <a:gd name="csY17" fmla="*/ 133350 h 533400"/>
                <a:gd name="csX18" fmla="*/ 285750 w 647700"/>
                <a:gd name="csY18" fmla="*/ 57150 h 533400"/>
                <a:gd name="csX19" fmla="*/ 361950 w 647700"/>
                <a:gd name="csY19" fmla="*/ 57150 h 533400"/>
                <a:gd name="csX20" fmla="*/ 476250 w 647700"/>
                <a:gd name="csY20" fmla="*/ 247650 h 533400"/>
                <a:gd name="csX21" fmla="*/ 400050 w 647700"/>
                <a:gd name="csY21" fmla="*/ 247650 h 533400"/>
                <a:gd name="csX22" fmla="*/ 400050 w 647700"/>
                <a:gd name="csY22" fmla="*/ 171450 h 533400"/>
                <a:gd name="csX23" fmla="*/ 476250 w 647700"/>
                <a:gd name="csY23" fmla="*/ 171450 h 533400"/>
                <a:gd name="csX24" fmla="*/ 476250 w 647700"/>
                <a:gd name="csY24" fmla="*/ 247650 h 533400"/>
                <a:gd name="csX25" fmla="*/ 514350 w 647700"/>
                <a:gd name="csY25" fmla="*/ 247650 h 533400"/>
                <a:gd name="csX26" fmla="*/ 514350 w 647700"/>
                <a:gd name="csY26" fmla="*/ 171450 h 533400"/>
                <a:gd name="csX27" fmla="*/ 590550 w 647700"/>
                <a:gd name="csY27" fmla="*/ 171450 h 533400"/>
                <a:gd name="csX28" fmla="*/ 590550 w 647700"/>
                <a:gd name="csY28" fmla="*/ 247650 h 533400"/>
                <a:gd name="csX29" fmla="*/ 514350 w 647700"/>
                <a:gd name="csY29" fmla="*/ 247650 h 533400"/>
                <a:gd name="csX30" fmla="*/ 514350 w 647700"/>
                <a:gd name="csY30" fmla="*/ 361950 h 533400"/>
                <a:gd name="csX31" fmla="*/ 514350 w 647700"/>
                <a:gd name="csY31" fmla="*/ 285750 h 533400"/>
                <a:gd name="csX32" fmla="*/ 590550 w 647700"/>
                <a:gd name="csY32" fmla="*/ 285750 h 533400"/>
                <a:gd name="csX33" fmla="*/ 590550 w 647700"/>
                <a:gd name="csY33" fmla="*/ 361950 h 533400"/>
                <a:gd name="csX34" fmla="*/ 514350 w 647700"/>
                <a:gd name="csY34" fmla="*/ 361950 h 533400"/>
                <a:gd name="csX35" fmla="*/ 285750 w 647700"/>
                <a:gd name="csY35" fmla="*/ 400050 h 533400"/>
                <a:gd name="csX36" fmla="*/ 361950 w 647700"/>
                <a:gd name="csY36" fmla="*/ 400050 h 533400"/>
                <a:gd name="csX37" fmla="*/ 361950 w 647700"/>
                <a:gd name="csY37" fmla="*/ 476250 h 533400"/>
                <a:gd name="csX38" fmla="*/ 285750 w 647700"/>
                <a:gd name="csY38" fmla="*/ 476250 h 533400"/>
                <a:gd name="csX39" fmla="*/ 285750 w 647700"/>
                <a:gd name="csY39" fmla="*/ 400050 h 533400"/>
                <a:gd name="csX40" fmla="*/ 247650 w 647700"/>
                <a:gd name="csY40" fmla="*/ 400050 h 533400"/>
                <a:gd name="csX41" fmla="*/ 247650 w 647700"/>
                <a:gd name="csY41" fmla="*/ 476250 h 533400"/>
                <a:gd name="csX42" fmla="*/ 171450 w 647700"/>
                <a:gd name="csY42" fmla="*/ 476250 h 533400"/>
                <a:gd name="csX43" fmla="*/ 171450 w 647700"/>
                <a:gd name="csY43" fmla="*/ 400050 h 533400"/>
                <a:gd name="csX44" fmla="*/ 247650 w 647700"/>
                <a:gd name="csY44" fmla="*/ 400050 h 533400"/>
                <a:gd name="csX45" fmla="*/ 171450 w 647700"/>
                <a:gd name="csY45" fmla="*/ 285750 h 533400"/>
                <a:gd name="csX46" fmla="*/ 247650 w 647700"/>
                <a:gd name="csY46" fmla="*/ 285750 h 533400"/>
                <a:gd name="csX47" fmla="*/ 247650 w 647700"/>
                <a:gd name="csY47" fmla="*/ 361950 h 533400"/>
                <a:gd name="csX48" fmla="*/ 171450 w 647700"/>
                <a:gd name="csY48" fmla="*/ 361950 h 533400"/>
                <a:gd name="csX49" fmla="*/ 171450 w 647700"/>
                <a:gd name="csY49" fmla="*/ 285750 h 533400"/>
                <a:gd name="csX50" fmla="*/ 133350 w 647700"/>
                <a:gd name="csY50" fmla="*/ 285750 h 533400"/>
                <a:gd name="csX51" fmla="*/ 133350 w 647700"/>
                <a:gd name="csY51" fmla="*/ 361950 h 533400"/>
                <a:gd name="csX52" fmla="*/ 57150 w 647700"/>
                <a:gd name="csY52" fmla="*/ 361950 h 533400"/>
                <a:gd name="csX53" fmla="*/ 57150 w 647700"/>
                <a:gd name="csY53" fmla="*/ 285750 h 533400"/>
                <a:gd name="csX54" fmla="*/ 133350 w 647700"/>
                <a:gd name="csY54" fmla="*/ 285750 h 533400"/>
                <a:gd name="csX55" fmla="*/ 133350 w 647700"/>
                <a:gd name="csY55" fmla="*/ 171450 h 533400"/>
                <a:gd name="csX56" fmla="*/ 133350 w 647700"/>
                <a:gd name="csY56" fmla="*/ 247650 h 533400"/>
                <a:gd name="csX57" fmla="*/ 57150 w 647700"/>
                <a:gd name="csY57" fmla="*/ 247650 h 533400"/>
                <a:gd name="csX58" fmla="*/ 57150 w 647700"/>
                <a:gd name="csY58" fmla="*/ 171450 h 533400"/>
                <a:gd name="csX59" fmla="*/ 133350 w 647700"/>
                <a:gd name="csY59" fmla="*/ 171450 h 533400"/>
                <a:gd name="csX60" fmla="*/ 247650 w 647700"/>
                <a:gd name="csY60" fmla="*/ 247650 h 533400"/>
                <a:gd name="csX61" fmla="*/ 171450 w 647700"/>
                <a:gd name="csY61" fmla="*/ 247650 h 533400"/>
                <a:gd name="csX62" fmla="*/ 171450 w 647700"/>
                <a:gd name="csY62" fmla="*/ 171450 h 533400"/>
                <a:gd name="csX63" fmla="*/ 247650 w 647700"/>
                <a:gd name="csY63" fmla="*/ 171450 h 533400"/>
                <a:gd name="csX64" fmla="*/ 247650 w 647700"/>
                <a:gd name="csY64" fmla="*/ 247650 h 533400"/>
                <a:gd name="csX65" fmla="*/ 285750 w 647700"/>
                <a:gd name="csY65" fmla="*/ 247650 h 533400"/>
                <a:gd name="csX66" fmla="*/ 285750 w 647700"/>
                <a:gd name="csY66" fmla="*/ 171450 h 533400"/>
                <a:gd name="csX67" fmla="*/ 361950 w 647700"/>
                <a:gd name="csY67" fmla="*/ 171450 h 533400"/>
                <a:gd name="csX68" fmla="*/ 361950 w 647700"/>
                <a:gd name="csY68" fmla="*/ 247650 h 533400"/>
                <a:gd name="csX69" fmla="*/ 285750 w 647700"/>
                <a:gd name="csY69" fmla="*/ 247650 h 533400"/>
                <a:gd name="csX70" fmla="*/ 361950 w 647700"/>
                <a:gd name="csY70" fmla="*/ 361950 h 533400"/>
                <a:gd name="csX71" fmla="*/ 285750 w 647700"/>
                <a:gd name="csY71" fmla="*/ 361950 h 533400"/>
                <a:gd name="csX72" fmla="*/ 285750 w 647700"/>
                <a:gd name="csY72" fmla="*/ 285750 h 533400"/>
                <a:gd name="csX73" fmla="*/ 361950 w 647700"/>
                <a:gd name="csY73" fmla="*/ 285750 h 533400"/>
                <a:gd name="csX74" fmla="*/ 361950 w 647700"/>
                <a:gd name="csY74" fmla="*/ 361950 h 533400"/>
                <a:gd name="csX75" fmla="*/ 400050 w 647700"/>
                <a:gd name="csY75" fmla="*/ 361950 h 533400"/>
                <a:gd name="csX76" fmla="*/ 400050 w 647700"/>
                <a:gd name="csY76" fmla="*/ 285750 h 533400"/>
                <a:gd name="csX77" fmla="*/ 476250 w 647700"/>
                <a:gd name="csY77" fmla="*/ 285750 h 533400"/>
                <a:gd name="csX78" fmla="*/ 476250 w 647700"/>
                <a:gd name="csY78" fmla="*/ 361950 h 533400"/>
                <a:gd name="csX79" fmla="*/ 400050 w 647700"/>
                <a:gd name="csY79" fmla="*/ 361950 h 533400"/>
                <a:gd name="csX80" fmla="*/ 476250 w 647700"/>
                <a:gd name="csY80" fmla="*/ 57150 h 533400"/>
                <a:gd name="csX81" fmla="*/ 476250 w 647700"/>
                <a:gd name="csY81" fmla="*/ 133350 h 533400"/>
                <a:gd name="csX82" fmla="*/ 400050 w 647700"/>
                <a:gd name="csY82" fmla="*/ 133350 h 533400"/>
                <a:gd name="csX83" fmla="*/ 400050 w 647700"/>
                <a:gd name="csY83" fmla="*/ 57150 h 533400"/>
                <a:gd name="csX84" fmla="*/ 476250 w 647700"/>
                <a:gd name="csY84" fmla="*/ 57150 h 533400"/>
                <a:gd name="csX85" fmla="*/ 0 w 647700"/>
                <a:gd name="csY85" fmla="*/ 0 h 533400"/>
                <a:gd name="csX86" fmla="*/ 0 w 647700"/>
                <a:gd name="csY86" fmla="*/ 533400 h 533400"/>
                <a:gd name="csX87" fmla="*/ 647700 w 647700"/>
                <a:gd name="csY87" fmla="*/ 533400 h 533400"/>
                <a:gd name="csX88" fmla="*/ 647700 w 647700"/>
                <a:gd name="csY88" fmla="*/ 0 h 533400"/>
                <a:gd name="csX89" fmla="*/ 0 w 647700"/>
                <a:gd name="csY89" fmla="*/ 0 h 533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</a:cxnLst>
              <a:rect l="l" t="t" r="r" b="b"/>
              <a:pathLst>
                <a:path w="647700" h="533400">
                  <a:moveTo>
                    <a:pt x="590550" y="57150"/>
                  </a:moveTo>
                  <a:lnTo>
                    <a:pt x="590550" y="133350"/>
                  </a:lnTo>
                  <a:lnTo>
                    <a:pt x="514350" y="133350"/>
                  </a:lnTo>
                  <a:lnTo>
                    <a:pt x="514350" y="57150"/>
                  </a:lnTo>
                  <a:lnTo>
                    <a:pt x="590550" y="57150"/>
                  </a:lnTo>
                  <a:close/>
                  <a:moveTo>
                    <a:pt x="57150" y="400050"/>
                  </a:moveTo>
                  <a:lnTo>
                    <a:pt x="133350" y="400050"/>
                  </a:lnTo>
                  <a:lnTo>
                    <a:pt x="133350" y="476250"/>
                  </a:lnTo>
                  <a:lnTo>
                    <a:pt x="57150" y="476250"/>
                  </a:lnTo>
                  <a:lnTo>
                    <a:pt x="57150" y="400050"/>
                  </a:lnTo>
                  <a:close/>
                  <a:moveTo>
                    <a:pt x="247650" y="57150"/>
                  </a:moveTo>
                  <a:lnTo>
                    <a:pt x="247650" y="133350"/>
                  </a:lnTo>
                  <a:lnTo>
                    <a:pt x="171450" y="133350"/>
                  </a:lnTo>
                  <a:lnTo>
                    <a:pt x="171450" y="57150"/>
                  </a:lnTo>
                  <a:lnTo>
                    <a:pt x="247650" y="57150"/>
                  </a:lnTo>
                  <a:close/>
                  <a:moveTo>
                    <a:pt x="361950" y="57150"/>
                  </a:moveTo>
                  <a:lnTo>
                    <a:pt x="361950" y="133350"/>
                  </a:lnTo>
                  <a:lnTo>
                    <a:pt x="285750" y="133350"/>
                  </a:lnTo>
                  <a:lnTo>
                    <a:pt x="285750" y="57150"/>
                  </a:lnTo>
                  <a:lnTo>
                    <a:pt x="361950" y="57150"/>
                  </a:lnTo>
                  <a:close/>
                  <a:moveTo>
                    <a:pt x="476250" y="247650"/>
                  </a:moveTo>
                  <a:lnTo>
                    <a:pt x="400050" y="247650"/>
                  </a:lnTo>
                  <a:lnTo>
                    <a:pt x="400050" y="171450"/>
                  </a:lnTo>
                  <a:lnTo>
                    <a:pt x="476250" y="171450"/>
                  </a:lnTo>
                  <a:lnTo>
                    <a:pt x="476250" y="247650"/>
                  </a:lnTo>
                  <a:close/>
                  <a:moveTo>
                    <a:pt x="514350" y="247650"/>
                  </a:moveTo>
                  <a:lnTo>
                    <a:pt x="514350" y="171450"/>
                  </a:lnTo>
                  <a:lnTo>
                    <a:pt x="590550" y="171450"/>
                  </a:lnTo>
                  <a:lnTo>
                    <a:pt x="590550" y="247650"/>
                  </a:lnTo>
                  <a:lnTo>
                    <a:pt x="514350" y="247650"/>
                  </a:lnTo>
                  <a:close/>
                  <a:moveTo>
                    <a:pt x="514350" y="361950"/>
                  </a:moveTo>
                  <a:lnTo>
                    <a:pt x="514350" y="285750"/>
                  </a:lnTo>
                  <a:lnTo>
                    <a:pt x="590550" y="285750"/>
                  </a:lnTo>
                  <a:lnTo>
                    <a:pt x="590550" y="361950"/>
                  </a:lnTo>
                  <a:lnTo>
                    <a:pt x="514350" y="361950"/>
                  </a:lnTo>
                  <a:close/>
                  <a:moveTo>
                    <a:pt x="285750" y="400050"/>
                  </a:moveTo>
                  <a:lnTo>
                    <a:pt x="361950" y="400050"/>
                  </a:lnTo>
                  <a:lnTo>
                    <a:pt x="361950" y="476250"/>
                  </a:lnTo>
                  <a:lnTo>
                    <a:pt x="285750" y="476250"/>
                  </a:lnTo>
                  <a:lnTo>
                    <a:pt x="285750" y="400050"/>
                  </a:lnTo>
                  <a:close/>
                  <a:moveTo>
                    <a:pt x="247650" y="400050"/>
                  </a:moveTo>
                  <a:lnTo>
                    <a:pt x="247650" y="476250"/>
                  </a:lnTo>
                  <a:lnTo>
                    <a:pt x="171450" y="476250"/>
                  </a:lnTo>
                  <a:lnTo>
                    <a:pt x="171450" y="400050"/>
                  </a:lnTo>
                  <a:lnTo>
                    <a:pt x="247650" y="400050"/>
                  </a:lnTo>
                  <a:close/>
                  <a:moveTo>
                    <a:pt x="171450" y="285750"/>
                  </a:moveTo>
                  <a:lnTo>
                    <a:pt x="247650" y="285750"/>
                  </a:lnTo>
                  <a:lnTo>
                    <a:pt x="247650" y="361950"/>
                  </a:lnTo>
                  <a:lnTo>
                    <a:pt x="171450" y="361950"/>
                  </a:lnTo>
                  <a:lnTo>
                    <a:pt x="171450" y="285750"/>
                  </a:lnTo>
                  <a:close/>
                  <a:moveTo>
                    <a:pt x="133350" y="285750"/>
                  </a:moveTo>
                  <a:lnTo>
                    <a:pt x="133350" y="361950"/>
                  </a:lnTo>
                  <a:lnTo>
                    <a:pt x="57150" y="361950"/>
                  </a:lnTo>
                  <a:lnTo>
                    <a:pt x="57150" y="285750"/>
                  </a:lnTo>
                  <a:lnTo>
                    <a:pt x="133350" y="285750"/>
                  </a:lnTo>
                  <a:close/>
                  <a:moveTo>
                    <a:pt x="133350" y="171450"/>
                  </a:moveTo>
                  <a:lnTo>
                    <a:pt x="133350" y="247650"/>
                  </a:lnTo>
                  <a:lnTo>
                    <a:pt x="57150" y="247650"/>
                  </a:lnTo>
                  <a:lnTo>
                    <a:pt x="57150" y="171450"/>
                  </a:lnTo>
                  <a:lnTo>
                    <a:pt x="133350" y="171450"/>
                  </a:lnTo>
                  <a:close/>
                  <a:moveTo>
                    <a:pt x="247650" y="247650"/>
                  </a:moveTo>
                  <a:lnTo>
                    <a:pt x="171450" y="247650"/>
                  </a:lnTo>
                  <a:lnTo>
                    <a:pt x="171450" y="171450"/>
                  </a:lnTo>
                  <a:lnTo>
                    <a:pt x="247650" y="171450"/>
                  </a:lnTo>
                  <a:lnTo>
                    <a:pt x="247650" y="247650"/>
                  </a:lnTo>
                  <a:close/>
                  <a:moveTo>
                    <a:pt x="285750" y="247650"/>
                  </a:moveTo>
                  <a:lnTo>
                    <a:pt x="285750" y="171450"/>
                  </a:lnTo>
                  <a:lnTo>
                    <a:pt x="361950" y="171450"/>
                  </a:lnTo>
                  <a:lnTo>
                    <a:pt x="361950" y="247650"/>
                  </a:lnTo>
                  <a:lnTo>
                    <a:pt x="285750" y="247650"/>
                  </a:lnTo>
                  <a:close/>
                  <a:moveTo>
                    <a:pt x="361950" y="361950"/>
                  </a:moveTo>
                  <a:lnTo>
                    <a:pt x="285750" y="361950"/>
                  </a:lnTo>
                  <a:lnTo>
                    <a:pt x="285750" y="285750"/>
                  </a:lnTo>
                  <a:lnTo>
                    <a:pt x="361950" y="285750"/>
                  </a:lnTo>
                  <a:lnTo>
                    <a:pt x="361950" y="361950"/>
                  </a:lnTo>
                  <a:close/>
                  <a:moveTo>
                    <a:pt x="400050" y="361950"/>
                  </a:moveTo>
                  <a:lnTo>
                    <a:pt x="400050" y="285750"/>
                  </a:lnTo>
                  <a:lnTo>
                    <a:pt x="476250" y="285750"/>
                  </a:lnTo>
                  <a:lnTo>
                    <a:pt x="476250" y="361950"/>
                  </a:lnTo>
                  <a:lnTo>
                    <a:pt x="400050" y="361950"/>
                  </a:lnTo>
                  <a:close/>
                  <a:moveTo>
                    <a:pt x="476250" y="57150"/>
                  </a:moveTo>
                  <a:lnTo>
                    <a:pt x="476250" y="133350"/>
                  </a:lnTo>
                  <a:lnTo>
                    <a:pt x="400050" y="133350"/>
                  </a:lnTo>
                  <a:lnTo>
                    <a:pt x="400050" y="57150"/>
                  </a:lnTo>
                  <a:lnTo>
                    <a:pt x="476250" y="57150"/>
                  </a:lnTo>
                  <a:close/>
                  <a:moveTo>
                    <a:pt x="0" y="0"/>
                  </a:moveTo>
                  <a:lnTo>
                    <a:pt x="0" y="533400"/>
                  </a:lnTo>
                  <a:lnTo>
                    <a:pt x="647700" y="533400"/>
                  </a:lnTo>
                  <a:lnTo>
                    <a:pt x="6477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AA609886-7357-2BD6-1C51-8B27613943BF}"/>
                </a:ext>
              </a:extLst>
            </p:cNvPr>
            <p:cNvSpPr/>
            <p:nvPr/>
          </p:nvSpPr>
          <p:spPr>
            <a:xfrm>
              <a:off x="4086962" y="8350256"/>
              <a:ext cx="295122" cy="3472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B50A9D28-2267-47FB-ED22-8B0B401ACBFF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235D374A-B437-4C88-D168-C1C355495534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52147A7-B38A-DC8C-A0D9-76E5B0164A1E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196D0CF-84E3-6013-4694-CD09E304CDD0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2D85D6C1-17E9-8751-64F9-1129E92AE7B7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2458CE7-E2AD-F29C-EA36-A132B4ECB258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5E494D71-FC56-2A34-48E1-9253F3F16DCD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타원 12">
            <a:extLst>
              <a:ext uri="{FF2B5EF4-FFF2-40B4-BE49-F238E27FC236}">
                <a16:creationId xmlns:a16="http://schemas.microsoft.com/office/drawing/2014/main" id="{68ACAEBE-BD48-4666-4BBE-111C4A44867A}"/>
              </a:ext>
            </a:extLst>
          </p:cNvPr>
          <p:cNvSpPr/>
          <p:nvPr/>
        </p:nvSpPr>
        <p:spPr>
          <a:xfrm>
            <a:off x="1126715" y="8209951"/>
            <a:ext cx="575732" cy="575732"/>
          </a:xfrm>
          <a:prstGeom prst="ellipse">
            <a:avLst/>
          </a:prstGeom>
          <a:solidFill>
            <a:srgbClr val="1E2D4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그래픽 15" descr="주택 윤곽선">
            <a:extLst>
              <a:ext uri="{FF2B5EF4-FFF2-40B4-BE49-F238E27FC236}">
                <a16:creationId xmlns:a16="http://schemas.microsoft.com/office/drawing/2014/main" id="{9A27E4F9-49D5-B5E5-EA44-CEB12532AEB2}"/>
              </a:ext>
            </a:extLst>
          </p:cNvPr>
          <p:cNvSpPr>
            <a:spLocks/>
          </p:cNvSpPr>
          <p:nvPr/>
        </p:nvSpPr>
        <p:spPr>
          <a:xfrm>
            <a:off x="1267020" y="8350256"/>
            <a:ext cx="295122" cy="295122"/>
          </a:xfrm>
          <a:custGeom>
            <a:avLst/>
            <a:gdLst>
              <a:gd name="csX0" fmla="*/ 0 w 789298"/>
              <a:gd name="csY0" fmla="*/ 374885 h 699134"/>
              <a:gd name="csX1" fmla="*/ 61808 w 789298"/>
              <a:gd name="csY1" fmla="*/ 436683 h 699134"/>
              <a:gd name="csX2" fmla="*/ 108899 w 789298"/>
              <a:gd name="csY2" fmla="*/ 392087 h 699134"/>
              <a:gd name="csX3" fmla="*/ 108899 w 789298"/>
              <a:gd name="csY3" fmla="*/ 698906 h 699134"/>
              <a:gd name="csX4" fmla="*/ 347024 w 789298"/>
              <a:gd name="csY4" fmla="*/ 699002 h 699134"/>
              <a:gd name="csX5" fmla="*/ 347024 w 789298"/>
              <a:gd name="csY5" fmla="*/ 461172 h 699134"/>
              <a:gd name="csX6" fmla="*/ 442274 w 789298"/>
              <a:gd name="csY6" fmla="*/ 461172 h 699134"/>
              <a:gd name="csX7" fmla="*/ 442274 w 789298"/>
              <a:gd name="csY7" fmla="*/ 699040 h 699134"/>
              <a:gd name="csX8" fmla="*/ 680399 w 789298"/>
              <a:gd name="csY8" fmla="*/ 699135 h 699134"/>
              <a:gd name="csX9" fmla="*/ 680399 w 789298"/>
              <a:gd name="csY9" fmla="*/ 391687 h 699134"/>
              <a:gd name="csX10" fmla="*/ 727729 w 789298"/>
              <a:gd name="csY10" fmla="*/ 436455 h 699134"/>
              <a:gd name="csX11" fmla="*/ 789299 w 789298"/>
              <a:gd name="csY11" fmla="*/ 374894 h 699134"/>
              <a:gd name="csX12" fmla="*/ 394649 w 789298"/>
              <a:gd name="csY12" fmla="*/ 0 h 699134"/>
              <a:gd name="csX13" fmla="*/ 661349 w 789298"/>
              <a:gd name="csY13" fmla="*/ 680085 h 699134"/>
              <a:gd name="csX14" fmla="*/ 461324 w 789298"/>
              <a:gd name="csY14" fmla="*/ 679999 h 699134"/>
              <a:gd name="csX15" fmla="*/ 461324 w 789298"/>
              <a:gd name="csY15" fmla="*/ 442122 h 699134"/>
              <a:gd name="csX16" fmla="*/ 327974 w 789298"/>
              <a:gd name="csY16" fmla="*/ 442122 h 699134"/>
              <a:gd name="csX17" fmla="*/ 327974 w 789298"/>
              <a:gd name="csY17" fmla="*/ 679942 h 699134"/>
              <a:gd name="csX18" fmla="*/ 127949 w 789298"/>
              <a:gd name="csY18" fmla="*/ 679866 h 699134"/>
              <a:gd name="csX19" fmla="*/ 127949 w 789298"/>
              <a:gd name="csY19" fmla="*/ 374047 h 699134"/>
              <a:gd name="csX20" fmla="*/ 394649 w 789298"/>
              <a:gd name="csY20" fmla="*/ 121482 h 699134"/>
              <a:gd name="csX21" fmla="*/ 661349 w 789298"/>
              <a:gd name="csY21" fmla="*/ 373675 h 699134"/>
              <a:gd name="csX22" fmla="*/ 62170 w 789298"/>
              <a:gd name="csY22" fmla="*/ 410108 h 699134"/>
              <a:gd name="csX23" fmla="*/ 27299 w 789298"/>
              <a:gd name="csY23" fmla="*/ 375285 h 699134"/>
              <a:gd name="csX24" fmla="*/ 394649 w 789298"/>
              <a:gd name="csY24" fmla="*/ 26251 h 699134"/>
              <a:gd name="csX25" fmla="*/ 762000 w 789298"/>
              <a:gd name="csY25" fmla="*/ 375285 h 699134"/>
              <a:gd name="csX26" fmla="*/ 727358 w 789298"/>
              <a:gd name="csY26" fmla="*/ 409880 h 699134"/>
              <a:gd name="csX27" fmla="*/ 394649 w 789298"/>
              <a:gd name="csY27" fmla="*/ 95250 h 699134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394649 w 789299"/>
              <a:gd name="csY28" fmla="*/ 95250 h 699135"/>
              <a:gd name="csX29" fmla="*/ 62170 w 789299"/>
              <a:gd name="csY29" fmla="*/ 410108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62170 w 789299"/>
              <a:gd name="csY28" fmla="*/ 410108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394649 w 789299"/>
              <a:gd name="csY23" fmla="*/ 121482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27" fmla="*/ 486089 w 789299"/>
              <a:gd name="csY27" fmla="*/ 117691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28" fmla="*/ 490852 w 789299"/>
              <a:gd name="csY28" fmla="*/ 119279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661349 w 789299"/>
              <a:gd name="csY23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661349 w 789299"/>
              <a:gd name="csY22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661349 w 789299"/>
              <a:gd name="csY21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661349 w 789299"/>
              <a:gd name="csY20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661349 w 789299"/>
              <a:gd name="csY19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661349 w 789299"/>
              <a:gd name="csY18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0" fmla="*/ 762000 w 789299"/>
              <a:gd name="csY0" fmla="*/ 3752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762000 w 789299"/>
              <a:gd name="csY14" fmla="*/ 375285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89299" h="699135">
                <a:moveTo>
                  <a:pt x="0" y="374885"/>
                </a:moveTo>
                <a:lnTo>
                  <a:pt x="61808" y="436683"/>
                </a:lnTo>
                <a:lnTo>
                  <a:pt x="108899" y="392087"/>
                </a:lnTo>
                <a:lnTo>
                  <a:pt x="108899" y="698906"/>
                </a:lnTo>
                <a:lnTo>
                  <a:pt x="347024" y="699002"/>
                </a:lnTo>
                <a:lnTo>
                  <a:pt x="347024" y="461172"/>
                </a:lnTo>
                <a:lnTo>
                  <a:pt x="442274" y="461172"/>
                </a:lnTo>
                <a:lnTo>
                  <a:pt x="442274" y="699040"/>
                </a:lnTo>
                <a:lnTo>
                  <a:pt x="680399" y="699135"/>
                </a:lnTo>
                <a:lnTo>
                  <a:pt x="680399" y="391687"/>
                </a:lnTo>
                <a:lnTo>
                  <a:pt x="727729" y="436455"/>
                </a:lnTo>
                <a:lnTo>
                  <a:pt x="789299" y="374894"/>
                </a:lnTo>
                <a:lnTo>
                  <a:pt x="394649" y="0"/>
                </a:lnTo>
                <a:lnTo>
                  <a:pt x="0" y="374885"/>
                </a:lnTo>
                <a:close/>
              </a:path>
            </a:pathLst>
          </a:custGeom>
          <a:solidFill>
            <a:srgbClr val="FAF8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C2A64-4209-3666-25D3-1A6C85886943}"/>
              </a:ext>
            </a:extLst>
          </p:cNvPr>
          <p:cNvSpPr txBox="1"/>
          <p:nvPr/>
        </p:nvSpPr>
        <p:spPr>
          <a:xfrm>
            <a:off x="519764" y="611188"/>
            <a:ext cx="58184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Sketchbook list</a:t>
            </a:r>
            <a:endParaRPr lang="ko-KR" altLang="en-US" sz="6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9145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D93D7E-06B3-2FEF-980B-8324F2D01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타원 61">
            <a:extLst>
              <a:ext uri="{FF2B5EF4-FFF2-40B4-BE49-F238E27FC236}">
                <a16:creationId xmlns:a16="http://schemas.microsoft.com/office/drawing/2014/main" id="{7A0A1A81-EB72-24F0-DFD3-37151FFE197C}"/>
              </a:ext>
            </a:extLst>
          </p:cNvPr>
          <p:cNvSpPr/>
          <p:nvPr/>
        </p:nvSpPr>
        <p:spPr>
          <a:xfrm>
            <a:off x="3281825" y="6511160"/>
            <a:ext cx="288000" cy="288000"/>
          </a:xfrm>
          <a:prstGeom prst="ellipse">
            <a:avLst/>
          </a:prstGeom>
          <a:solidFill>
            <a:srgbClr val="CFC0B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FD0CE357-0B3A-EE5E-2F81-6B110B5BCBD9}"/>
              </a:ext>
            </a:extLst>
          </p:cNvPr>
          <p:cNvGraphicFramePr>
            <a:graphicFrameLocks noGrp="1"/>
          </p:cNvGraphicFramePr>
          <p:nvPr/>
        </p:nvGraphicFramePr>
        <p:xfrm>
          <a:off x="499146" y="4135796"/>
          <a:ext cx="5859707" cy="3920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7101">
                  <a:extLst>
                    <a:ext uri="{9D8B030D-6E8A-4147-A177-3AD203B41FA5}">
                      <a16:colId xmlns:a16="http://schemas.microsoft.com/office/drawing/2014/main" val="2056030249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566604318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2125247123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72100949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584385140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427679242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367657603"/>
                    </a:ext>
                  </a:extLst>
                </a:gridCol>
              </a:tblGrid>
              <a:tr h="5779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Sun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Mon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Tue</a:t>
                      </a:r>
                      <a:r>
                        <a:rPr lang="ko-KR" altLang="en-US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Wed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Thu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Fri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Sat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643975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062273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075238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11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12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13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14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15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16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17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042117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18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19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20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1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21</a:t>
                      </a:r>
                      <a:endParaRPr lang="ko-KR" altLang="en-US" sz="1500" b="1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22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23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24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775741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25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26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27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28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29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30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31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786513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463322"/>
                  </a:ext>
                </a:extLst>
              </a:tr>
            </a:tbl>
          </a:graphicData>
        </a:graphic>
      </p:graphicFrame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9B0825C-A659-DE57-626D-8BE05FBD79D6}"/>
              </a:ext>
            </a:extLst>
          </p:cNvPr>
          <p:cNvSpPr/>
          <p:nvPr/>
        </p:nvSpPr>
        <p:spPr>
          <a:xfrm>
            <a:off x="728663" y="8428990"/>
            <a:ext cx="5400674" cy="566420"/>
          </a:xfrm>
          <a:prstGeom prst="roundRect">
            <a:avLst>
              <a:gd name="adj" fmla="val 50000"/>
            </a:avLst>
          </a:prstGeom>
          <a:solidFill>
            <a:srgbClr val="FEFDF8"/>
          </a:solidFill>
          <a:ln>
            <a:noFill/>
          </a:ln>
          <a:effectLst>
            <a:outerShdw blurRad="114300" dist="76200" dir="3420000" algn="tl" rotWithShape="0">
              <a:prstClr val="black">
                <a:alpha val="2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그래픽 9" descr="단일 톱니바퀴 단색으로 채워진">
            <a:extLst>
              <a:ext uri="{FF2B5EF4-FFF2-40B4-BE49-F238E27FC236}">
                <a16:creationId xmlns:a16="http://schemas.microsoft.com/office/drawing/2014/main" id="{2A67313A-11C4-7870-C36D-BC40CA329719}"/>
              </a:ext>
            </a:extLst>
          </p:cNvPr>
          <p:cNvSpPr/>
          <p:nvPr/>
        </p:nvSpPr>
        <p:spPr>
          <a:xfrm>
            <a:off x="5295858" y="8564639"/>
            <a:ext cx="295122" cy="295122"/>
          </a:xfrm>
          <a:custGeom>
            <a:avLst/>
            <a:gdLst>
              <a:gd name="csX0" fmla="*/ 323850 w 648652"/>
              <a:gd name="csY0" fmla="*/ 438150 h 647700"/>
              <a:gd name="csX1" fmla="*/ 209550 w 648652"/>
              <a:gd name="csY1" fmla="*/ 323850 h 647700"/>
              <a:gd name="csX2" fmla="*/ 323850 w 648652"/>
              <a:gd name="csY2" fmla="*/ 209550 h 647700"/>
              <a:gd name="csX3" fmla="*/ 438150 w 648652"/>
              <a:gd name="csY3" fmla="*/ 323850 h 647700"/>
              <a:gd name="csX4" fmla="*/ 323850 w 648652"/>
              <a:gd name="csY4" fmla="*/ 438150 h 647700"/>
              <a:gd name="csX5" fmla="*/ 581025 w 648652"/>
              <a:gd name="csY5" fmla="*/ 252413 h 647700"/>
              <a:gd name="csX6" fmla="*/ 556260 w 648652"/>
              <a:gd name="csY6" fmla="*/ 193358 h 647700"/>
              <a:gd name="csX7" fmla="*/ 580073 w 648652"/>
              <a:gd name="csY7" fmla="*/ 121920 h 647700"/>
              <a:gd name="csX8" fmla="*/ 525780 w 648652"/>
              <a:gd name="csY8" fmla="*/ 67628 h 647700"/>
              <a:gd name="csX9" fmla="*/ 454343 w 648652"/>
              <a:gd name="csY9" fmla="*/ 91440 h 647700"/>
              <a:gd name="csX10" fmla="*/ 394335 w 648652"/>
              <a:gd name="csY10" fmla="*/ 66675 h 647700"/>
              <a:gd name="csX11" fmla="*/ 361950 w 648652"/>
              <a:gd name="csY11" fmla="*/ 0 h 647700"/>
              <a:gd name="csX12" fmla="*/ 285750 w 648652"/>
              <a:gd name="csY12" fmla="*/ 0 h 647700"/>
              <a:gd name="csX13" fmla="*/ 252413 w 648652"/>
              <a:gd name="csY13" fmla="*/ 66675 h 647700"/>
              <a:gd name="csX14" fmla="*/ 193358 w 648652"/>
              <a:gd name="csY14" fmla="*/ 91440 h 647700"/>
              <a:gd name="csX15" fmla="*/ 121920 w 648652"/>
              <a:gd name="csY15" fmla="*/ 67628 h 647700"/>
              <a:gd name="csX16" fmla="*/ 67628 w 648652"/>
              <a:gd name="csY16" fmla="*/ 121920 h 647700"/>
              <a:gd name="csX17" fmla="*/ 91440 w 648652"/>
              <a:gd name="csY17" fmla="*/ 193358 h 647700"/>
              <a:gd name="csX18" fmla="*/ 66675 w 648652"/>
              <a:gd name="csY18" fmla="*/ 253365 h 647700"/>
              <a:gd name="csX19" fmla="*/ 0 w 648652"/>
              <a:gd name="csY19" fmla="*/ 285750 h 647700"/>
              <a:gd name="csX20" fmla="*/ 0 w 648652"/>
              <a:gd name="csY20" fmla="*/ 361950 h 647700"/>
              <a:gd name="csX21" fmla="*/ 66675 w 648652"/>
              <a:gd name="csY21" fmla="*/ 395288 h 647700"/>
              <a:gd name="csX22" fmla="*/ 91440 w 648652"/>
              <a:gd name="csY22" fmla="*/ 454343 h 647700"/>
              <a:gd name="csX23" fmla="*/ 67628 w 648652"/>
              <a:gd name="csY23" fmla="*/ 525780 h 647700"/>
              <a:gd name="csX24" fmla="*/ 121920 w 648652"/>
              <a:gd name="csY24" fmla="*/ 580073 h 647700"/>
              <a:gd name="csX25" fmla="*/ 193358 w 648652"/>
              <a:gd name="csY25" fmla="*/ 556260 h 647700"/>
              <a:gd name="csX26" fmla="*/ 253365 w 648652"/>
              <a:gd name="csY26" fmla="*/ 581025 h 647700"/>
              <a:gd name="csX27" fmla="*/ 286703 w 648652"/>
              <a:gd name="csY27" fmla="*/ 647700 h 647700"/>
              <a:gd name="csX28" fmla="*/ 362903 w 648652"/>
              <a:gd name="csY28" fmla="*/ 647700 h 647700"/>
              <a:gd name="csX29" fmla="*/ 396240 w 648652"/>
              <a:gd name="csY29" fmla="*/ 581025 h 647700"/>
              <a:gd name="csX30" fmla="*/ 455295 w 648652"/>
              <a:gd name="csY30" fmla="*/ 556260 h 647700"/>
              <a:gd name="csX31" fmla="*/ 526733 w 648652"/>
              <a:gd name="csY31" fmla="*/ 580073 h 647700"/>
              <a:gd name="csX32" fmla="*/ 581025 w 648652"/>
              <a:gd name="csY32" fmla="*/ 525780 h 647700"/>
              <a:gd name="csX33" fmla="*/ 557213 w 648652"/>
              <a:gd name="csY33" fmla="*/ 454343 h 647700"/>
              <a:gd name="csX34" fmla="*/ 581978 w 648652"/>
              <a:gd name="csY34" fmla="*/ 394335 h 647700"/>
              <a:gd name="csX35" fmla="*/ 648653 w 648652"/>
              <a:gd name="csY35" fmla="*/ 360998 h 647700"/>
              <a:gd name="csX36" fmla="*/ 648653 w 648652"/>
              <a:gd name="csY36" fmla="*/ 284798 h 647700"/>
              <a:gd name="csX37" fmla="*/ 581025 w 648652"/>
              <a:gd name="csY37" fmla="*/ 252413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648652" h="647700">
                <a:moveTo>
                  <a:pt x="323850" y="438150"/>
                </a:moveTo>
                <a:cubicBezTo>
                  <a:pt x="260985" y="438150"/>
                  <a:pt x="209550" y="386715"/>
                  <a:pt x="209550" y="323850"/>
                </a:cubicBezTo>
                <a:cubicBezTo>
                  <a:pt x="209550" y="260985"/>
                  <a:pt x="260985" y="209550"/>
                  <a:pt x="323850" y="209550"/>
                </a:cubicBezTo>
                <a:cubicBezTo>
                  <a:pt x="386715" y="209550"/>
                  <a:pt x="438150" y="260985"/>
                  <a:pt x="438150" y="323850"/>
                </a:cubicBezTo>
                <a:cubicBezTo>
                  <a:pt x="438150" y="386715"/>
                  <a:pt x="386715" y="438150"/>
                  <a:pt x="323850" y="438150"/>
                </a:cubicBezTo>
                <a:close/>
                <a:moveTo>
                  <a:pt x="581025" y="252413"/>
                </a:moveTo>
                <a:cubicBezTo>
                  <a:pt x="575310" y="231458"/>
                  <a:pt x="566738" y="211455"/>
                  <a:pt x="556260" y="193358"/>
                </a:cubicBezTo>
                <a:lnTo>
                  <a:pt x="580073" y="121920"/>
                </a:lnTo>
                <a:lnTo>
                  <a:pt x="525780" y="67628"/>
                </a:lnTo>
                <a:lnTo>
                  <a:pt x="454343" y="91440"/>
                </a:lnTo>
                <a:cubicBezTo>
                  <a:pt x="435293" y="80963"/>
                  <a:pt x="415290" y="72390"/>
                  <a:pt x="394335" y="66675"/>
                </a:cubicBezTo>
                <a:lnTo>
                  <a:pt x="361950" y="0"/>
                </a:lnTo>
                <a:lnTo>
                  <a:pt x="285750" y="0"/>
                </a:lnTo>
                <a:lnTo>
                  <a:pt x="252413" y="66675"/>
                </a:lnTo>
                <a:cubicBezTo>
                  <a:pt x="231458" y="72390"/>
                  <a:pt x="211455" y="80963"/>
                  <a:pt x="193358" y="91440"/>
                </a:cubicBezTo>
                <a:lnTo>
                  <a:pt x="121920" y="67628"/>
                </a:lnTo>
                <a:lnTo>
                  <a:pt x="67628" y="121920"/>
                </a:lnTo>
                <a:lnTo>
                  <a:pt x="91440" y="193358"/>
                </a:lnTo>
                <a:cubicBezTo>
                  <a:pt x="80963" y="212408"/>
                  <a:pt x="72390" y="232410"/>
                  <a:pt x="66675" y="253365"/>
                </a:cubicBezTo>
                <a:lnTo>
                  <a:pt x="0" y="285750"/>
                </a:lnTo>
                <a:lnTo>
                  <a:pt x="0" y="361950"/>
                </a:lnTo>
                <a:lnTo>
                  <a:pt x="66675" y="395288"/>
                </a:lnTo>
                <a:cubicBezTo>
                  <a:pt x="72390" y="416243"/>
                  <a:pt x="80963" y="436245"/>
                  <a:pt x="91440" y="454343"/>
                </a:cubicBezTo>
                <a:lnTo>
                  <a:pt x="67628" y="525780"/>
                </a:lnTo>
                <a:lnTo>
                  <a:pt x="121920" y="580073"/>
                </a:lnTo>
                <a:lnTo>
                  <a:pt x="193358" y="556260"/>
                </a:lnTo>
                <a:cubicBezTo>
                  <a:pt x="212408" y="566738"/>
                  <a:pt x="232410" y="575310"/>
                  <a:pt x="253365" y="581025"/>
                </a:cubicBezTo>
                <a:lnTo>
                  <a:pt x="286703" y="647700"/>
                </a:lnTo>
                <a:lnTo>
                  <a:pt x="362903" y="647700"/>
                </a:lnTo>
                <a:lnTo>
                  <a:pt x="396240" y="581025"/>
                </a:lnTo>
                <a:cubicBezTo>
                  <a:pt x="417195" y="575310"/>
                  <a:pt x="437198" y="566738"/>
                  <a:pt x="455295" y="556260"/>
                </a:cubicBezTo>
                <a:lnTo>
                  <a:pt x="526733" y="580073"/>
                </a:lnTo>
                <a:lnTo>
                  <a:pt x="581025" y="525780"/>
                </a:lnTo>
                <a:lnTo>
                  <a:pt x="557213" y="454343"/>
                </a:lnTo>
                <a:cubicBezTo>
                  <a:pt x="567690" y="435293"/>
                  <a:pt x="576263" y="415290"/>
                  <a:pt x="581978" y="394335"/>
                </a:cubicBezTo>
                <a:lnTo>
                  <a:pt x="648653" y="360998"/>
                </a:lnTo>
                <a:lnTo>
                  <a:pt x="648653" y="284798"/>
                </a:lnTo>
                <a:lnTo>
                  <a:pt x="581025" y="25241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그래픽 15" descr="주택 윤곽선">
            <a:extLst>
              <a:ext uri="{FF2B5EF4-FFF2-40B4-BE49-F238E27FC236}">
                <a16:creationId xmlns:a16="http://schemas.microsoft.com/office/drawing/2014/main" id="{A7DD32EA-D26F-47C1-BC71-375BCE6EA669}"/>
              </a:ext>
            </a:extLst>
          </p:cNvPr>
          <p:cNvSpPr>
            <a:spLocks/>
          </p:cNvSpPr>
          <p:nvPr/>
        </p:nvSpPr>
        <p:spPr>
          <a:xfrm>
            <a:off x="1267020" y="8564639"/>
            <a:ext cx="295122" cy="295122"/>
          </a:xfrm>
          <a:custGeom>
            <a:avLst/>
            <a:gdLst>
              <a:gd name="csX0" fmla="*/ 0 w 789298"/>
              <a:gd name="csY0" fmla="*/ 374885 h 699134"/>
              <a:gd name="csX1" fmla="*/ 61808 w 789298"/>
              <a:gd name="csY1" fmla="*/ 436683 h 699134"/>
              <a:gd name="csX2" fmla="*/ 108899 w 789298"/>
              <a:gd name="csY2" fmla="*/ 392087 h 699134"/>
              <a:gd name="csX3" fmla="*/ 108899 w 789298"/>
              <a:gd name="csY3" fmla="*/ 698906 h 699134"/>
              <a:gd name="csX4" fmla="*/ 347024 w 789298"/>
              <a:gd name="csY4" fmla="*/ 699002 h 699134"/>
              <a:gd name="csX5" fmla="*/ 347024 w 789298"/>
              <a:gd name="csY5" fmla="*/ 461172 h 699134"/>
              <a:gd name="csX6" fmla="*/ 442274 w 789298"/>
              <a:gd name="csY6" fmla="*/ 461172 h 699134"/>
              <a:gd name="csX7" fmla="*/ 442274 w 789298"/>
              <a:gd name="csY7" fmla="*/ 699040 h 699134"/>
              <a:gd name="csX8" fmla="*/ 680399 w 789298"/>
              <a:gd name="csY8" fmla="*/ 699135 h 699134"/>
              <a:gd name="csX9" fmla="*/ 680399 w 789298"/>
              <a:gd name="csY9" fmla="*/ 391687 h 699134"/>
              <a:gd name="csX10" fmla="*/ 727729 w 789298"/>
              <a:gd name="csY10" fmla="*/ 436455 h 699134"/>
              <a:gd name="csX11" fmla="*/ 789299 w 789298"/>
              <a:gd name="csY11" fmla="*/ 374894 h 699134"/>
              <a:gd name="csX12" fmla="*/ 394649 w 789298"/>
              <a:gd name="csY12" fmla="*/ 0 h 699134"/>
              <a:gd name="csX13" fmla="*/ 661349 w 789298"/>
              <a:gd name="csY13" fmla="*/ 680085 h 699134"/>
              <a:gd name="csX14" fmla="*/ 461324 w 789298"/>
              <a:gd name="csY14" fmla="*/ 679999 h 699134"/>
              <a:gd name="csX15" fmla="*/ 461324 w 789298"/>
              <a:gd name="csY15" fmla="*/ 442122 h 699134"/>
              <a:gd name="csX16" fmla="*/ 327974 w 789298"/>
              <a:gd name="csY16" fmla="*/ 442122 h 699134"/>
              <a:gd name="csX17" fmla="*/ 327974 w 789298"/>
              <a:gd name="csY17" fmla="*/ 679942 h 699134"/>
              <a:gd name="csX18" fmla="*/ 127949 w 789298"/>
              <a:gd name="csY18" fmla="*/ 679866 h 699134"/>
              <a:gd name="csX19" fmla="*/ 127949 w 789298"/>
              <a:gd name="csY19" fmla="*/ 374047 h 699134"/>
              <a:gd name="csX20" fmla="*/ 394649 w 789298"/>
              <a:gd name="csY20" fmla="*/ 121482 h 699134"/>
              <a:gd name="csX21" fmla="*/ 661349 w 789298"/>
              <a:gd name="csY21" fmla="*/ 373675 h 699134"/>
              <a:gd name="csX22" fmla="*/ 62170 w 789298"/>
              <a:gd name="csY22" fmla="*/ 410108 h 699134"/>
              <a:gd name="csX23" fmla="*/ 27299 w 789298"/>
              <a:gd name="csY23" fmla="*/ 375285 h 699134"/>
              <a:gd name="csX24" fmla="*/ 394649 w 789298"/>
              <a:gd name="csY24" fmla="*/ 26251 h 699134"/>
              <a:gd name="csX25" fmla="*/ 762000 w 789298"/>
              <a:gd name="csY25" fmla="*/ 375285 h 699134"/>
              <a:gd name="csX26" fmla="*/ 727358 w 789298"/>
              <a:gd name="csY26" fmla="*/ 409880 h 699134"/>
              <a:gd name="csX27" fmla="*/ 394649 w 789298"/>
              <a:gd name="csY27" fmla="*/ 95250 h 699134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394649 w 789299"/>
              <a:gd name="csY28" fmla="*/ 95250 h 699135"/>
              <a:gd name="csX29" fmla="*/ 62170 w 789299"/>
              <a:gd name="csY29" fmla="*/ 410108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62170 w 789299"/>
              <a:gd name="csY28" fmla="*/ 410108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394649 w 789299"/>
              <a:gd name="csY23" fmla="*/ 121482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27" fmla="*/ 486089 w 789299"/>
              <a:gd name="csY27" fmla="*/ 117691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28" fmla="*/ 490852 w 789299"/>
              <a:gd name="csY28" fmla="*/ 119279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661349 w 789299"/>
              <a:gd name="csY23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661349 w 789299"/>
              <a:gd name="csY22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661349 w 789299"/>
              <a:gd name="csY21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661349 w 789299"/>
              <a:gd name="csY20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661349 w 789299"/>
              <a:gd name="csY19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661349 w 789299"/>
              <a:gd name="csY18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0" fmla="*/ 762000 w 789299"/>
              <a:gd name="csY0" fmla="*/ 3752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762000 w 789299"/>
              <a:gd name="csY14" fmla="*/ 375285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89299" h="699135">
                <a:moveTo>
                  <a:pt x="0" y="374885"/>
                </a:moveTo>
                <a:lnTo>
                  <a:pt x="61808" y="436683"/>
                </a:lnTo>
                <a:lnTo>
                  <a:pt x="108899" y="392087"/>
                </a:lnTo>
                <a:lnTo>
                  <a:pt x="108899" y="698906"/>
                </a:lnTo>
                <a:lnTo>
                  <a:pt x="347024" y="699002"/>
                </a:lnTo>
                <a:lnTo>
                  <a:pt x="347024" y="461172"/>
                </a:lnTo>
                <a:lnTo>
                  <a:pt x="442274" y="461172"/>
                </a:lnTo>
                <a:lnTo>
                  <a:pt x="442274" y="699040"/>
                </a:lnTo>
                <a:lnTo>
                  <a:pt x="680399" y="699135"/>
                </a:lnTo>
                <a:lnTo>
                  <a:pt x="680399" y="391687"/>
                </a:lnTo>
                <a:lnTo>
                  <a:pt x="727729" y="436455"/>
                </a:lnTo>
                <a:lnTo>
                  <a:pt x="789299" y="374894"/>
                </a:lnTo>
                <a:lnTo>
                  <a:pt x="394649" y="0"/>
                </a:lnTo>
                <a:lnTo>
                  <a:pt x="0" y="37488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48996F6-8F62-C0D0-BFB3-D63AE9CB9136}"/>
              </a:ext>
            </a:extLst>
          </p:cNvPr>
          <p:cNvGrpSpPr/>
          <p:nvPr/>
        </p:nvGrpSpPr>
        <p:grpSpPr>
          <a:xfrm>
            <a:off x="2521259" y="8564639"/>
            <a:ext cx="280633" cy="295122"/>
            <a:chOff x="7230961" y="4648200"/>
            <a:chExt cx="533400" cy="762000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EB7BF645-7289-4005-D2E2-D79E5BB1313D}"/>
                </a:ext>
              </a:extLst>
            </p:cNvPr>
            <p:cNvSpPr/>
            <p:nvPr/>
          </p:nvSpPr>
          <p:spPr>
            <a:xfrm>
              <a:off x="7230961" y="4650105"/>
              <a:ext cx="57150" cy="76009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B4C371E3-86E2-15BF-8DE8-3AA21CD66367}"/>
                </a:ext>
              </a:extLst>
            </p:cNvPr>
            <p:cNvSpPr/>
            <p:nvPr/>
          </p:nvSpPr>
          <p:spPr>
            <a:xfrm>
              <a:off x="7326211" y="4648200"/>
              <a:ext cx="438150" cy="762000"/>
            </a:xfrm>
            <a:custGeom>
              <a:avLst/>
              <a:gdLst>
                <a:gd name="csX0" fmla="*/ 352425 w 438150"/>
                <a:gd name="csY0" fmla="*/ 285750 h 762000"/>
                <a:gd name="csX1" fmla="*/ 85725 w 438150"/>
                <a:gd name="csY1" fmla="*/ 285750 h 762000"/>
                <a:gd name="csX2" fmla="*/ 85725 w 438150"/>
                <a:gd name="csY2" fmla="*/ 228600 h 762000"/>
                <a:gd name="csX3" fmla="*/ 352425 w 438150"/>
                <a:gd name="csY3" fmla="*/ 228600 h 762000"/>
                <a:gd name="csX4" fmla="*/ 352425 w 438150"/>
                <a:gd name="csY4" fmla="*/ 285750 h 762000"/>
                <a:gd name="csX5" fmla="*/ 295275 w 438150"/>
                <a:gd name="csY5" fmla="*/ 381000 h 762000"/>
                <a:gd name="csX6" fmla="*/ 147638 w 438150"/>
                <a:gd name="csY6" fmla="*/ 381000 h 762000"/>
                <a:gd name="csX7" fmla="*/ 147638 w 438150"/>
                <a:gd name="csY7" fmla="*/ 342900 h 762000"/>
                <a:gd name="csX8" fmla="*/ 295275 w 438150"/>
                <a:gd name="csY8" fmla="*/ 342900 h 762000"/>
                <a:gd name="csX9" fmla="*/ 295275 w 438150"/>
                <a:gd name="csY9" fmla="*/ 381000 h 762000"/>
                <a:gd name="csX10" fmla="*/ 400050 w 438150"/>
                <a:gd name="csY10" fmla="*/ 0 h 762000"/>
                <a:gd name="csX11" fmla="*/ 0 w 438150"/>
                <a:gd name="csY11" fmla="*/ 1905 h 762000"/>
                <a:gd name="csX12" fmla="*/ 0 w 438150"/>
                <a:gd name="csY12" fmla="*/ 762000 h 762000"/>
                <a:gd name="csX13" fmla="*/ 400050 w 438150"/>
                <a:gd name="csY13" fmla="*/ 762000 h 762000"/>
                <a:gd name="csX14" fmla="*/ 438150 w 438150"/>
                <a:gd name="csY14" fmla="*/ 723900 h 762000"/>
                <a:gd name="csX15" fmla="*/ 438150 w 438150"/>
                <a:gd name="csY15" fmla="*/ 38100 h 762000"/>
                <a:gd name="csX16" fmla="*/ 400050 w 4381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438150" h="762000">
                  <a:moveTo>
                    <a:pt x="352425" y="285750"/>
                  </a:moveTo>
                  <a:lnTo>
                    <a:pt x="85725" y="285750"/>
                  </a:lnTo>
                  <a:lnTo>
                    <a:pt x="85725" y="228600"/>
                  </a:lnTo>
                  <a:lnTo>
                    <a:pt x="352425" y="228600"/>
                  </a:lnTo>
                  <a:lnTo>
                    <a:pt x="352425" y="285750"/>
                  </a:lnTo>
                  <a:close/>
                  <a:moveTo>
                    <a:pt x="295275" y="381000"/>
                  </a:moveTo>
                  <a:lnTo>
                    <a:pt x="147638" y="381000"/>
                  </a:lnTo>
                  <a:lnTo>
                    <a:pt x="147638" y="342900"/>
                  </a:lnTo>
                  <a:lnTo>
                    <a:pt x="295275" y="342900"/>
                  </a:lnTo>
                  <a:lnTo>
                    <a:pt x="295275" y="381000"/>
                  </a:lnTo>
                  <a:close/>
                  <a:moveTo>
                    <a:pt x="400050" y="0"/>
                  </a:moveTo>
                  <a:lnTo>
                    <a:pt x="0" y="1905"/>
                  </a:lnTo>
                  <a:lnTo>
                    <a:pt x="0" y="762000"/>
                  </a:lnTo>
                  <a:lnTo>
                    <a:pt x="400050" y="762000"/>
                  </a:lnTo>
                  <a:cubicBezTo>
                    <a:pt x="421005" y="762000"/>
                    <a:pt x="438150" y="744855"/>
                    <a:pt x="438150" y="723900"/>
                  </a:cubicBezTo>
                  <a:lnTo>
                    <a:pt x="438150" y="38100"/>
                  </a:lnTo>
                  <a:cubicBezTo>
                    <a:pt x="438150" y="17145"/>
                    <a:pt x="421005" y="0"/>
                    <a:pt x="400050" y="0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09C27FB2-6FB1-42F6-6BD8-0CD61B69BAA1}"/>
              </a:ext>
            </a:extLst>
          </p:cNvPr>
          <p:cNvGrpSpPr/>
          <p:nvPr/>
        </p:nvGrpSpPr>
        <p:grpSpPr>
          <a:xfrm>
            <a:off x="3761009" y="8209951"/>
            <a:ext cx="575732" cy="575732"/>
            <a:chOff x="3946657" y="8209951"/>
            <a:chExt cx="575732" cy="575732"/>
          </a:xfrm>
        </p:grpSpPr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77A58CF9-0662-3CE2-B7C7-E1BACCD7CC05}"/>
                </a:ext>
              </a:extLst>
            </p:cNvPr>
            <p:cNvSpPr/>
            <p:nvPr/>
          </p:nvSpPr>
          <p:spPr>
            <a:xfrm>
              <a:off x="3946657" y="8209951"/>
              <a:ext cx="575732" cy="575732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43C0E857-E007-084A-8EB6-A72F5C6ED5E8}"/>
                </a:ext>
              </a:extLst>
            </p:cNvPr>
            <p:cNvGrpSpPr/>
            <p:nvPr/>
          </p:nvGrpSpPr>
          <p:grpSpPr>
            <a:xfrm>
              <a:off x="4086962" y="8350256"/>
              <a:ext cx="295122" cy="295122"/>
              <a:chOff x="4086962" y="8350256"/>
              <a:chExt cx="295122" cy="295122"/>
            </a:xfrm>
          </p:grpSpPr>
          <p:sp>
            <p:nvSpPr>
              <p:cNvPr id="29" name="자유형: 도형 28">
                <a:extLst>
                  <a:ext uri="{FF2B5EF4-FFF2-40B4-BE49-F238E27FC236}">
                    <a16:creationId xmlns:a16="http://schemas.microsoft.com/office/drawing/2014/main" id="{E7E01E62-8C8B-3BC0-F297-4A2390E58513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9CCC3B44-F2DB-74DB-B44E-C9A8E9FCDB31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82B0AE8B-08DE-8B67-4A92-8DAB38B677DA}"/>
              </a:ext>
            </a:extLst>
          </p:cNvPr>
          <p:cNvSpPr txBox="1"/>
          <p:nvPr/>
        </p:nvSpPr>
        <p:spPr>
          <a:xfrm>
            <a:off x="1697033" y="1769516"/>
            <a:ext cx="346393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9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Jaunaly</a:t>
            </a:r>
            <a:r>
              <a:rPr lang="en-US" altLang="ko-KR" sz="96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 </a:t>
            </a:r>
            <a:endParaRPr lang="ko-KR" altLang="en-US" sz="96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F85368-74E4-9852-4254-52BBBDE5C2B9}"/>
              </a:ext>
            </a:extLst>
          </p:cNvPr>
          <p:cNvSpPr txBox="1"/>
          <p:nvPr/>
        </p:nvSpPr>
        <p:spPr>
          <a:xfrm>
            <a:off x="1697033" y="1042549"/>
            <a:ext cx="34639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48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48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B38E8943-37CF-9EC8-84C1-CDAD3207CFC2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98323ABC-BE2C-E552-E2A1-7FEB5F7C617C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D9FD578A-8BD9-C11B-FA3C-4072B5FF4762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3A668BE8-4F81-9ECA-1928-05E610DC1113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0A7A6B25-953B-C2C4-36F2-29A4084A79C4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4409F9B4-BD8D-EE48-4FDA-C9ABA3219407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8E142DCF-B4C8-4B3D-725B-AD34DB8AFDF2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5" name="타원 54">
            <a:extLst>
              <a:ext uri="{FF2B5EF4-FFF2-40B4-BE49-F238E27FC236}">
                <a16:creationId xmlns:a16="http://schemas.microsoft.com/office/drawing/2014/main" id="{0C8B9AB5-E34A-BC84-7268-97BC971CFB53}"/>
              </a:ext>
            </a:extLst>
          </p:cNvPr>
          <p:cNvSpPr/>
          <p:nvPr/>
        </p:nvSpPr>
        <p:spPr>
          <a:xfrm>
            <a:off x="2551327" y="6849267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8448811A-73D9-E6F0-D1C8-B83346E6C954}"/>
              </a:ext>
            </a:extLst>
          </p:cNvPr>
          <p:cNvSpPr/>
          <p:nvPr/>
        </p:nvSpPr>
        <p:spPr>
          <a:xfrm>
            <a:off x="3402148" y="6849267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2CB7A73-C90B-E86E-93FF-D323C9C65AA4}"/>
              </a:ext>
            </a:extLst>
          </p:cNvPr>
          <p:cNvSpPr/>
          <p:nvPr/>
        </p:nvSpPr>
        <p:spPr>
          <a:xfrm>
            <a:off x="4219181" y="5722142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73FCC674-5FD9-A1B1-1A83-F8DEFB1BC158}"/>
              </a:ext>
            </a:extLst>
          </p:cNvPr>
          <p:cNvSpPr/>
          <p:nvPr/>
        </p:nvSpPr>
        <p:spPr>
          <a:xfrm>
            <a:off x="3398973" y="5722142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5BA0EA7-45EF-5327-7012-4DDEEE7EAD60}"/>
              </a:ext>
            </a:extLst>
          </p:cNvPr>
          <p:cNvSpPr/>
          <p:nvPr/>
        </p:nvSpPr>
        <p:spPr>
          <a:xfrm>
            <a:off x="1697033" y="5722142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E257C6FF-9547-3843-2C78-9779CBD0A947}"/>
              </a:ext>
            </a:extLst>
          </p:cNvPr>
          <p:cNvSpPr/>
          <p:nvPr/>
        </p:nvSpPr>
        <p:spPr>
          <a:xfrm>
            <a:off x="2551327" y="6249192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87BA774B-F22E-620A-D2CD-7FC7D4B7911A}"/>
              </a:ext>
            </a:extLst>
          </p:cNvPr>
          <p:cNvSpPr/>
          <p:nvPr/>
        </p:nvSpPr>
        <p:spPr>
          <a:xfrm>
            <a:off x="3389825" y="6249192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이등변 삼각형 76">
            <a:extLst>
              <a:ext uri="{FF2B5EF4-FFF2-40B4-BE49-F238E27FC236}">
                <a16:creationId xmlns:a16="http://schemas.microsoft.com/office/drawing/2014/main" id="{10735FF9-813C-726C-F707-0E197B192E02}"/>
              </a:ext>
            </a:extLst>
          </p:cNvPr>
          <p:cNvSpPr/>
          <p:nvPr/>
        </p:nvSpPr>
        <p:spPr>
          <a:xfrm rot="16200000">
            <a:off x="988266" y="2650935"/>
            <a:ext cx="196787" cy="103028"/>
          </a:xfrm>
          <a:custGeom>
            <a:avLst/>
            <a:gdLst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277281 w 503933"/>
              <a:gd name="csY3" fmla="*/ 180027 h 180027"/>
              <a:gd name="csX4" fmla="*/ 0 w 503933"/>
              <a:gd name="csY4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9552"/>
              <a:gd name="csX1" fmla="*/ 251967 w 503933"/>
              <a:gd name="csY1" fmla="*/ 0 h 189552"/>
              <a:gd name="csX2" fmla="*/ 503933 w 503933"/>
              <a:gd name="csY2" fmla="*/ 180027 h 189552"/>
              <a:gd name="csX3" fmla="*/ 340781 w 503933"/>
              <a:gd name="csY3" fmla="*/ 189552 h 189552"/>
              <a:gd name="csX4" fmla="*/ 0 w 503933"/>
              <a:gd name="csY4" fmla="*/ 180027 h 189552"/>
              <a:gd name="csX0" fmla="*/ 340781 w 503933"/>
              <a:gd name="csY0" fmla="*/ 189552 h 280992"/>
              <a:gd name="csX1" fmla="*/ 0 w 503933"/>
              <a:gd name="csY1" fmla="*/ 180027 h 280992"/>
              <a:gd name="csX2" fmla="*/ 251967 w 503933"/>
              <a:gd name="csY2" fmla="*/ 0 h 280992"/>
              <a:gd name="csX3" fmla="*/ 503933 w 503933"/>
              <a:gd name="csY3" fmla="*/ 180027 h 280992"/>
              <a:gd name="csX4" fmla="*/ 432221 w 503933"/>
              <a:gd name="csY4" fmla="*/ 280992 h 280992"/>
              <a:gd name="csX0" fmla="*/ 340781 w 503933"/>
              <a:gd name="csY0" fmla="*/ 189552 h 189552"/>
              <a:gd name="csX1" fmla="*/ 0 w 503933"/>
              <a:gd name="csY1" fmla="*/ 180027 h 189552"/>
              <a:gd name="csX2" fmla="*/ 251967 w 503933"/>
              <a:gd name="csY2" fmla="*/ 0 h 189552"/>
              <a:gd name="csX3" fmla="*/ 503933 w 503933"/>
              <a:gd name="csY3" fmla="*/ 180027 h 189552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3933" h="180027">
                <a:moveTo>
                  <a:pt x="0" y="180027"/>
                </a:moveTo>
                <a:lnTo>
                  <a:pt x="251967" y="0"/>
                </a:lnTo>
                <a:lnTo>
                  <a:pt x="503933" y="180027"/>
                </a:lnTo>
              </a:path>
            </a:pathLst>
          </a:custGeom>
          <a:noFill/>
          <a:ln w="25400" cap="flat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이등변 삼각형 76">
            <a:extLst>
              <a:ext uri="{FF2B5EF4-FFF2-40B4-BE49-F238E27FC236}">
                <a16:creationId xmlns:a16="http://schemas.microsoft.com/office/drawing/2014/main" id="{C48C4759-8824-C166-1E0C-F6ED04C8901E}"/>
              </a:ext>
            </a:extLst>
          </p:cNvPr>
          <p:cNvSpPr/>
          <p:nvPr/>
        </p:nvSpPr>
        <p:spPr>
          <a:xfrm rot="5400000">
            <a:off x="5672947" y="2650936"/>
            <a:ext cx="196787" cy="103028"/>
          </a:xfrm>
          <a:custGeom>
            <a:avLst/>
            <a:gdLst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277281 w 503933"/>
              <a:gd name="csY3" fmla="*/ 180027 h 180027"/>
              <a:gd name="csX4" fmla="*/ 0 w 503933"/>
              <a:gd name="csY4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9552"/>
              <a:gd name="csX1" fmla="*/ 251967 w 503933"/>
              <a:gd name="csY1" fmla="*/ 0 h 189552"/>
              <a:gd name="csX2" fmla="*/ 503933 w 503933"/>
              <a:gd name="csY2" fmla="*/ 180027 h 189552"/>
              <a:gd name="csX3" fmla="*/ 340781 w 503933"/>
              <a:gd name="csY3" fmla="*/ 189552 h 189552"/>
              <a:gd name="csX4" fmla="*/ 0 w 503933"/>
              <a:gd name="csY4" fmla="*/ 180027 h 189552"/>
              <a:gd name="csX0" fmla="*/ 340781 w 503933"/>
              <a:gd name="csY0" fmla="*/ 189552 h 280992"/>
              <a:gd name="csX1" fmla="*/ 0 w 503933"/>
              <a:gd name="csY1" fmla="*/ 180027 h 280992"/>
              <a:gd name="csX2" fmla="*/ 251967 w 503933"/>
              <a:gd name="csY2" fmla="*/ 0 h 280992"/>
              <a:gd name="csX3" fmla="*/ 503933 w 503933"/>
              <a:gd name="csY3" fmla="*/ 180027 h 280992"/>
              <a:gd name="csX4" fmla="*/ 432221 w 503933"/>
              <a:gd name="csY4" fmla="*/ 280992 h 280992"/>
              <a:gd name="csX0" fmla="*/ 340781 w 503933"/>
              <a:gd name="csY0" fmla="*/ 189552 h 189552"/>
              <a:gd name="csX1" fmla="*/ 0 w 503933"/>
              <a:gd name="csY1" fmla="*/ 180027 h 189552"/>
              <a:gd name="csX2" fmla="*/ 251967 w 503933"/>
              <a:gd name="csY2" fmla="*/ 0 h 189552"/>
              <a:gd name="csX3" fmla="*/ 503933 w 503933"/>
              <a:gd name="csY3" fmla="*/ 180027 h 189552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3933" h="180027">
                <a:moveTo>
                  <a:pt x="0" y="180027"/>
                </a:moveTo>
                <a:lnTo>
                  <a:pt x="251967" y="0"/>
                </a:lnTo>
                <a:lnTo>
                  <a:pt x="503933" y="180027"/>
                </a:lnTo>
              </a:path>
            </a:pathLst>
          </a:custGeom>
          <a:noFill/>
          <a:ln w="25400" cap="flat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B0D8524B-F926-BD16-3E2B-2F804486B8FC}"/>
              </a:ext>
            </a:extLst>
          </p:cNvPr>
          <p:cNvGrpSpPr/>
          <p:nvPr/>
        </p:nvGrpSpPr>
        <p:grpSpPr>
          <a:xfrm>
            <a:off x="5805337" y="1368275"/>
            <a:ext cx="324000" cy="324000"/>
            <a:chOff x="5100328" y="3160993"/>
            <a:chExt cx="762827" cy="762949"/>
          </a:xfrm>
        </p:grpSpPr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7C0EA523-290D-215A-6AD7-A5B9C3CDB6BB}"/>
                </a:ext>
              </a:extLst>
            </p:cNvPr>
            <p:cNvSpPr/>
            <p:nvPr/>
          </p:nvSpPr>
          <p:spPr>
            <a:xfrm>
              <a:off x="5100328" y="3265765"/>
              <a:ext cx="658179" cy="658177"/>
            </a:xfrm>
            <a:custGeom>
              <a:avLst/>
              <a:gdLst>
                <a:gd name="csX0" fmla="*/ 161925 w 658177"/>
                <a:gd name="csY0" fmla="*/ 497205 h 658177"/>
                <a:gd name="csX1" fmla="*/ 161925 w 658177"/>
                <a:gd name="csY1" fmla="*/ 564833 h 658177"/>
                <a:gd name="csX2" fmla="*/ 80963 w 658177"/>
                <a:gd name="csY2" fmla="*/ 591503 h 658177"/>
                <a:gd name="csX3" fmla="*/ 66675 w 658177"/>
                <a:gd name="csY3" fmla="*/ 577215 h 658177"/>
                <a:gd name="csX4" fmla="*/ 93345 w 658177"/>
                <a:gd name="csY4" fmla="*/ 496253 h 658177"/>
                <a:gd name="csX5" fmla="*/ 161925 w 658177"/>
                <a:gd name="csY5" fmla="*/ 497205 h 658177"/>
                <a:gd name="csX6" fmla="*/ 536258 w 658177"/>
                <a:gd name="csY6" fmla="*/ 0 h 658177"/>
                <a:gd name="csX7" fmla="*/ 60008 w 658177"/>
                <a:gd name="csY7" fmla="*/ 477203 h 658177"/>
                <a:gd name="csX8" fmla="*/ 0 w 658177"/>
                <a:gd name="csY8" fmla="*/ 658178 h 658177"/>
                <a:gd name="csX9" fmla="*/ 181928 w 658177"/>
                <a:gd name="csY9" fmla="*/ 598170 h 658177"/>
                <a:gd name="csX10" fmla="*/ 658178 w 658177"/>
                <a:gd name="csY10" fmla="*/ 121920 h 658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58177" h="658177">
                  <a:moveTo>
                    <a:pt x="161925" y="497205"/>
                  </a:moveTo>
                  <a:cubicBezTo>
                    <a:pt x="180975" y="516255"/>
                    <a:pt x="180975" y="545783"/>
                    <a:pt x="161925" y="564833"/>
                  </a:cubicBezTo>
                  <a:lnTo>
                    <a:pt x="80963" y="591503"/>
                  </a:lnTo>
                  <a:lnTo>
                    <a:pt x="66675" y="577215"/>
                  </a:lnTo>
                  <a:lnTo>
                    <a:pt x="93345" y="496253"/>
                  </a:lnTo>
                  <a:cubicBezTo>
                    <a:pt x="113348" y="478155"/>
                    <a:pt x="142875" y="478155"/>
                    <a:pt x="161925" y="497205"/>
                  </a:cubicBezTo>
                  <a:close/>
                  <a:moveTo>
                    <a:pt x="536258" y="0"/>
                  </a:moveTo>
                  <a:lnTo>
                    <a:pt x="60008" y="477203"/>
                  </a:lnTo>
                  <a:lnTo>
                    <a:pt x="0" y="658178"/>
                  </a:lnTo>
                  <a:lnTo>
                    <a:pt x="181928" y="598170"/>
                  </a:lnTo>
                  <a:lnTo>
                    <a:pt x="658178" y="121920"/>
                  </a:lnTo>
                </a:path>
              </a:pathLst>
            </a:custGeom>
            <a:solidFill>
              <a:srgbClr val="1E2D4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70112A62-7C87-4F0D-6962-665DDBB74880}"/>
                </a:ext>
              </a:extLst>
            </p:cNvPr>
            <p:cNvSpPr/>
            <p:nvPr/>
          </p:nvSpPr>
          <p:spPr>
            <a:xfrm>
              <a:off x="5663246" y="3160993"/>
              <a:ext cx="199909" cy="199072"/>
            </a:xfrm>
            <a:custGeom>
              <a:avLst/>
              <a:gdLst>
                <a:gd name="csX0" fmla="*/ 188595 w 199908"/>
                <a:gd name="csY0" fmla="*/ 79058 h 199072"/>
                <a:gd name="csX1" fmla="*/ 120968 w 199908"/>
                <a:gd name="csY1" fmla="*/ 11430 h 199072"/>
                <a:gd name="csX2" fmla="*/ 66675 w 199908"/>
                <a:gd name="csY2" fmla="*/ 11430 h 199072"/>
                <a:gd name="csX3" fmla="*/ 0 w 199908"/>
                <a:gd name="csY3" fmla="*/ 78105 h 199072"/>
                <a:gd name="csX4" fmla="*/ 120968 w 199908"/>
                <a:gd name="csY4" fmla="*/ 199072 h 199072"/>
                <a:gd name="csX5" fmla="*/ 187643 w 199908"/>
                <a:gd name="csY5" fmla="*/ 132397 h 199072"/>
                <a:gd name="csX6" fmla="*/ 188595 w 199908"/>
                <a:gd name="csY6" fmla="*/ 79058 h 199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08" h="199072">
                  <a:moveTo>
                    <a:pt x="188595" y="79058"/>
                  </a:moveTo>
                  <a:lnTo>
                    <a:pt x="120968" y="11430"/>
                  </a:lnTo>
                  <a:cubicBezTo>
                    <a:pt x="105727" y="-3810"/>
                    <a:pt x="81915" y="-3810"/>
                    <a:pt x="66675" y="11430"/>
                  </a:cubicBezTo>
                  <a:lnTo>
                    <a:pt x="0" y="78105"/>
                  </a:lnTo>
                  <a:lnTo>
                    <a:pt x="120968" y="199072"/>
                  </a:lnTo>
                  <a:lnTo>
                    <a:pt x="187643" y="132397"/>
                  </a:lnTo>
                  <a:cubicBezTo>
                    <a:pt x="203835" y="118110"/>
                    <a:pt x="203835" y="94297"/>
                    <a:pt x="188595" y="79058"/>
                  </a:cubicBezTo>
                  <a:close/>
                </a:path>
              </a:pathLst>
            </a:custGeom>
            <a:solidFill>
              <a:srgbClr val="1E2D4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5023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0FFBBEB-3BC4-C488-52D9-2CBD2421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5" r="5095"/>
          <a:stretch>
            <a:fillRect/>
          </a:stretch>
        </p:blipFill>
        <p:spPr>
          <a:xfrm>
            <a:off x="4591050" y="4489450"/>
            <a:ext cx="760887" cy="1056217"/>
          </a:xfrm>
          <a:prstGeom prst="rect">
            <a:avLst/>
          </a:prstGeom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D6BE16D3-B366-8045-776F-6ECDB76899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9430709"/>
              </p:ext>
            </p:extLst>
          </p:nvPr>
        </p:nvGraphicFramePr>
        <p:xfrm>
          <a:off x="728663" y="2065338"/>
          <a:ext cx="5400675" cy="6662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1525">
                  <a:extLst>
                    <a:ext uri="{9D8B030D-6E8A-4147-A177-3AD203B41FA5}">
                      <a16:colId xmlns:a16="http://schemas.microsoft.com/office/drawing/2014/main" val="2056030249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566604318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2125247123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72100949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584385140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427679242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367657603"/>
                    </a:ext>
                  </a:extLst>
                </a:gridCol>
              </a:tblGrid>
              <a:tr h="2894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Sun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Mon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Tue</a:t>
                      </a:r>
                      <a:r>
                        <a:rPr lang="ko-KR" altLang="en-US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Wed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Thu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Fri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Sat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643975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062273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075238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042117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775741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786513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46332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108F9B3A-FF60-B994-5ED7-EC56E28A0752}"/>
              </a:ext>
            </a:extLst>
          </p:cNvPr>
          <p:cNvSpPr txBox="1"/>
          <p:nvPr/>
        </p:nvSpPr>
        <p:spPr>
          <a:xfrm>
            <a:off x="1697033" y="538761"/>
            <a:ext cx="3463934" cy="149955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B077D3-4990-5267-FB23-DA40C2E0B6E4}"/>
              </a:ext>
            </a:extLst>
          </p:cNvPr>
          <p:cNvSpPr txBox="1"/>
          <p:nvPr/>
        </p:nvSpPr>
        <p:spPr>
          <a:xfrm>
            <a:off x="1697033" y="523932"/>
            <a:ext cx="3463934" cy="59073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1B9779E5-B85E-2A33-DD8D-54C922063441}"/>
              </a:ext>
            </a:extLst>
          </p:cNvPr>
          <p:cNvSpPr/>
          <p:nvPr/>
        </p:nvSpPr>
        <p:spPr>
          <a:xfrm>
            <a:off x="4612681" y="5396439"/>
            <a:ext cx="108000" cy="108000"/>
          </a:xfrm>
          <a:prstGeom prst="ellipse">
            <a:avLst/>
          </a:prstGeom>
          <a:solidFill>
            <a:srgbClr val="1E2D4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ko-KR" altLang="en-US" sz="1000" dirty="0">
              <a:solidFill>
                <a:srgbClr val="FAF8F4"/>
              </a:solidFill>
              <a:latin typeface="Cavorting" panose="000B0504000000000004" pitchFamily="34" charset="0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1C88877-AF80-6490-A2B0-B530BCB8C8D4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3849B4AB-17F1-6B05-8FE0-3A466BF1845D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0C86895-8B82-BC90-CE09-4B74C04B39D1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72B4ED50-0A63-1D55-FF40-DA6441B5B715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15D17896-7D22-23EF-BE3B-85F96910E8CD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A57B3E4-043D-1082-5B70-1DFE2BD3A156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AB2099C-C4AF-3DBB-22C6-A10FFBD405AE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5886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A08B31-57E1-9BCE-F0CE-A505D3B7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BC00D26-FB27-0122-467C-30423137A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64" y="2070242"/>
            <a:ext cx="5400668" cy="6641958"/>
          </a:xfrm>
          <a:custGeom>
            <a:avLst/>
            <a:gdLst>
              <a:gd name="csX0" fmla="*/ 0 w 5400668"/>
              <a:gd name="csY0" fmla="*/ 0 h 6641958"/>
              <a:gd name="csX1" fmla="*/ 621077 w 5400668"/>
              <a:gd name="csY1" fmla="*/ 0 h 6641958"/>
              <a:gd name="csX2" fmla="*/ 1134140 w 5400668"/>
              <a:gd name="csY2" fmla="*/ 0 h 6641958"/>
              <a:gd name="csX3" fmla="*/ 1917237 w 5400668"/>
              <a:gd name="csY3" fmla="*/ 0 h 6641958"/>
              <a:gd name="csX4" fmla="*/ 2538314 w 5400668"/>
              <a:gd name="csY4" fmla="*/ 0 h 6641958"/>
              <a:gd name="csX5" fmla="*/ 3159391 w 5400668"/>
              <a:gd name="csY5" fmla="*/ 0 h 6641958"/>
              <a:gd name="csX6" fmla="*/ 3942488 w 5400668"/>
              <a:gd name="csY6" fmla="*/ 0 h 6641958"/>
              <a:gd name="csX7" fmla="*/ 4509558 w 5400668"/>
              <a:gd name="csY7" fmla="*/ 0 h 6641958"/>
              <a:gd name="csX8" fmla="*/ 5400668 w 5400668"/>
              <a:gd name="csY8" fmla="*/ 0 h 6641958"/>
              <a:gd name="csX9" fmla="*/ 5400668 w 5400668"/>
              <a:gd name="csY9" fmla="*/ 797035 h 6641958"/>
              <a:gd name="csX10" fmla="*/ 5400668 w 5400668"/>
              <a:gd name="csY10" fmla="*/ 1328392 h 6641958"/>
              <a:gd name="csX11" fmla="*/ 5400668 w 5400668"/>
              <a:gd name="csY11" fmla="*/ 1992587 h 6641958"/>
              <a:gd name="csX12" fmla="*/ 5400668 w 5400668"/>
              <a:gd name="csY12" fmla="*/ 2723203 h 6641958"/>
              <a:gd name="csX13" fmla="*/ 5400668 w 5400668"/>
              <a:gd name="csY13" fmla="*/ 3188140 h 6641958"/>
              <a:gd name="csX14" fmla="*/ 5400668 w 5400668"/>
              <a:gd name="csY14" fmla="*/ 3852336 h 6641958"/>
              <a:gd name="csX15" fmla="*/ 5400668 w 5400668"/>
              <a:gd name="csY15" fmla="*/ 4516531 h 6641958"/>
              <a:gd name="csX16" fmla="*/ 5400668 w 5400668"/>
              <a:gd name="csY16" fmla="*/ 5180727 h 6641958"/>
              <a:gd name="csX17" fmla="*/ 5400668 w 5400668"/>
              <a:gd name="csY17" fmla="*/ 5911343 h 6641958"/>
              <a:gd name="csX18" fmla="*/ 5400668 w 5400668"/>
              <a:gd name="csY18" fmla="*/ 6641958 h 6641958"/>
              <a:gd name="csX19" fmla="*/ 4671578 w 5400668"/>
              <a:gd name="csY19" fmla="*/ 6641958 h 6641958"/>
              <a:gd name="csX20" fmla="*/ 4104508 w 5400668"/>
              <a:gd name="csY20" fmla="*/ 6641958 h 6641958"/>
              <a:gd name="csX21" fmla="*/ 3321411 w 5400668"/>
              <a:gd name="csY21" fmla="*/ 6641958 h 6641958"/>
              <a:gd name="csX22" fmla="*/ 2646327 w 5400668"/>
              <a:gd name="csY22" fmla="*/ 6641958 h 6641958"/>
              <a:gd name="csX23" fmla="*/ 2079257 w 5400668"/>
              <a:gd name="csY23" fmla="*/ 6641958 h 6641958"/>
              <a:gd name="csX24" fmla="*/ 1404174 w 5400668"/>
              <a:gd name="csY24" fmla="*/ 6641958 h 6641958"/>
              <a:gd name="csX25" fmla="*/ 891110 w 5400668"/>
              <a:gd name="csY25" fmla="*/ 6641958 h 6641958"/>
              <a:gd name="csX26" fmla="*/ 0 w 5400668"/>
              <a:gd name="csY26" fmla="*/ 6641958 h 6641958"/>
              <a:gd name="csX27" fmla="*/ 0 w 5400668"/>
              <a:gd name="csY27" fmla="*/ 5977762 h 6641958"/>
              <a:gd name="csX28" fmla="*/ 0 w 5400668"/>
              <a:gd name="csY28" fmla="*/ 5446406 h 6641958"/>
              <a:gd name="csX29" fmla="*/ 0 w 5400668"/>
              <a:gd name="csY29" fmla="*/ 4649371 h 6641958"/>
              <a:gd name="csX30" fmla="*/ 0 w 5400668"/>
              <a:gd name="csY30" fmla="*/ 4051594 h 6641958"/>
              <a:gd name="csX31" fmla="*/ 0 w 5400668"/>
              <a:gd name="csY31" fmla="*/ 3586657 h 6641958"/>
              <a:gd name="csX32" fmla="*/ 0 w 5400668"/>
              <a:gd name="csY32" fmla="*/ 2856042 h 6641958"/>
              <a:gd name="csX33" fmla="*/ 0 w 5400668"/>
              <a:gd name="csY33" fmla="*/ 2324685 h 6641958"/>
              <a:gd name="csX34" fmla="*/ 0 w 5400668"/>
              <a:gd name="csY34" fmla="*/ 1594070 h 6641958"/>
              <a:gd name="csX35" fmla="*/ 0 w 5400668"/>
              <a:gd name="csY35" fmla="*/ 797035 h 6641958"/>
              <a:gd name="csX36" fmla="*/ 0 w 5400668"/>
              <a:gd name="csY36" fmla="*/ 0 h 6641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5400668" h="6641958" extrusionOk="0">
                <a:moveTo>
                  <a:pt x="0" y="0"/>
                </a:moveTo>
                <a:cubicBezTo>
                  <a:pt x="246687" y="-8312"/>
                  <a:pt x="431742" y="-77"/>
                  <a:pt x="621077" y="0"/>
                </a:cubicBezTo>
                <a:cubicBezTo>
                  <a:pt x="810412" y="77"/>
                  <a:pt x="976831" y="-742"/>
                  <a:pt x="1134140" y="0"/>
                </a:cubicBezTo>
                <a:cubicBezTo>
                  <a:pt x="1291449" y="742"/>
                  <a:pt x="1671487" y="39152"/>
                  <a:pt x="1917237" y="0"/>
                </a:cubicBezTo>
                <a:cubicBezTo>
                  <a:pt x="2162987" y="-39152"/>
                  <a:pt x="2283586" y="-23765"/>
                  <a:pt x="2538314" y="0"/>
                </a:cubicBezTo>
                <a:cubicBezTo>
                  <a:pt x="2793042" y="23765"/>
                  <a:pt x="2983980" y="-11728"/>
                  <a:pt x="3159391" y="0"/>
                </a:cubicBezTo>
                <a:cubicBezTo>
                  <a:pt x="3334802" y="11728"/>
                  <a:pt x="3756058" y="-13789"/>
                  <a:pt x="3942488" y="0"/>
                </a:cubicBezTo>
                <a:cubicBezTo>
                  <a:pt x="4128918" y="13789"/>
                  <a:pt x="4358782" y="8442"/>
                  <a:pt x="4509558" y="0"/>
                </a:cubicBezTo>
                <a:cubicBezTo>
                  <a:pt x="4660334" y="-8442"/>
                  <a:pt x="5055614" y="-14723"/>
                  <a:pt x="5400668" y="0"/>
                </a:cubicBezTo>
                <a:cubicBezTo>
                  <a:pt x="5379758" y="352591"/>
                  <a:pt x="5367591" y="514754"/>
                  <a:pt x="5400668" y="797035"/>
                </a:cubicBezTo>
                <a:cubicBezTo>
                  <a:pt x="5433745" y="1079316"/>
                  <a:pt x="5426628" y="1193341"/>
                  <a:pt x="5400668" y="1328392"/>
                </a:cubicBezTo>
                <a:cubicBezTo>
                  <a:pt x="5374708" y="1463443"/>
                  <a:pt x="5406869" y="1774753"/>
                  <a:pt x="5400668" y="1992587"/>
                </a:cubicBezTo>
                <a:cubicBezTo>
                  <a:pt x="5394467" y="2210422"/>
                  <a:pt x="5427902" y="2485511"/>
                  <a:pt x="5400668" y="2723203"/>
                </a:cubicBezTo>
                <a:cubicBezTo>
                  <a:pt x="5373434" y="2960895"/>
                  <a:pt x="5423016" y="3030670"/>
                  <a:pt x="5400668" y="3188140"/>
                </a:cubicBezTo>
                <a:cubicBezTo>
                  <a:pt x="5378320" y="3345610"/>
                  <a:pt x="5405248" y="3693585"/>
                  <a:pt x="5400668" y="3852336"/>
                </a:cubicBezTo>
                <a:cubicBezTo>
                  <a:pt x="5396088" y="4011087"/>
                  <a:pt x="5405743" y="4322669"/>
                  <a:pt x="5400668" y="4516531"/>
                </a:cubicBezTo>
                <a:cubicBezTo>
                  <a:pt x="5395593" y="4710393"/>
                  <a:pt x="5425631" y="4957041"/>
                  <a:pt x="5400668" y="5180727"/>
                </a:cubicBezTo>
                <a:cubicBezTo>
                  <a:pt x="5375705" y="5404413"/>
                  <a:pt x="5426626" y="5669172"/>
                  <a:pt x="5400668" y="5911343"/>
                </a:cubicBezTo>
                <a:cubicBezTo>
                  <a:pt x="5374710" y="6153514"/>
                  <a:pt x="5397377" y="6392390"/>
                  <a:pt x="5400668" y="6641958"/>
                </a:cubicBezTo>
                <a:cubicBezTo>
                  <a:pt x="5210728" y="6630113"/>
                  <a:pt x="4915267" y="6639982"/>
                  <a:pt x="4671578" y="6641958"/>
                </a:cubicBezTo>
                <a:cubicBezTo>
                  <a:pt x="4427889" y="6643935"/>
                  <a:pt x="4354940" y="6628463"/>
                  <a:pt x="4104508" y="6641958"/>
                </a:cubicBezTo>
                <a:cubicBezTo>
                  <a:pt x="3854076" y="6655454"/>
                  <a:pt x="3479182" y="6658037"/>
                  <a:pt x="3321411" y="6641958"/>
                </a:cubicBezTo>
                <a:cubicBezTo>
                  <a:pt x="3163640" y="6625879"/>
                  <a:pt x="2942968" y="6666530"/>
                  <a:pt x="2646327" y="6641958"/>
                </a:cubicBezTo>
                <a:cubicBezTo>
                  <a:pt x="2349686" y="6617386"/>
                  <a:pt x="2193823" y="6656545"/>
                  <a:pt x="2079257" y="6641958"/>
                </a:cubicBezTo>
                <a:cubicBezTo>
                  <a:pt x="1964691" y="6627372"/>
                  <a:pt x="1601857" y="6674780"/>
                  <a:pt x="1404174" y="6641958"/>
                </a:cubicBezTo>
                <a:cubicBezTo>
                  <a:pt x="1206491" y="6609136"/>
                  <a:pt x="1111626" y="6624106"/>
                  <a:pt x="891110" y="6641958"/>
                </a:cubicBezTo>
                <a:cubicBezTo>
                  <a:pt x="670594" y="6659810"/>
                  <a:pt x="250684" y="6633241"/>
                  <a:pt x="0" y="6641958"/>
                </a:cubicBezTo>
                <a:cubicBezTo>
                  <a:pt x="24575" y="6312780"/>
                  <a:pt x="1294" y="6157950"/>
                  <a:pt x="0" y="5977762"/>
                </a:cubicBezTo>
                <a:cubicBezTo>
                  <a:pt x="-1294" y="5797574"/>
                  <a:pt x="3311" y="5673789"/>
                  <a:pt x="0" y="5446406"/>
                </a:cubicBezTo>
                <a:cubicBezTo>
                  <a:pt x="-3311" y="5219023"/>
                  <a:pt x="23448" y="4872038"/>
                  <a:pt x="0" y="4649371"/>
                </a:cubicBezTo>
                <a:cubicBezTo>
                  <a:pt x="-23448" y="4426704"/>
                  <a:pt x="-17360" y="4197302"/>
                  <a:pt x="0" y="4051594"/>
                </a:cubicBezTo>
                <a:cubicBezTo>
                  <a:pt x="17360" y="3905886"/>
                  <a:pt x="19264" y="3733297"/>
                  <a:pt x="0" y="3586657"/>
                </a:cubicBezTo>
                <a:cubicBezTo>
                  <a:pt x="-19264" y="3440017"/>
                  <a:pt x="-22940" y="3195601"/>
                  <a:pt x="0" y="2856042"/>
                </a:cubicBezTo>
                <a:cubicBezTo>
                  <a:pt x="22940" y="2516483"/>
                  <a:pt x="-12426" y="2576576"/>
                  <a:pt x="0" y="2324685"/>
                </a:cubicBezTo>
                <a:cubicBezTo>
                  <a:pt x="12426" y="2072794"/>
                  <a:pt x="35435" y="1812209"/>
                  <a:pt x="0" y="1594070"/>
                </a:cubicBezTo>
                <a:cubicBezTo>
                  <a:pt x="-35435" y="1375931"/>
                  <a:pt x="-23615" y="1174579"/>
                  <a:pt x="0" y="797035"/>
                </a:cubicBezTo>
                <a:cubicBezTo>
                  <a:pt x="23615" y="419491"/>
                  <a:pt x="-6401" y="25029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75000"/>
                <a:lumOff val="2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9F00AC-C87D-40CD-8FFD-17D28975E805}"/>
              </a:ext>
            </a:extLst>
          </p:cNvPr>
          <p:cNvSpPr txBox="1"/>
          <p:nvPr/>
        </p:nvSpPr>
        <p:spPr>
          <a:xfrm>
            <a:off x="1697033" y="538761"/>
            <a:ext cx="3463934" cy="149955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9F730E-9ED6-5650-53B4-06816A4D787B}"/>
              </a:ext>
            </a:extLst>
          </p:cNvPr>
          <p:cNvSpPr txBox="1"/>
          <p:nvPr/>
        </p:nvSpPr>
        <p:spPr>
          <a:xfrm>
            <a:off x="1697033" y="523932"/>
            <a:ext cx="3463934" cy="59073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EEE8DC-A5E0-143A-865B-1576BBC39170}"/>
              </a:ext>
            </a:extLst>
          </p:cNvPr>
          <p:cNvSpPr txBox="1"/>
          <p:nvPr/>
        </p:nvSpPr>
        <p:spPr>
          <a:xfrm>
            <a:off x="4678036" y="1362356"/>
            <a:ext cx="14512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16</a:t>
            </a:r>
            <a:r>
              <a:rPr lang="en-US" altLang="ko-KR" sz="4000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th</a:t>
            </a:r>
            <a:endParaRPr lang="ko-KR" altLang="en-US" sz="4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5F9F37-65B4-2904-2E92-3F802BB54753}"/>
              </a:ext>
            </a:extLst>
          </p:cNvPr>
          <p:cNvSpPr txBox="1"/>
          <p:nvPr/>
        </p:nvSpPr>
        <p:spPr>
          <a:xfrm>
            <a:off x="728664" y="1362356"/>
            <a:ext cx="161488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Friday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855230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C96772-A1A1-D03E-9EA1-BA49E89C3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0B50207-080B-0127-C76D-E9D5DCDC2BD3}"/>
              </a:ext>
            </a:extLst>
          </p:cNvPr>
          <p:cNvSpPr/>
          <p:nvPr/>
        </p:nvSpPr>
        <p:spPr>
          <a:xfrm>
            <a:off x="728663" y="8428990"/>
            <a:ext cx="5400674" cy="566420"/>
          </a:xfrm>
          <a:prstGeom prst="roundRect">
            <a:avLst>
              <a:gd name="adj" fmla="val 50000"/>
            </a:avLst>
          </a:prstGeom>
          <a:solidFill>
            <a:srgbClr val="FEFDF8"/>
          </a:solidFill>
          <a:ln>
            <a:noFill/>
          </a:ln>
          <a:effectLst>
            <a:outerShdw blurRad="114300" dist="76200" dir="3420000" algn="tl" rotWithShape="0">
              <a:prstClr val="black">
                <a:alpha val="2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그래픽 9" descr="단일 톱니바퀴 단색으로 채워진">
            <a:extLst>
              <a:ext uri="{FF2B5EF4-FFF2-40B4-BE49-F238E27FC236}">
                <a16:creationId xmlns:a16="http://schemas.microsoft.com/office/drawing/2014/main" id="{C119262D-5E12-99D1-7E46-5D215043DC33}"/>
              </a:ext>
            </a:extLst>
          </p:cNvPr>
          <p:cNvSpPr/>
          <p:nvPr/>
        </p:nvSpPr>
        <p:spPr>
          <a:xfrm>
            <a:off x="5295858" y="8564639"/>
            <a:ext cx="295122" cy="295122"/>
          </a:xfrm>
          <a:custGeom>
            <a:avLst/>
            <a:gdLst>
              <a:gd name="csX0" fmla="*/ 323850 w 648652"/>
              <a:gd name="csY0" fmla="*/ 438150 h 647700"/>
              <a:gd name="csX1" fmla="*/ 209550 w 648652"/>
              <a:gd name="csY1" fmla="*/ 323850 h 647700"/>
              <a:gd name="csX2" fmla="*/ 323850 w 648652"/>
              <a:gd name="csY2" fmla="*/ 209550 h 647700"/>
              <a:gd name="csX3" fmla="*/ 438150 w 648652"/>
              <a:gd name="csY3" fmla="*/ 323850 h 647700"/>
              <a:gd name="csX4" fmla="*/ 323850 w 648652"/>
              <a:gd name="csY4" fmla="*/ 438150 h 647700"/>
              <a:gd name="csX5" fmla="*/ 581025 w 648652"/>
              <a:gd name="csY5" fmla="*/ 252413 h 647700"/>
              <a:gd name="csX6" fmla="*/ 556260 w 648652"/>
              <a:gd name="csY6" fmla="*/ 193358 h 647700"/>
              <a:gd name="csX7" fmla="*/ 580073 w 648652"/>
              <a:gd name="csY7" fmla="*/ 121920 h 647700"/>
              <a:gd name="csX8" fmla="*/ 525780 w 648652"/>
              <a:gd name="csY8" fmla="*/ 67628 h 647700"/>
              <a:gd name="csX9" fmla="*/ 454343 w 648652"/>
              <a:gd name="csY9" fmla="*/ 91440 h 647700"/>
              <a:gd name="csX10" fmla="*/ 394335 w 648652"/>
              <a:gd name="csY10" fmla="*/ 66675 h 647700"/>
              <a:gd name="csX11" fmla="*/ 361950 w 648652"/>
              <a:gd name="csY11" fmla="*/ 0 h 647700"/>
              <a:gd name="csX12" fmla="*/ 285750 w 648652"/>
              <a:gd name="csY12" fmla="*/ 0 h 647700"/>
              <a:gd name="csX13" fmla="*/ 252413 w 648652"/>
              <a:gd name="csY13" fmla="*/ 66675 h 647700"/>
              <a:gd name="csX14" fmla="*/ 193358 w 648652"/>
              <a:gd name="csY14" fmla="*/ 91440 h 647700"/>
              <a:gd name="csX15" fmla="*/ 121920 w 648652"/>
              <a:gd name="csY15" fmla="*/ 67628 h 647700"/>
              <a:gd name="csX16" fmla="*/ 67628 w 648652"/>
              <a:gd name="csY16" fmla="*/ 121920 h 647700"/>
              <a:gd name="csX17" fmla="*/ 91440 w 648652"/>
              <a:gd name="csY17" fmla="*/ 193358 h 647700"/>
              <a:gd name="csX18" fmla="*/ 66675 w 648652"/>
              <a:gd name="csY18" fmla="*/ 253365 h 647700"/>
              <a:gd name="csX19" fmla="*/ 0 w 648652"/>
              <a:gd name="csY19" fmla="*/ 285750 h 647700"/>
              <a:gd name="csX20" fmla="*/ 0 w 648652"/>
              <a:gd name="csY20" fmla="*/ 361950 h 647700"/>
              <a:gd name="csX21" fmla="*/ 66675 w 648652"/>
              <a:gd name="csY21" fmla="*/ 395288 h 647700"/>
              <a:gd name="csX22" fmla="*/ 91440 w 648652"/>
              <a:gd name="csY22" fmla="*/ 454343 h 647700"/>
              <a:gd name="csX23" fmla="*/ 67628 w 648652"/>
              <a:gd name="csY23" fmla="*/ 525780 h 647700"/>
              <a:gd name="csX24" fmla="*/ 121920 w 648652"/>
              <a:gd name="csY24" fmla="*/ 580073 h 647700"/>
              <a:gd name="csX25" fmla="*/ 193358 w 648652"/>
              <a:gd name="csY25" fmla="*/ 556260 h 647700"/>
              <a:gd name="csX26" fmla="*/ 253365 w 648652"/>
              <a:gd name="csY26" fmla="*/ 581025 h 647700"/>
              <a:gd name="csX27" fmla="*/ 286703 w 648652"/>
              <a:gd name="csY27" fmla="*/ 647700 h 647700"/>
              <a:gd name="csX28" fmla="*/ 362903 w 648652"/>
              <a:gd name="csY28" fmla="*/ 647700 h 647700"/>
              <a:gd name="csX29" fmla="*/ 396240 w 648652"/>
              <a:gd name="csY29" fmla="*/ 581025 h 647700"/>
              <a:gd name="csX30" fmla="*/ 455295 w 648652"/>
              <a:gd name="csY30" fmla="*/ 556260 h 647700"/>
              <a:gd name="csX31" fmla="*/ 526733 w 648652"/>
              <a:gd name="csY31" fmla="*/ 580073 h 647700"/>
              <a:gd name="csX32" fmla="*/ 581025 w 648652"/>
              <a:gd name="csY32" fmla="*/ 525780 h 647700"/>
              <a:gd name="csX33" fmla="*/ 557213 w 648652"/>
              <a:gd name="csY33" fmla="*/ 454343 h 647700"/>
              <a:gd name="csX34" fmla="*/ 581978 w 648652"/>
              <a:gd name="csY34" fmla="*/ 394335 h 647700"/>
              <a:gd name="csX35" fmla="*/ 648653 w 648652"/>
              <a:gd name="csY35" fmla="*/ 360998 h 647700"/>
              <a:gd name="csX36" fmla="*/ 648653 w 648652"/>
              <a:gd name="csY36" fmla="*/ 284798 h 647700"/>
              <a:gd name="csX37" fmla="*/ 581025 w 648652"/>
              <a:gd name="csY37" fmla="*/ 252413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648652" h="647700">
                <a:moveTo>
                  <a:pt x="323850" y="438150"/>
                </a:moveTo>
                <a:cubicBezTo>
                  <a:pt x="260985" y="438150"/>
                  <a:pt x="209550" y="386715"/>
                  <a:pt x="209550" y="323850"/>
                </a:cubicBezTo>
                <a:cubicBezTo>
                  <a:pt x="209550" y="260985"/>
                  <a:pt x="260985" y="209550"/>
                  <a:pt x="323850" y="209550"/>
                </a:cubicBezTo>
                <a:cubicBezTo>
                  <a:pt x="386715" y="209550"/>
                  <a:pt x="438150" y="260985"/>
                  <a:pt x="438150" y="323850"/>
                </a:cubicBezTo>
                <a:cubicBezTo>
                  <a:pt x="438150" y="386715"/>
                  <a:pt x="386715" y="438150"/>
                  <a:pt x="323850" y="438150"/>
                </a:cubicBezTo>
                <a:close/>
                <a:moveTo>
                  <a:pt x="581025" y="252413"/>
                </a:moveTo>
                <a:cubicBezTo>
                  <a:pt x="575310" y="231458"/>
                  <a:pt x="566738" y="211455"/>
                  <a:pt x="556260" y="193358"/>
                </a:cubicBezTo>
                <a:lnTo>
                  <a:pt x="580073" y="121920"/>
                </a:lnTo>
                <a:lnTo>
                  <a:pt x="525780" y="67628"/>
                </a:lnTo>
                <a:lnTo>
                  <a:pt x="454343" y="91440"/>
                </a:lnTo>
                <a:cubicBezTo>
                  <a:pt x="435293" y="80963"/>
                  <a:pt x="415290" y="72390"/>
                  <a:pt x="394335" y="66675"/>
                </a:cubicBezTo>
                <a:lnTo>
                  <a:pt x="361950" y="0"/>
                </a:lnTo>
                <a:lnTo>
                  <a:pt x="285750" y="0"/>
                </a:lnTo>
                <a:lnTo>
                  <a:pt x="252413" y="66675"/>
                </a:lnTo>
                <a:cubicBezTo>
                  <a:pt x="231458" y="72390"/>
                  <a:pt x="211455" y="80963"/>
                  <a:pt x="193358" y="91440"/>
                </a:cubicBezTo>
                <a:lnTo>
                  <a:pt x="121920" y="67628"/>
                </a:lnTo>
                <a:lnTo>
                  <a:pt x="67628" y="121920"/>
                </a:lnTo>
                <a:lnTo>
                  <a:pt x="91440" y="193358"/>
                </a:lnTo>
                <a:cubicBezTo>
                  <a:pt x="80963" y="212408"/>
                  <a:pt x="72390" y="232410"/>
                  <a:pt x="66675" y="253365"/>
                </a:cubicBezTo>
                <a:lnTo>
                  <a:pt x="0" y="285750"/>
                </a:lnTo>
                <a:lnTo>
                  <a:pt x="0" y="361950"/>
                </a:lnTo>
                <a:lnTo>
                  <a:pt x="66675" y="395288"/>
                </a:lnTo>
                <a:cubicBezTo>
                  <a:pt x="72390" y="416243"/>
                  <a:pt x="80963" y="436245"/>
                  <a:pt x="91440" y="454343"/>
                </a:cubicBezTo>
                <a:lnTo>
                  <a:pt x="67628" y="525780"/>
                </a:lnTo>
                <a:lnTo>
                  <a:pt x="121920" y="580073"/>
                </a:lnTo>
                <a:lnTo>
                  <a:pt x="193358" y="556260"/>
                </a:lnTo>
                <a:cubicBezTo>
                  <a:pt x="212408" y="566738"/>
                  <a:pt x="232410" y="575310"/>
                  <a:pt x="253365" y="581025"/>
                </a:cubicBezTo>
                <a:lnTo>
                  <a:pt x="286703" y="647700"/>
                </a:lnTo>
                <a:lnTo>
                  <a:pt x="362903" y="647700"/>
                </a:lnTo>
                <a:lnTo>
                  <a:pt x="396240" y="581025"/>
                </a:lnTo>
                <a:cubicBezTo>
                  <a:pt x="417195" y="575310"/>
                  <a:pt x="437198" y="566738"/>
                  <a:pt x="455295" y="556260"/>
                </a:cubicBezTo>
                <a:lnTo>
                  <a:pt x="526733" y="580073"/>
                </a:lnTo>
                <a:lnTo>
                  <a:pt x="581025" y="525780"/>
                </a:lnTo>
                <a:lnTo>
                  <a:pt x="557213" y="454343"/>
                </a:lnTo>
                <a:cubicBezTo>
                  <a:pt x="567690" y="435293"/>
                  <a:pt x="576263" y="415290"/>
                  <a:pt x="581978" y="394335"/>
                </a:cubicBezTo>
                <a:lnTo>
                  <a:pt x="648653" y="360998"/>
                </a:lnTo>
                <a:lnTo>
                  <a:pt x="648653" y="284798"/>
                </a:lnTo>
                <a:lnTo>
                  <a:pt x="581025" y="25241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2A6CF2F7-9916-7449-609B-B95CE4AAC16B}"/>
              </a:ext>
            </a:extLst>
          </p:cNvPr>
          <p:cNvGrpSpPr/>
          <p:nvPr/>
        </p:nvGrpSpPr>
        <p:grpSpPr>
          <a:xfrm>
            <a:off x="2521259" y="8564639"/>
            <a:ext cx="280633" cy="295122"/>
            <a:chOff x="7230961" y="4648200"/>
            <a:chExt cx="533400" cy="762000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AFB7206-2A04-C237-7603-11E620DD26BA}"/>
                </a:ext>
              </a:extLst>
            </p:cNvPr>
            <p:cNvSpPr/>
            <p:nvPr/>
          </p:nvSpPr>
          <p:spPr>
            <a:xfrm>
              <a:off x="7230961" y="4650105"/>
              <a:ext cx="57150" cy="76009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F4CD0B96-B692-8F03-44AF-88911CBB4B6C}"/>
                </a:ext>
              </a:extLst>
            </p:cNvPr>
            <p:cNvSpPr/>
            <p:nvPr/>
          </p:nvSpPr>
          <p:spPr>
            <a:xfrm>
              <a:off x="7326211" y="4648200"/>
              <a:ext cx="438150" cy="762000"/>
            </a:xfrm>
            <a:custGeom>
              <a:avLst/>
              <a:gdLst>
                <a:gd name="csX0" fmla="*/ 352425 w 438150"/>
                <a:gd name="csY0" fmla="*/ 285750 h 762000"/>
                <a:gd name="csX1" fmla="*/ 85725 w 438150"/>
                <a:gd name="csY1" fmla="*/ 285750 h 762000"/>
                <a:gd name="csX2" fmla="*/ 85725 w 438150"/>
                <a:gd name="csY2" fmla="*/ 228600 h 762000"/>
                <a:gd name="csX3" fmla="*/ 352425 w 438150"/>
                <a:gd name="csY3" fmla="*/ 228600 h 762000"/>
                <a:gd name="csX4" fmla="*/ 352425 w 438150"/>
                <a:gd name="csY4" fmla="*/ 285750 h 762000"/>
                <a:gd name="csX5" fmla="*/ 295275 w 438150"/>
                <a:gd name="csY5" fmla="*/ 381000 h 762000"/>
                <a:gd name="csX6" fmla="*/ 147638 w 438150"/>
                <a:gd name="csY6" fmla="*/ 381000 h 762000"/>
                <a:gd name="csX7" fmla="*/ 147638 w 438150"/>
                <a:gd name="csY7" fmla="*/ 342900 h 762000"/>
                <a:gd name="csX8" fmla="*/ 295275 w 438150"/>
                <a:gd name="csY8" fmla="*/ 342900 h 762000"/>
                <a:gd name="csX9" fmla="*/ 295275 w 438150"/>
                <a:gd name="csY9" fmla="*/ 381000 h 762000"/>
                <a:gd name="csX10" fmla="*/ 400050 w 438150"/>
                <a:gd name="csY10" fmla="*/ 0 h 762000"/>
                <a:gd name="csX11" fmla="*/ 0 w 438150"/>
                <a:gd name="csY11" fmla="*/ 1905 h 762000"/>
                <a:gd name="csX12" fmla="*/ 0 w 438150"/>
                <a:gd name="csY12" fmla="*/ 762000 h 762000"/>
                <a:gd name="csX13" fmla="*/ 400050 w 438150"/>
                <a:gd name="csY13" fmla="*/ 762000 h 762000"/>
                <a:gd name="csX14" fmla="*/ 438150 w 438150"/>
                <a:gd name="csY14" fmla="*/ 723900 h 762000"/>
                <a:gd name="csX15" fmla="*/ 438150 w 438150"/>
                <a:gd name="csY15" fmla="*/ 38100 h 762000"/>
                <a:gd name="csX16" fmla="*/ 400050 w 4381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438150" h="762000">
                  <a:moveTo>
                    <a:pt x="352425" y="285750"/>
                  </a:moveTo>
                  <a:lnTo>
                    <a:pt x="85725" y="285750"/>
                  </a:lnTo>
                  <a:lnTo>
                    <a:pt x="85725" y="228600"/>
                  </a:lnTo>
                  <a:lnTo>
                    <a:pt x="352425" y="228600"/>
                  </a:lnTo>
                  <a:lnTo>
                    <a:pt x="352425" y="285750"/>
                  </a:lnTo>
                  <a:close/>
                  <a:moveTo>
                    <a:pt x="295275" y="381000"/>
                  </a:moveTo>
                  <a:lnTo>
                    <a:pt x="147638" y="381000"/>
                  </a:lnTo>
                  <a:lnTo>
                    <a:pt x="147638" y="342900"/>
                  </a:lnTo>
                  <a:lnTo>
                    <a:pt x="295275" y="342900"/>
                  </a:lnTo>
                  <a:lnTo>
                    <a:pt x="295275" y="381000"/>
                  </a:lnTo>
                  <a:close/>
                  <a:moveTo>
                    <a:pt x="400050" y="0"/>
                  </a:moveTo>
                  <a:lnTo>
                    <a:pt x="0" y="1905"/>
                  </a:lnTo>
                  <a:lnTo>
                    <a:pt x="0" y="762000"/>
                  </a:lnTo>
                  <a:lnTo>
                    <a:pt x="400050" y="762000"/>
                  </a:lnTo>
                  <a:cubicBezTo>
                    <a:pt x="421005" y="762000"/>
                    <a:pt x="438150" y="744855"/>
                    <a:pt x="438150" y="723900"/>
                  </a:cubicBezTo>
                  <a:lnTo>
                    <a:pt x="438150" y="38100"/>
                  </a:lnTo>
                  <a:cubicBezTo>
                    <a:pt x="438150" y="17145"/>
                    <a:pt x="421005" y="0"/>
                    <a:pt x="400050" y="0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290EF5EA-0B50-A0E7-DA3B-A4A0FF0C5B8A}"/>
              </a:ext>
            </a:extLst>
          </p:cNvPr>
          <p:cNvGrpSpPr/>
          <p:nvPr/>
        </p:nvGrpSpPr>
        <p:grpSpPr>
          <a:xfrm>
            <a:off x="3901314" y="8564639"/>
            <a:ext cx="295122" cy="295122"/>
            <a:chOff x="4086962" y="8350256"/>
            <a:chExt cx="295122" cy="295122"/>
          </a:xfrm>
        </p:grpSpPr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96C3CF3D-3448-2F7F-83E1-3C53B49C7247}"/>
                </a:ext>
              </a:extLst>
            </p:cNvPr>
            <p:cNvSpPr/>
            <p:nvPr/>
          </p:nvSpPr>
          <p:spPr>
            <a:xfrm>
              <a:off x="4086962" y="8402336"/>
              <a:ext cx="295122" cy="243042"/>
            </a:xfrm>
            <a:custGeom>
              <a:avLst/>
              <a:gdLst>
                <a:gd name="csX0" fmla="*/ 590550 w 647700"/>
                <a:gd name="csY0" fmla="*/ 57150 h 533400"/>
                <a:gd name="csX1" fmla="*/ 590550 w 647700"/>
                <a:gd name="csY1" fmla="*/ 133350 h 533400"/>
                <a:gd name="csX2" fmla="*/ 514350 w 647700"/>
                <a:gd name="csY2" fmla="*/ 133350 h 533400"/>
                <a:gd name="csX3" fmla="*/ 514350 w 647700"/>
                <a:gd name="csY3" fmla="*/ 57150 h 533400"/>
                <a:gd name="csX4" fmla="*/ 590550 w 647700"/>
                <a:gd name="csY4" fmla="*/ 57150 h 533400"/>
                <a:gd name="csX5" fmla="*/ 57150 w 647700"/>
                <a:gd name="csY5" fmla="*/ 400050 h 533400"/>
                <a:gd name="csX6" fmla="*/ 133350 w 647700"/>
                <a:gd name="csY6" fmla="*/ 400050 h 533400"/>
                <a:gd name="csX7" fmla="*/ 133350 w 647700"/>
                <a:gd name="csY7" fmla="*/ 476250 h 533400"/>
                <a:gd name="csX8" fmla="*/ 57150 w 647700"/>
                <a:gd name="csY8" fmla="*/ 476250 h 533400"/>
                <a:gd name="csX9" fmla="*/ 57150 w 647700"/>
                <a:gd name="csY9" fmla="*/ 400050 h 533400"/>
                <a:gd name="csX10" fmla="*/ 247650 w 647700"/>
                <a:gd name="csY10" fmla="*/ 57150 h 533400"/>
                <a:gd name="csX11" fmla="*/ 247650 w 647700"/>
                <a:gd name="csY11" fmla="*/ 133350 h 533400"/>
                <a:gd name="csX12" fmla="*/ 171450 w 647700"/>
                <a:gd name="csY12" fmla="*/ 133350 h 533400"/>
                <a:gd name="csX13" fmla="*/ 171450 w 647700"/>
                <a:gd name="csY13" fmla="*/ 57150 h 533400"/>
                <a:gd name="csX14" fmla="*/ 247650 w 647700"/>
                <a:gd name="csY14" fmla="*/ 57150 h 533400"/>
                <a:gd name="csX15" fmla="*/ 361950 w 647700"/>
                <a:gd name="csY15" fmla="*/ 57150 h 533400"/>
                <a:gd name="csX16" fmla="*/ 361950 w 647700"/>
                <a:gd name="csY16" fmla="*/ 133350 h 533400"/>
                <a:gd name="csX17" fmla="*/ 285750 w 647700"/>
                <a:gd name="csY17" fmla="*/ 133350 h 533400"/>
                <a:gd name="csX18" fmla="*/ 285750 w 647700"/>
                <a:gd name="csY18" fmla="*/ 57150 h 533400"/>
                <a:gd name="csX19" fmla="*/ 361950 w 647700"/>
                <a:gd name="csY19" fmla="*/ 57150 h 533400"/>
                <a:gd name="csX20" fmla="*/ 476250 w 647700"/>
                <a:gd name="csY20" fmla="*/ 247650 h 533400"/>
                <a:gd name="csX21" fmla="*/ 400050 w 647700"/>
                <a:gd name="csY21" fmla="*/ 247650 h 533400"/>
                <a:gd name="csX22" fmla="*/ 400050 w 647700"/>
                <a:gd name="csY22" fmla="*/ 171450 h 533400"/>
                <a:gd name="csX23" fmla="*/ 476250 w 647700"/>
                <a:gd name="csY23" fmla="*/ 171450 h 533400"/>
                <a:gd name="csX24" fmla="*/ 476250 w 647700"/>
                <a:gd name="csY24" fmla="*/ 247650 h 533400"/>
                <a:gd name="csX25" fmla="*/ 514350 w 647700"/>
                <a:gd name="csY25" fmla="*/ 247650 h 533400"/>
                <a:gd name="csX26" fmla="*/ 514350 w 647700"/>
                <a:gd name="csY26" fmla="*/ 171450 h 533400"/>
                <a:gd name="csX27" fmla="*/ 590550 w 647700"/>
                <a:gd name="csY27" fmla="*/ 171450 h 533400"/>
                <a:gd name="csX28" fmla="*/ 590550 w 647700"/>
                <a:gd name="csY28" fmla="*/ 247650 h 533400"/>
                <a:gd name="csX29" fmla="*/ 514350 w 647700"/>
                <a:gd name="csY29" fmla="*/ 247650 h 533400"/>
                <a:gd name="csX30" fmla="*/ 514350 w 647700"/>
                <a:gd name="csY30" fmla="*/ 361950 h 533400"/>
                <a:gd name="csX31" fmla="*/ 514350 w 647700"/>
                <a:gd name="csY31" fmla="*/ 285750 h 533400"/>
                <a:gd name="csX32" fmla="*/ 590550 w 647700"/>
                <a:gd name="csY32" fmla="*/ 285750 h 533400"/>
                <a:gd name="csX33" fmla="*/ 590550 w 647700"/>
                <a:gd name="csY33" fmla="*/ 361950 h 533400"/>
                <a:gd name="csX34" fmla="*/ 514350 w 647700"/>
                <a:gd name="csY34" fmla="*/ 361950 h 533400"/>
                <a:gd name="csX35" fmla="*/ 285750 w 647700"/>
                <a:gd name="csY35" fmla="*/ 400050 h 533400"/>
                <a:gd name="csX36" fmla="*/ 361950 w 647700"/>
                <a:gd name="csY36" fmla="*/ 400050 h 533400"/>
                <a:gd name="csX37" fmla="*/ 361950 w 647700"/>
                <a:gd name="csY37" fmla="*/ 476250 h 533400"/>
                <a:gd name="csX38" fmla="*/ 285750 w 647700"/>
                <a:gd name="csY38" fmla="*/ 476250 h 533400"/>
                <a:gd name="csX39" fmla="*/ 285750 w 647700"/>
                <a:gd name="csY39" fmla="*/ 400050 h 533400"/>
                <a:gd name="csX40" fmla="*/ 247650 w 647700"/>
                <a:gd name="csY40" fmla="*/ 400050 h 533400"/>
                <a:gd name="csX41" fmla="*/ 247650 w 647700"/>
                <a:gd name="csY41" fmla="*/ 476250 h 533400"/>
                <a:gd name="csX42" fmla="*/ 171450 w 647700"/>
                <a:gd name="csY42" fmla="*/ 476250 h 533400"/>
                <a:gd name="csX43" fmla="*/ 171450 w 647700"/>
                <a:gd name="csY43" fmla="*/ 400050 h 533400"/>
                <a:gd name="csX44" fmla="*/ 247650 w 647700"/>
                <a:gd name="csY44" fmla="*/ 400050 h 533400"/>
                <a:gd name="csX45" fmla="*/ 171450 w 647700"/>
                <a:gd name="csY45" fmla="*/ 285750 h 533400"/>
                <a:gd name="csX46" fmla="*/ 247650 w 647700"/>
                <a:gd name="csY46" fmla="*/ 285750 h 533400"/>
                <a:gd name="csX47" fmla="*/ 247650 w 647700"/>
                <a:gd name="csY47" fmla="*/ 361950 h 533400"/>
                <a:gd name="csX48" fmla="*/ 171450 w 647700"/>
                <a:gd name="csY48" fmla="*/ 361950 h 533400"/>
                <a:gd name="csX49" fmla="*/ 171450 w 647700"/>
                <a:gd name="csY49" fmla="*/ 285750 h 533400"/>
                <a:gd name="csX50" fmla="*/ 133350 w 647700"/>
                <a:gd name="csY50" fmla="*/ 285750 h 533400"/>
                <a:gd name="csX51" fmla="*/ 133350 w 647700"/>
                <a:gd name="csY51" fmla="*/ 361950 h 533400"/>
                <a:gd name="csX52" fmla="*/ 57150 w 647700"/>
                <a:gd name="csY52" fmla="*/ 361950 h 533400"/>
                <a:gd name="csX53" fmla="*/ 57150 w 647700"/>
                <a:gd name="csY53" fmla="*/ 285750 h 533400"/>
                <a:gd name="csX54" fmla="*/ 133350 w 647700"/>
                <a:gd name="csY54" fmla="*/ 285750 h 533400"/>
                <a:gd name="csX55" fmla="*/ 133350 w 647700"/>
                <a:gd name="csY55" fmla="*/ 171450 h 533400"/>
                <a:gd name="csX56" fmla="*/ 133350 w 647700"/>
                <a:gd name="csY56" fmla="*/ 247650 h 533400"/>
                <a:gd name="csX57" fmla="*/ 57150 w 647700"/>
                <a:gd name="csY57" fmla="*/ 247650 h 533400"/>
                <a:gd name="csX58" fmla="*/ 57150 w 647700"/>
                <a:gd name="csY58" fmla="*/ 171450 h 533400"/>
                <a:gd name="csX59" fmla="*/ 133350 w 647700"/>
                <a:gd name="csY59" fmla="*/ 171450 h 533400"/>
                <a:gd name="csX60" fmla="*/ 247650 w 647700"/>
                <a:gd name="csY60" fmla="*/ 247650 h 533400"/>
                <a:gd name="csX61" fmla="*/ 171450 w 647700"/>
                <a:gd name="csY61" fmla="*/ 247650 h 533400"/>
                <a:gd name="csX62" fmla="*/ 171450 w 647700"/>
                <a:gd name="csY62" fmla="*/ 171450 h 533400"/>
                <a:gd name="csX63" fmla="*/ 247650 w 647700"/>
                <a:gd name="csY63" fmla="*/ 171450 h 533400"/>
                <a:gd name="csX64" fmla="*/ 247650 w 647700"/>
                <a:gd name="csY64" fmla="*/ 247650 h 533400"/>
                <a:gd name="csX65" fmla="*/ 285750 w 647700"/>
                <a:gd name="csY65" fmla="*/ 247650 h 533400"/>
                <a:gd name="csX66" fmla="*/ 285750 w 647700"/>
                <a:gd name="csY66" fmla="*/ 171450 h 533400"/>
                <a:gd name="csX67" fmla="*/ 361950 w 647700"/>
                <a:gd name="csY67" fmla="*/ 171450 h 533400"/>
                <a:gd name="csX68" fmla="*/ 361950 w 647700"/>
                <a:gd name="csY68" fmla="*/ 247650 h 533400"/>
                <a:gd name="csX69" fmla="*/ 285750 w 647700"/>
                <a:gd name="csY69" fmla="*/ 247650 h 533400"/>
                <a:gd name="csX70" fmla="*/ 361950 w 647700"/>
                <a:gd name="csY70" fmla="*/ 361950 h 533400"/>
                <a:gd name="csX71" fmla="*/ 285750 w 647700"/>
                <a:gd name="csY71" fmla="*/ 361950 h 533400"/>
                <a:gd name="csX72" fmla="*/ 285750 w 647700"/>
                <a:gd name="csY72" fmla="*/ 285750 h 533400"/>
                <a:gd name="csX73" fmla="*/ 361950 w 647700"/>
                <a:gd name="csY73" fmla="*/ 285750 h 533400"/>
                <a:gd name="csX74" fmla="*/ 361950 w 647700"/>
                <a:gd name="csY74" fmla="*/ 361950 h 533400"/>
                <a:gd name="csX75" fmla="*/ 400050 w 647700"/>
                <a:gd name="csY75" fmla="*/ 361950 h 533400"/>
                <a:gd name="csX76" fmla="*/ 400050 w 647700"/>
                <a:gd name="csY76" fmla="*/ 285750 h 533400"/>
                <a:gd name="csX77" fmla="*/ 476250 w 647700"/>
                <a:gd name="csY77" fmla="*/ 285750 h 533400"/>
                <a:gd name="csX78" fmla="*/ 476250 w 647700"/>
                <a:gd name="csY78" fmla="*/ 361950 h 533400"/>
                <a:gd name="csX79" fmla="*/ 400050 w 647700"/>
                <a:gd name="csY79" fmla="*/ 361950 h 533400"/>
                <a:gd name="csX80" fmla="*/ 476250 w 647700"/>
                <a:gd name="csY80" fmla="*/ 57150 h 533400"/>
                <a:gd name="csX81" fmla="*/ 476250 w 647700"/>
                <a:gd name="csY81" fmla="*/ 133350 h 533400"/>
                <a:gd name="csX82" fmla="*/ 400050 w 647700"/>
                <a:gd name="csY82" fmla="*/ 133350 h 533400"/>
                <a:gd name="csX83" fmla="*/ 400050 w 647700"/>
                <a:gd name="csY83" fmla="*/ 57150 h 533400"/>
                <a:gd name="csX84" fmla="*/ 476250 w 647700"/>
                <a:gd name="csY84" fmla="*/ 57150 h 533400"/>
                <a:gd name="csX85" fmla="*/ 0 w 647700"/>
                <a:gd name="csY85" fmla="*/ 0 h 533400"/>
                <a:gd name="csX86" fmla="*/ 0 w 647700"/>
                <a:gd name="csY86" fmla="*/ 533400 h 533400"/>
                <a:gd name="csX87" fmla="*/ 647700 w 647700"/>
                <a:gd name="csY87" fmla="*/ 533400 h 533400"/>
                <a:gd name="csX88" fmla="*/ 647700 w 647700"/>
                <a:gd name="csY88" fmla="*/ 0 h 533400"/>
                <a:gd name="csX89" fmla="*/ 0 w 647700"/>
                <a:gd name="csY89" fmla="*/ 0 h 533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</a:cxnLst>
              <a:rect l="l" t="t" r="r" b="b"/>
              <a:pathLst>
                <a:path w="647700" h="533400">
                  <a:moveTo>
                    <a:pt x="590550" y="57150"/>
                  </a:moveTo>
                  <a:lnTo>
                    <a:pt x="590550" y="133350"/>
                  </a:lnTo>
                  <a:lnTo>
                    <a:pt x="514350" y="133350"/>
                  </a:lnTo>
                  <a:lnTo>
                    <a:pt x="514350" y="57150"/>
                  </a:lnTo>
                  <a:lnTo>
                    <a:pt x="590550" y="57150"/>
                  </a:lnTo>
                  <a:close/>
                  <a:moveTo>
                    <a:pt x="57150" y="400050"/>
                  </a:moveTo>
                  <a:lnTo>
                    <a:pt x="133350" y="400050"/>
                  </a:lnTo>
                  <a:lnTo>
                    <a:pt x="133350" y="476250"/>
                  </a:lnTo>
                  <a:lnTo>
                    <a:pt x="57150" y="476250"/>
                  </a:lnTo>
                  <a:lnTo>
                    <a:pt x="57150" y="400050"/>
                  </a:lnTo>
                  <a:close/>
                  <a:moveTo>
                    <a:pt x="247650" y="57150"/>
                  </a:moveTo>
                  <a:lnTo>
                    <a:pt x="247650" y="133350"/>
                  </a:lnTo>
                  <a:lnTo>
                    <a:pt x="171450" y="133350"/>
                  </a:lnTo>
                  <a:lnTo>
                    <a:pt x="171450" y="57150"/>
                  </a:lnTo>
                  <a:lnTo>
                    <a:pt x="247650" y="57150"/>
                  </a:lnTo>
                  <a:close/>
                  <a:moveTo>
                    <a:pt x="361950" y="57150"/>
                  </a:moveTo>
                  <a:lnTo>
                    <a:pt x="361950" y="133350"/>
                  </a:lnTo>
                  <a:lnTo>
                    <a:pt x="285750" y="133350"/>
                  </a:lnTo>
                  <a:lnTo>
                    <a:pt x="285750" y="57150"/>
                  </a:lnTo>
                  <a:lnTo>
                    <a:pt x="361950" y="57150"/>
                  </a:lnTo>
                  <a:close/>
                  <a:moveTo>
                    <a:pt x="476250" y="247650"/>
                  </a:moveTo>
                  <a:lnTo>
                    <a:pt x="400050" y="247650"/>
                  </a:lnTo>
                  <a:lnTo>
                    <a:pt x="400050" y="171450"/>
                  </a:lnTo>
                  <a:lnTo>
                    <a:pt x="476250" y="171450"/>
                  </a:lnTo>
                  <a:lnTo>
                    <a:pt x="476250" y="247650"/>
                  </a:lnTo>
                  <a:close/>
                  <a:moveTo>
                    <a:pt x="514350" y="247650"/>
                  </a:moveTo>
                  <a:lnTo>
                    <a:pt x="514350" y="171450"/>
                  </a:lnTo>
                  <a:lnTo>
                    <a:pt x="590550" y="171450"/>
                  </a:lnTo>
                  <a:lnTo>
                    <a:pt x="590550" y="247650"/>
                  </a:lnTo>
                  <a:lnTo>
                    <a:pt x="514350" y="247650"/>
                  </a:lnTo>
                  <a:close/>
                  <a:moveTo>
                    <a:pt x="514350" y="361950"/>
                  </a:moveTo>
                  <a:lnTo>
                    <a:pt x="514350" y="285750"/>
                  </a:lnTo>
                  <a:lnTo>
                    <a:pt x="590550" y="285750"/>
                  </a:lnTo>
                  <a:lnTo>
                    <a:pt x="590550" y="361950"/>
                  </a:lnTo>
                  <a:lnTo>
                    <a:pt x="514350" y="361950"/>
                  </a:lnTo>
                  <a:close/>
                  <a:moveTo>
                    <a:pt x="285750" y="400050"/>
                  </a:moveTo>
                  <a:lnTo>
                    <a:pt x="361950" y="400050"/>
                  </a:lnTo>
                  <a:lnTo>
                    <a:pt x="361950" y="476250"/>
                  </a:lnTo>
                  <a:lnTo>
                    <a:pt x="285750" y="476250"/>
                  </a:lnTo>
                  <a:lnTo>
                    <a:pt x="285750" y="400050"/>
                  </a:lnTo>
                  <a:close/>
                  <a:moveTo>
                    <a:pt x="247650" y="400050"/>
                  </a:moveTo>
                  <a:lnTo>
                    <a:pt x="247650" y="476250"/>
                  </a:lnTo>
                  <a:lnTo>
                    <a:pt x="171450" y="476250"/>
                  </a:lnTo>
                  <a:lnTo>
                    <a:pt x="171450" y="400050"/>
                  </a:lnTo>
                  <a:lnTo>
                    <a:pt x="247650" y="400050"/>
                  </a:lnTo>
                  <a:close/>
                  <a:moveTo>
                    <a:pt x="171450" y="285750"/>
                  </a:moveTo>
                  <a:lnTo>
                    <a:pt x="247650" y="285750"/>
                  </a:lnTo>
                  <a:lnTo>
                    <a:pt x="247650" y="361950"/>
                  </a:lnTo>
                  <a:lnTo>
                    <a:pt x="171450" y="361950"/>
                  </a:lnTo>
                  <a:lnTo>
                    <a:pt x="171450" y="285750"/>
                  </a:lnTo>
                  <a:close/>
                  <a:moveTo>
                    <a:pt x="133350" y="285750"/>
                  </a:moveTo>
                  <a:lnTo>
                    <a:pt x="133350" y="361950"/>
                  </a:lnTo>
                  <a:lnTo>
                    <a:pt x="57150" y="361950"/>
                  </a:lnTo>
                  <a:lnTo>
                    <a:pt x="57150" y="285750"/>
                  </a:lnTo>
                  <a:lnTo>
                    <a:pt x="133350" y="285750"/>
                  </a:lnTo>
                  <a:close/>
                  <a:moveTo>
                    <a:pt x="133350" y="171450"/>
                  </a:moveTo>
                  <a:lnTo>
                    <a:pt x="133350" y="247650"/>
                  </a:lnTo>
                  <a:lnTo>
                    <a:pt x="57150" y="247650"/>
                  </a:lnTo>
                  <a:lnTo>
                    <a:pt x="57150" y="171450"/>
                  </a:lnTo>
                  <a:lnTo>
                    <a:pt x="133350" y="171450"/>
                  </a:lnTo>
                  <a:close/>
                  <a:moveTo>
                    <a:pt x="247650" y="247650"/>
                  </a:moveTo>
                  <a:lnTo>
                    <a:pt x="171450" y="247650"/>
                  </a:lnTo>
                  <a:lnTo>
                    <a:pt x="171450" y="171450"/>
                  </a:lnTo>
                  <a:lnTo>
                    <a:pt x="247650" y="171450"/>
                  </a:lnTo>
                  <a:lnTo>
                    <a:pt x="247650" y="247650"/>
                  </a:lnTo>
                  <a:close/>
                  <a:moveTo>
                    <a:pt x="285750" y="247650"/>
                  </a:moveTo>
                  <a:lnTo>
                    <a:pt x="285750" y="171450"/>
                  </a:lnTo>
                  <a:lnTo>
                    <a:pt x="361950" y="171450"/>
                  </a:lnTo>
                  <a:lnTo>
                    <a:pt x="361950" y="247650"/>
                  </a:lnTo>
                  <a:lnTo>
                    <a:pt x="285750" y="247650"/>
                  </a:lnTo>
                  <a:close/>
                  <a:moveTo>
                    <a:pt x="361950" y="361950"/>
                  </a:moveTo>
                  <a:lnTo>
                    <a:pt x="285750" y="361950"/>
                  </a:lnTo>
                  <a:lnTo>
                    <a:pt x="285750" y="285750"/>
                  </a:lnTo>
                  <a:lnTo>
                    <a:pt x="361950" y="285750"/>
                  </a:lnTo>
                  <a:lnTo>
                    <a:pt x="361950" y="361950"/>
                  </a:lnTo>
                  <a:close/>
                  <a:moveTo>
                    <a:pt x="400050" y="361950"/>
                  </a:moveTo>
                  <a:lnTo>
                    <a:pt x="400050" y="285750"/>
                  </a:lnTo>
                  <a:lnTo>
                    <a:pt x="476250" y="285750"/>
                  </a:lnTo>
                  <a:lnTo>
                    <a:pt x="476250" y="361950"/>
                  </a:lnTo>
                  <a:lnTo>
                    <a:pt x="400050" y="361950"/>
                  </a:lnTo>
                  <a:close/>
                  <a:moveTo>
                    <a:pt x="476250" y="57150"/>
                  </a:moveTo>
                  <a:lnTo>
                    <a:pt x="476250" y="133350"/>
                  </a:lnTo>
                  <a:lnTo>
                    <a:pt x="400050" y="133350"/>
                  </a:lnTo>
                  <a:lnTo>
                    <a:pt x="400050" y="57150"/>
                  </a:lnTo>
                  <a:lnTo>
                    <a:pt x="476250" y="57150"/>
                  </a:lnTo>
                  <a:close/>
                  <a:moveTo>
                    <a:pt x="0" y="0"/>
                  </a:moveTo>
                  <a:lnTo>
                    <a:pt x="0" y="533400"/>
                  </a:lnTo>
                  <a:lnTo>
                    <a:pt x="647700" y="533400"/>
                  </a:lnTo>
                  <a:lnTo>
                    <a:pt x="6477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5BED7E4D-6464-3E86-DCA0-DC7FCD648534}"/>
                </a:ext>
              </a:extLst>
            </p:cNvPr>
            <p:cNvSpPr/>
            <p:nvPr/>
          </p:nvSpPr>
          <p:spPr>
            <a:xfrm>
              <a:off x="4086962" y="8350256"/>
              <a:ext cx="295122" cy="3472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6034882-8445-0AC9-B82C-C0638E90CE31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94FDA7E-510A-90A2-58F1-B983242AFB4D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C2A25EF-410C-3AFA-2976-9000915F7DC2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F8516A0E-EDE8-C771-B6DC-CB09DA985F3C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7AEFCBC9-41B8-8E64-0C3E-CD8A25C7D8AC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661957D0-E273-236B-6B73-4FF3872AFA18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E9A9E7F8-68B1-83F8-89F0-2304D8ADA66D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타원 12">
            <a:extLst>
              <a:ext uri="{FF2B5EF4-FFF2-40B4-BE49-F238E27FC236}">
                <a16:creationId xmlns:a16="http://schemas.microsoft.com/office/drawing/2014/main" id="{B4FF7D88-119B-D9E5-ECE8-BE4C94B4B66A}"/>
              </a:ext>
            </a:extLst>
          </p:cNvPr>
          <p:cNvSpPr/>
          <p:nvPr/>
        </p:nvSpPr>
        <p:spPr>
          <a:xfrm>
            <a:off x="1126715" y="8209951"/>
            <a:ext cx="575732" cy="575732"/>
          </a:xfrm>
          <a:prstGeom prst="ellipse">
            <a:avLst/>
          </a:prstGeom>
          <a:solidFill>
            <a:srgbClr val="1E2D4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그래픽 15" descr="주택 윤곽선">
            <a:extLst>
              <a:ext uri="{FF2B5EF4-FFF2-40B4-BE49-F238E27FC236}">
                <a16:creationId xmlns:a16="http://schemas.microsoft.com/office/drawing/2014/main" id="{74996500-000B-408C-32A7-31390DE952A2}"/>
              </a:ext>
            </a:extLst>
          </p:cNvPr>
          <p:cNvSpPr>
            <a:spLocks/>
          </p:cNvSpPr>
          <p:nvPr/>
        </p:nvSpPr>
        <p:spPr>
          <a:xfrm>
            <a:off x="1267020" y="8350256"/>
            <a:ext cx="295122" cy="295122"/>
          </a:xfrm>
          <a:custGeom>
            <a:avLst/>
            <a:gdLst>
              <a:gd name="csX0" fmla="*/ 0 w 789298"/>
              <a:gd name="csY0" fmla="*/ 374885 h 699134"/>
              <a:gd name="csX1" fmla="*/ 61808 w 789298"/>
              <a:gd name="csY1" fmla="*/ 436683 h 699134"/>
              <a:gd name="csX2" fmla="*/ 108899 w 789298"/>
              <a:gd name="csY2" fmla="*/ 392087 h 699134"/>
              <a:gd name="csX3" fmla="*/ 108899 w 789298"/>
              <a:gd name="csY3" fmla="*/ 698906 h 699134"/>
              <a:gd name="csX4" fmla="*/ 347024 w 789298"/>
              <a:gd name="csY4" fmla="*/ 699002 h 699134"/>
              <a:gd name="csX5" fmla="*/ 347024 w 789298"/>
              <a:gd name="csY5" fmla="*/ 461172 h 699134"/>
              <a:gd name="csX6" fmla="*/ 442274 w 789298"/>
              <a:gd name="csY6" fmla="*/ 461172 h 699134"/>
              <a:gd name="csX7" fmla="*/ 442274 w 789298"/>
              <a:gd name="csY7" fmla="*/ 699040 h 699134"/>
              <a:gd name="csX8" fmla="*/ 680399 w 789298"/>
              <a:gd name="csY8" fmla="*/ 699135 h 699134"/>
              <a:gd name="csX9" fmla="*/ 680399 w 789298"/>
              <a:gd name="csY9" fmla="*/ 391687 h 699134"/>
              <a:gd name="csX10" fmla="*/ 727729 w 789298"/>
              <a:gd name="csY10" fmla="*/ 436455 h 699134"/>
              <a:gd name="csX11" fmla="*/ 789299 w 789298"/>
              <a:gd name="csY11" fmla="*/ 374894 h 699134"/>
              <a:gd name="csX12" fmla="*/ 394649 w 789298"/>
              <a:gd name="csY12" fmla="*/ 0 h 699134"/>
              <a:gd name="csX13" fmla="*/ 661349 w 789298"/>
              <a:gd name="csY13" fmla="*/ 680085 h 699134"/>
              <a:gd name="csX14" fmla="*/ 461324 w 789298"/>
              <a:gd name="csY14" fmla="*/ 679999 h 699134"/>
              <a:gd name="csX15" fmla="*/ 461324 w 789298"/>
              <a:gd name="csY15" fmla="*/ 442122 h 699134"/>
              <a:gd name="csX16" fmla="*/ 327974 w 789298"/>
              <a:gd name="csY16" fmla="*/ 442122 h 699134"/>
              <a:gd name="csX17" fmla="*/ 327974 w 789298"/>
              <a:gd name="csY17" fmla="*/ 679942 h 699134"/>
              <a:gd name="csX18" fmla="*/ 127949 w 789298"/>
              <a:gd name="csY18" fmla="*/ 679866 h 699134"/>
              <a:gd name="csX19" fmla="*/ 127949 w 789298"/>
              <a:gd name="csY19" fmla="*/ 374047 h 699134"/>
              <a:gd name="csX20" fmla="*/ 394649 w 789298"/>
              <a:gd name="csY20" fmla="*/ 121482 h 699134"/>
              <a:gd name="csX21" fmla="*/ 661349 w 789298"/>
              <a:gd name="csY21" fmla="*/ 373675 h 699134"/>
              <a:gd name="csX22" fmla="*/ 62170 w 789298"/>
              <a:gd name="csY22" fmla="*/ 410108 h 699134"/>
              <a:gd name="csX23" fmla="*/ 27299 w 789298"/>
              <a:gd name="csY23" fmla="*/ 375285 h 699134"/>
              <a:gd name="csX24" fmla="*/ 394649 w 789298"/>
              <a:gd name="csY24" fmla="*/ 26251 h 699134"/>
              <a:gd name="csX25" fmla="*/ 762000 w 789298"/>
              <a:gd name="csY25" fmla="*/ 375285 h 699134"/>
              <a:gd name="csX26" fmla="*/ 727358 w 789298"/>
              <a:gd name="csY26" fmla="*/ 409880 h 699134"/>
              <a:gd name="csX27" fmla="*/ 394649 w 789298"/>
              <a:gd name="csY27" fmla="*/ 95250 h 699134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394649 w 789299"/>
              <a:gd name="csY28" fmla="*/ 95250 h 699135"/>
              <a:gd name="csX29" fmla="*/ 62170 w 789299"/>
              <a:gd name="csY29" fmla="*/ 410108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62170 w 789299"/>
              <a:gd name="csY28" fmla="*/ 410108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394649 w 789299"/>
              <a:gd name="csY23" fmla="*/ 121482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27" fmla="*/ 486089 w 789299"/>
              <a:gd name="csY27" fmla="*/ 117691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28" fmla="*/ 490852 w 789299"/>
              <a:gd name="csY28" fmla="*/ 119279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661349 w 789299"/>
              <a:gd name="csY23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661349 w 789299"/>
              <a:gd name="csY22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661349 w 789299"/>
              <a:gd name="csY21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661349 w 789299"/>
              <a:gd name="csY20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661349 w 789299"/>
              <a:gd name="csY19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661349 w 789299"/>
              <a:gd name="csY18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0" fmla="*/ 762000 w 789299"/>
              <a:gd name="csY0" fmla="*/ 3752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762000 w 789299"/>
              <a:gd name="csY14" fmla="*/ 375285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89299" h="699135">
                <a:moveTo>
                  <a:pt x="0" y="374885"/>
                </a:moveTo>
                <a:lnTo>
                  <a:pt x="61808" y="436683"/>
                </a:lnTo>
                <a:lnTo>
                  <a:pt x="108899" y="392087"/>
                </a:lnTo>
                <a:lnTo>
                  <a:pt x="108899" y="698906"/>
                </a:lnTo>
                <a:lnTo>
                  <a:pt x="347024" y="699002"/>
                </a:lnTo>
                <a:lnTo>
                  <a:pt x="347024" y="461172"/>
                </a:lnTo>
                <a:lnTo>
                  <a:pt x="442274" y="461172"/>
                </a:lnTo>
                <a:lnTo>
                  <a:pt x="442274" y="699040"/>
                </a:lnTo>
                <a:lnTo>
                  <a:pt x="680399" y="699135"/>
                </a:lnTo>
                <a:lnTo>
                  <a:pt x="680399" y="391687"/>
                </a:lnTo>
                <a:lnTo>
                  <a:pt x="727729" y="436455"/>
                </a:lnTo>
                <a:lnTo>
                  <a:pt x="789299" y="374894"/>
                </a:lnTo>
                <a:lnTo>
                  <a:pt x="394649" y="0"/>
                </a:lnTo>
                <a:lnTo>
                  <a:pt x="0" y="374885"/>
                </a:lnTo>
                <a:close/>
              </a:path>
            </a:pathLst>
          </a:custGeom>
          <a:solidFill>
            <a:srgbClr val="FAF8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536C06-1ECE-0CC7-4F43-A304A37E539B}"/>
              </a:ext>
            </a:extLst>
          </p:cNvPr>
          <p:cNvSpPr txBox="1"/>
          <p:nvPr/>
        </p:nvSpPr>
        <p:spPr>
          <a:xfrm>
            <a:off x="519764" y="611188"/>
            <a:ext cx="58184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Setting</a:t>
            </a:r>
            <a:endParaRPr lang="ko-KR" altLang="en-US" sz="6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7300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929DACA-1948-4C6A-AC4F-A8DB9F443F7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cb5c456-d79f-4e99-8698-fce3db2fef8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241</TotalTime>
  <Words>108</Words>
  <Application>Microsoft Office PowerPoint</Application>
  <PresentationFormat>화면 슬라이드 쇼(4:3)</PresentationFormat>
  <Paragraphs>101</Paragraphs>
  <Slides>7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Pretendard Medium</vt:lpstr>
      <vt:lpstr>맑은 고딕</vt:lpstr>
      <vt:lpstr>Aptos</vt:lpstr>
      <vt:lpstr>Aptos Display</vt:lpstr>
      <vt:lpstr>Arial</vt:lpstr>
      <vt:lpstr>Cavorting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젤 이</dc:creator>
  <cp:lastModifiedBy>젤 이</cp:lastModifiedBy>
  <cp:revision>5</cp:revision>
  <dcterms:created xsi:type="dcterms:W3CDTF">2026-08-13T10:59:55Z</dcterms:created>
  <dcterms:modified xsi:type="dcterms:W3CDTF">2026-08-13T15:01:29Z</dcterms:modified>
</cp:coreProperties>
</file>