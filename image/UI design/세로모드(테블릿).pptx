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60" r:id="rId2"/>
    <p:sldId id="262" r:id="rId3"/>
    <p:sldId id="279" r:id="rId4"/>
    <p:sldId id="272" r:id="rId5"/>
    <p:sldId id="273" r:id="rId6"/>
    <p:sldId id="277" r:id="rId7"/>
    <p:sldId id="278" r:id="rId8"/>
    <p:sldId id="264" r:id="rId9"/>
    <p:sldId id="263" r:id="rId10"/>
    <p:sldId id="256" r:id="rId11"/>
    <p:sldId id="258" r:id="rId12"/>
    <p:sldId id="274" r:id="rId13"/>
    <p:sldId id="275" r:id="rId14"/>
    <p:sldId id="265" r:id="rId15"/>
    <p:sldId id="276" r:id="rId16"/>
    <p:sldId id="280" r:id="rId17"/>
    <p:sldId id="281" r:id="rId18"/>
  </p:sldIdLst>
  <p:sldSz cx="5129213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온보딩" id="{48178709-3278-4FD5-85FB-2C03F70506E3}">
          <p14:sldIdLst>
            <p14:sldId id="260"/>
          </p14:sldIdLst>
        </p14:section>
        <p14:section name="홈" id="{00723424-3A4C-496E-9278-A4CF77578AEB}">
          <p14:sldIdLst>
            <p14:sldId id="262"/>
            <p14:sldId id="279"/>
            <p14:sldId id="272"/>
            <p14:sldId id="273"/>
            <p14:sldId id="277"/>
            <p14:sldId id="278"/>
          </p14:sldIdLst>
        </p14:section>
        <p14:section name="스케치북" id="{B62597EA-61DD-4BC4-9CD0-9B77CFCD9DC5}">
          <p14:sldIdLst>
            <p14:sldId id="264"/>
          </p14:sldIdLst>
        </p14:section>
        <p14:section name="일기달력" id="{40276003-960B-4DAA-AF4C-ECC48D2AF482}">
          <p14:sldIdLst>
            <p14:sldId id="263"/>
            <p14:sldId id="256"/>
            <p14:sldId id="258"/>
            <p14:sldId id="274"/>
            <p14:sldId id="275"/>
          </p14:sldIdLst>
        </p14:section>
        <p14:section name="설정" id="{E489BDBA-25D2-4B6C-B70F-78AB747A615B}">
          <p14:sldIdLst>
            <p14:sldId id="265"/>
            <p14:sldId id="276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66B"/>
    <a:srgbClr val="FAF8F4"/>
    <a:srgbClr val="BD341D"/>
    <a:srgbClr val="952917"/>
    <a:srgbClr val="E05036"/>
    <a:srgbClr val="305683"/>
    <a:srgbClr val="825A00"/>
    <a:srgbClr val="E7A400"/>
    <a:srgbClr val="FFBF2A"/>
    <a:srgbClr val="1E2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5" autoAdjust="0"/>
    <p:restoredTop sz="95548" autoAdjust="0"/>
  </p:normalViewPr>
  <p:slideViewPr>
    <p:cSldViewPr snapToGrid="0" showGuides="1">
      <p:cViewPr>
        <p:scale>
          <a:sx n="66" d="100"/>
          <a:sy n="66" d="100"/>
        </p:scale>
        <p:origin x="2388" y="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BE790-B84C-4C6E-90A5-3ECCE5FA4BA5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ACBE7-A3C7-4D2D-9065-22E41D6FE4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24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1pPr>
    <a:lvl2pPr marL="341944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2pPr>
    <a:lvl3pPr marL="683889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3pPr>
    <a:lvl4pPr marL="1025833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4pPr>
    <a:lvl5pPr marL="1367777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5pPr>
    <a:lvl6pPr marL="1709721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6pPr>
    <a:lvl7pPr marL="2051665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7pPr>
    <a:lvl8pPr marL="2393610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8pPr>
    <a:lvl9pPr marL="2735555" algn="l" defTabSz="683889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3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8B10-BF76-680C-D7A3-0CD5D01B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9EA636-5586-29E5-8A56-EA53A71DD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CE10A1-7E18-97D7-B801-9D9A2C7C9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EBE6B-D24F-F5EC-8C18-3CAFA44A7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206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43ED-C439-DF77-5CEB-87F675B4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FFF461-39B1-75C6-6578-644F37A67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D13431-5528-8684-09C5-1789A3819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77338D-1811-CDF6-62EE-FFB8CBA9C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403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3FF5B-D595-04C7-BE30-2B9F67F70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A4D78F-AF88-83C0-3787-193CEB0EF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543185-9B73-CF45-8DAE-0C9A0061F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D4DFD1-B472-ED91-7E82-7BC66CED8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828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2A6B-E778-90F9-0018-CAB190FB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7D5461-ED52-F209-81B9-3F3B08365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EFD78E-4067-BECD-4542-AD5632323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6DC865-8CBB-8555-B48A-B078573E8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052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6CCD-FFC2-F838-3A78-1DB7BA61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AE4CD2-2AD4-9561-86B1-82E733F5E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AB0EBC-2FCC-C728-0AE7-7DDF00F5C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680987-8B69-28E0-8A8F-235B3C461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7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FA08-1F85-D88D-7B90-73B1E7DC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249608-6559-F4E6-2625-3BBB1DA78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DD7323-4144-140F-1CD1-77EDF3D96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FA68DF-E14C-2144-D002-A5C52CF67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970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4418-7ABC-8191-9F4B-78A0BAE46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C64C2C-0003-DA65-A186-B0A2D9D2F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4267E2-9190-6066-BCB9-1AA942DE2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4FD914-1E74-5E4C-FE42-CE9D2AD0C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152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81B4C-6ABC-19D0-FBFC-FF3DBCDB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9FC2F1-9606-F789-FA80-1CC882D53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23796F-61AE-3315-5E4B-572B68399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0BD5FE-F141-B21F-1134-78343EDF6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007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8F82-45EF-259D-F5BD-8422D892E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38E881-2DA6-CB9A-E01C-FED8592B4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288AB-AFE7-CE70-B480-6B0C24F22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FDFA79-4E9B-85E1-BEDA-763D7E2B4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899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0DD9-46DB-42A4-8AA6-1F7C1C87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2C6F22-B733-0415-5857-FB219C476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7BCB6-78E4-1FFA-B80E-9C67FED1E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1D3F9-6C37-1782-0F19-FE322D68D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149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2609-3E4C-FD2A-9808-3F0A05AC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0C5125-12B8-E837-CE9C-6EE7BAB98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13140B-ECBB-DA16-739A-2B4519997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05ABA5-8F61-31B9-E52E-FFB06F68C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808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BEBF-D3CE-CAAE-42F9-14E77A0D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BC3726-A72E-1D9E-142D-6CF412B58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D5DFC2-B530-A743-BDAF-1819CEEDD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6300F9-3F37-A3FB-453F-01CED89B1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850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E7DEA5D8-81BF-7C30-EAE4-4094ECC55A34}"/>
              </a:ext>
            </a:extLst>
          </p:cNvPr>
          <p:cNvSpPr/>
          <p:nvPr userDrawn="1"/>
        </p:nvSpPr>
        <p:spPr>
          <a:xfrm rot="16200000">
            <a:off x="-3163889" y="3163887"/>
            <a:ext cx="6840542" cy="512764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endParaRPr lang="en-US" altLang="ko-KR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C1DD5C-AC3A-3199-D944-B02171CC1C1E}"/>
              </a:ext>
            </a:extLst>
          </p:cNvPr>
          <p:cNvSpPr/>
          <p:nvPr userDrawn="1"/>
        </p:nvSpPr>
        <p:spPr>
          <a:xfrm>
            <a:off x="512763" y="0"/>
            <a:ext cx="4103686" cy="468314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상단여백</a:t>
            </a:r>
            <a:r>
              <a:rPr lang="en-US" altLang="ko-KR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63.5dp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07BCE8C-C8C8-8DCD-D896-DF6E867723FD}"/>
              </a:ext>
            </a:extLst>
          </p:cNvPr>
          <p:cNvSpPr/>
          <p:nvPr userDrawn="1"/>
        </p:nvSpPr>
        <p:spPr>
          <a:xfrm>
            <a:off x="512762" y="6516688"/>
            <a:ext cx="4103688" cy="323850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하단여백</a:t>
            </a:r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45dp</a:t>
            </a:r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8ECAB08-CAFE-1E24-C34A-FF91510B7812}"/>
              </a:ext>
            </a:extLst>
          </p:cNvPr>
          <p:cNvSpPr/>
          <p:nvPr userDrawn="1"/>
        </p:nvSpPr>
        <p:spPr>
          <a:xfrm>
            <a:off x="512762" y="468313"/>
            <a:ext cx="4103687" cy="792162"/>
          </a:xfrm>
          <a:prstGeom prst="roundRect">
            <a:avLst>
              <a:gd name="adj" fmla="val 0"/>
            </a:avLst>
          </a:prstGeom>
          <a:solidFill>
            <a:srgbClr val="ABBCA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타이틀 영역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95868F0-B245-D2B2-1622-D3AC9072EC52}"/>
              </a:ext>
            </a:extLst>
          </p:cNvPr>
          <p:cNvSpPr/>
          <p:nvPr userDrawn="1"/>
        </p:nvSpPr>
        <p:spPr>
          <a:xfrm>
            <a:off x="512762" y="1908175"/>
            <a:ext cx="4103687" cy="3960813"/>
          </a:xfrm>
          <a:prstGeom prst="roundRect">
            <a:avLst>
              <a:gd name="adj" fmla="val 0"/>
            </a:avLst>
          </a:prstGeom>
          <a:solidFill>
            <a:srgbClr val="ABBCA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본문영역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792CCFA-AD10-ED3E-2DE4-64E3FD4A45FD}"/>
              </a:ext>
            </a:extLst>
          </p:cNvPr>
          <p:cNvSpPr/>
          <p:nvPr userDrawn="1"/>
        </p:nvSpPr>
        <p:spPr>
          <a:xfrm rot="10800000" flipV="1">
            <a:off x="512762" y="1620837"/>
            <a:ext cx="4103688" cy="287338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endParaRPr lang="ko-KR" altLang="en-US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81ECAA-3BE5-B9D5-F300-17CCAD977396}"/>
              </a:ext>
            </a:extLst>
          </p:cNvPr>
          <p:cNvSpPr/>
          <p:nvPr userDrawn="1"/>
        </p:nvSpPr>
        <p:spPr>
          <a:xfrm>
            <a:off x="512763" y="1260475"/>
            <a:ext cx="4103688" cy="360363"/>
          </a:xfrm>
          <a:prstGeom prst="rect">
            <a:avLst/>
          </a:prstGeom>
          <a:solidFill>
            <a:srgbClr val="85858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버튼영역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0D5526-40B4-1E36-751B-53CB05E0A578}"/>
              </a:ext>
            </a:extLst>
          </p:cNvPr>
          <p:cNvSpPr/>
          <p:nvPr userDrawn="1"/>
        </p:nvSpPr>
        <p:spPr>
          <a:xfrm>
            <a:off x="512763" y="6156325"/>
            <a:ext cx="4103688" cy="360363"/>
          </a:xfrm>
          <a:prstGeom prst="rect">
            <a:avLst/>
          </a:prstGeom>
          <a:solidFill>
            <a:srgbClr val="85858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네비게이년</a:t>
            </a:r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바 영역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01C8D8E-9828-6E7B-C54B-E37D324F37A6}"/>
              </a:ext>
            </a:extLst>
          </p:cNvPr>
          <p:cNvSpPr/>
          <p:nvPr userDrawn="1"/>
        </p:nvSpPr>
        <p:spPr>
          <a:xfrm rot="10800000" flipV="1">
            <a:off x="512762" y="5868987"/>
            <a:ext cx="4103688" cy="287338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6A47A22-D4F0-3816-6565-6B93EEF5D104}"/>
              </a:ext>
            </a:extLst>
          </p:cNvPr>
          <p:cNvSpPr/>
          <p:nvPr userDrawn="1"/>
        </p:nvSpPr>
        <p:spPr>
          <a:xfrm rot="16200000">
            <a:off x="1452561" y="3163887"/>
            <a:ext cx="6840542" cy="512764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endParaRPr lang="en-US" altLang="ko-KR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6500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5" userDrawn="1">
          <p15:clr>
            <a:srgbClr val="FBAE40"/>
          </p15:clr>
        </p15:guide>
        <p15:guide id="2" pos="1616" userDrawn="1">
          <p15:clr>
            <a:srgbClr val="FBAE40"/>
          </p15:clr>
        </p15:guide>
        <p15:guide id="3" pos="323" userDrawn="1">
          <p15:clr>
            <a:srgbClr val="FBAE40"/>
          </p15:clr>
        </p15:guide>
        <p15:guide id="4" pos="2908" userDrawn="1">
          <p15:clr>
            <a:srgbClr val="FBAE40"/>
          </p15:clr>
        </p15:guide>
        <p15:guide id="6" orient="horz" pos="794" userDrawn="1">
          <p15:clr>
            <a:srgbClr val="FBAE40"/>
          </p15:clr>
        </p15:guide>
        <p15:guide id="9" orient="horz" pos="4105" userDrawn="1">
          <p15:clr>
            <a:srgbClr val="FBAE40"/>
          </p15:clr>
        </p15:guide>
        <p15:guide id="10" orient="horz" pos="295" userDrawn="1">
          <p15:clr>
            <a:srgbClr val="FBAE40"/>
          </p15:clr>
        </p15:guide>
        <p15:guide id="11" orient="horz" pos="1021" userDrawn="1">
          <p15:clr>
            <a:srgbClr val="FBAE40"/>
          </p15:clr>
        </p15:guide>
        <p15:guide id="12" orient="horz" pos="1202" userDrawn="1">
          <p15:clr>
            <a:srgbClr val="FBAE40"/>
          </p15:clr>
        </p15:guide>
        <p15:guide id="13" orient="horz" pos="3878" userDrawn="1">
          <p15:clr>
            <a:srgbClr val="FBAE40"/>
          </p15:clr>
        </p15:guide>
        <p15:guide id="14" orient="horz" pos="36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48D54A2-7C69-04BB-DF05-B070B3047161}"/>
              </a:ext>
            </a:extLst>
          </p:cNvPr>
          <p:cNvSpPr/>
          <p:nvPr userDrawn="1"/>
        </p:nvSpPr>
        <p:spPr>
          <a:xfrm>
            <a:off x="5377575" y="944468"/>
            <a:ext cx="766682" cy="784680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CA10CD-404C-57E3-B1B5-A2CF52D4AE23}"/>
              </a:ext>
            </a:extLst>
          </p:cNvPr>
          <p:cNvSpPr/>
          <p:nvPr userDrawn="1"/>
        </p:nvSpPr>
        <p:spPr>
          <a:xfrm>
            <a:off x="5377575" y="3775485"/>
            <a:ext cx="766682" cy="784680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C9CAA7-6E8C-8AFD-8C9E-FB5AC304A86E}"/>
              </a:ext>
            </a:extLst>
          </p:cNvPr>
          <p:cNvSpPr/>
          <p:nvPr userDrawn="1"/>
        </p:nvSpPr>
        <p:spPr>
          <a:xfrm>
            <a:off x="5377575" y="4719159"/>
            <a:ext cx="766682" cy="78468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F453C6-F9EF-59DA-4023-C274B08C5174}"/>
              </a:ext>
            </a:extLst>
          </p:cNvPr>
          <p:cNvSpPr/>
          <p:nvPr userDrawn="1"/>
        </p:nvSpPr>
        <p:spPr>
          <a:xfrm>
            <a:off x="5377575" y="1888140"/>
            <a:ext cx="766682" cy="784680"/>
          </a:xfrm>
          <a:prstGeom prst="rect">
            <a:avLst/>
          </a:prstGeom>
          <a:solidFill>
            <a:srgbClr val="E6E9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6864AE-17D3-252F-EC55-DA2ADEFA68B3}"/>
              </a:ext>
            </a:extLst>
          </p:cNvPr>
          <p:cNvSpPr/>
          <p:nvPr userDrawn="1"/>
        </p:nvSpPr>
        <p:spPr>
          <a:xfrm>
            <a:off x="5377575" y="795"/>
            <a:ext cx="766682" cy="784680"/>
          </a:xfrm>
          <a:prstGeom prst="rect">
            <a:avLst/>
          </a:prstGeom>
          <a:solidFill>
            <a:srgbClr val="CFC0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E5D53A-049F-E1F7-60BE-0BDAFD24EE1E}"/>
              </a:ext>
            </a:extLst>
          </p:cNvPr>
          <p:cNvSpPr/>
          <p:nvPr userDrawn="1"/>
        </p:nvSpPr>
        <p:spPr>
          <a:xfrm>
            <a:off x="5377575" y="2831813"/>
            <a:ext cx="766682" cy="784680"/>
          </a:xfrm>
          <a:prstGeom prst="rect">
            <a:avLst/>
          </a:prstGeom>
          <a:solidFill>
            <a:srgbClr val="1D2E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7DEA5D8-81BF-7C30-EAE4-4094ECC55A34}"/>
              </a:ext>
            </a:extLst>
          </p:cNvPr>
          <p:cNvSpPr/>
          <p:nvPr userDrawn="1"/>
        </p:nvSpPr>
        <p:spPr>
          <a:xfrm rot="16200000">
            <a:off x="-2947988" y="2947986"/>
            <a:ext cx="6408740" cy="512764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endParaRPr lang="en-US" altLang="ko-KR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C1DD5C-AC3A-3199-D944-B02171CC1C1E}"/>
              </a:ext>
            </a:extLst>
          </p:cNvPr>
          <p:cNvSpPr/>
          <p:nvPr userDrawn="1"/>
        </p:nvSpPr>
        <p:spPr>
          <a:xfrm>
            <a:off x="512763" y="0"/>
            <a:ext cx="4103686" cy="468314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상단여백</a:t>
            </a:r>
            <a:r>
              <a:rPr lang="en-US" altLang="ko-KR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63.5dp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8ECAB08-CAFE-1E24-C34A-FF91510B7812}"/>
              </a:ext>
            </a:extLst>
          </p:cNvPr>
          <p:cNvSpPr/>
          <p:nvPr userDrawn="1"/>
        </p:nvSpPr>
        <p:spPr>
          <a:xfrm>
            <a:off x="512762" y="468313"/>
            <a:ext cx="4103687" cy="792162"/>
          </a:xfrm>
          <a:prstGeom prst="roundRect">
            <a:avLst>
              <a:gd name="adj" fmla="val 0"/>
            </a:avLst>
          </a:prstGeom>
          <a:solidFill>
            <a:srgbClr val="ABBCA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타이틀 영역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95868F0-B245-D2B2-1622-D3AC9072EC52}"/>
              </a:ext>
            </a:extLst>
          </p:cNvPr>
          <p:cNvSpPr/>
          <p:nvPr userDrawn="1"/>
        </p:nvSpPr>
        <p:spPr>
          <a:xfrm>
            <a:off x="512762" y="1908175"/>
            <a:ext cx="4103687" cy="4500563"/>
          </a:xfrm>
          <a:prstGeom prst="roundRect">
            <a:avLst>
              <a:gd name="adj" fmla="val 0"/>
            </a:avLst>
          </a:prstGeom>
          <a:solidFill>
            <a:srgbClr val="ABBCA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본문영역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792CCFA-AD10-ED3E-2DE4-64E3FD4A45FD}"/>
              </a:ext>
            </a:extLst>
          </p:cNvPr>
          <p:cNvSpPr/>
          <p:nvPr userDrawn="1"/>
        </p:nvSpPr>
        <p:spPr>
          <a:xfrm rot="10800000" flipV="1">
            <a:off x="512762" y="1620837"/>
            <a:ext cx="4103688" cy="287338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endParaRPr lang="ko-KR" altLang="en-US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81ECAA-3BE5-B9D5-F300-17CCAD977396}"/>
              </a:ext>
            </a:extLst>
          </p:cNvPr>
          <p:cNvSpPr/>
          <p:nvPr userDrawn="1"/>
        </p:nvSpPr>
        <p:spPr>
          <a:xfrm>
            <a:off x="512763" y="1260475"/>
            <a:ext cx="4103688" cy="360363"/>
          </a:xfrm>
          <a:prstGeom prst="rect">
            <a:avLst/>
          </a:prstGeom>
          <a:solidFill>
            <a:srgbClr val="85858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버튼영역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0D5526-40B4-1E36-751B-53CB05E0A578}"/>
              </a:ext>
            </a:extLst>
          </p:cNvPr>
          <p:cNvSpPr/>
          <p:nvPr userDrawn="1"/>
        </p:nvSpPr>
        <p:spPr>
          <a:xfrm>
            <a:off x="1" y="6408739"/>
            <a:ext cx="5129212" cy="431800"/>
          </a:xfrm>
          <a:prstGeom prst="rect">
            <a:avLst/>
          </a:prstGeom>
          <a:solidFill>
            <a:srgbClr val="85858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ko-KR" altLang="en-US" sz="1200" kern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네비게이년</a:t>
            </a:r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바 영역 </a:t>
            </a:r>
            <a:r>
              <a:rPr lang="en-US" altLang="ko-KR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60dp</a:t>
            </a:r>
            <a:endParaRPr lang="ko-KR" altLang="en-US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6A47A22-D4F0-3816-6565-6B93EEF5D104}"/>
              </a:ext>
            </a:extLst>
          </p:cNvPr>
          <p:cNvSpPr/>
          <p:nvPr userDrawn="1"/>
        </p:nvSpPr>
        <p:spPr>
          <a:xfrm rot="16200000">
            <a:off x="1668462" y="2947986"/>
            <a:ext cx="6408740" cy="512764"/>
          </a:xfrm>
          <a:prstGeom prst="rect">
            <a:avLst/>
          </a:prstGeom>
          <a:solidFill>
            <a:srgbClr val="CFC0B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endParaRPr lang="en-US" altLang="ko-KR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1BC7B6-4614-C5D8-9F0A-368207AF8D87}"/>
              </a:ext>
            </a:extLst>
          </p:cNvPr>
          <p:cNvSpPr/>
          <p:nvPr userDrawn="1"/>
        </p:nvSpPr>
        <p:spPr>
          <a:xfrm>
            <a:off x="514655" y="6462746"/>
            <a:ext cx="162000" cy="162000"/>
          </a:xfrm>
          <a:prstGeom prst="rect">
            <a:avLst/>
          </a:prstGeom>
          <a:solidFill>
            <a:srgbClr val="1D2E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4714F7-6DB3-A334-3506-87EDCC422B5A}"/>
              </a:ext>
            </a:extLst>
          </p:cNvPr>
          <p:cNvSpPr/>
          <p:nvPr userDrawn="1"/>
        </p:nvSpPr>
        <p:spPr>
          <a:xfrm>
            <a:off x="1497560" y="6461123"/>
            <a:ext cx="162000" cy="162000"/>
          </a:xfrm>
          <a:prstGeom prst="rect">
            <a:avLst/>
          </a:prstGeom>
          <a:solidFill>
            <a:srgbClr val="1D2E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BDC7B4-2463-58B4-F0DD-41D6CA98F4F2}"/>
              </a:ext>
            </a:extLst>
          </p:cNvPr>
          <p:cNvSpPr/>
          <p:nvPr userDrawn="1"/>
        </p:nvSpPr>
        <p:spPr>
          <a:xfrm>
            <a:off x="2480465" y="6461123"/>
            <a:ext cx="162000" cy="162000"/>
          </a:xfrm>
          <a:prstGeom prst="rect">
            <a:avLst/>
          </a:prstGeom>
          <a:solidFill>
            <a:srgbClr val="1D2E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9D1F98-8B0D-C956-D85F-DAFED3008619}"/>
              </a:ext>
            </a:extLst>
          </p:cNvPr>
          <p:cNvSpPr/>
          <p:nvPr userDrawn="1"/>
        </p:nvSpPr>
        <p:spPr>
          <a:xfrm>
            <a:off x="3463371" y="6461123"/>
            <a:ext cx="162000" cy="162000"/>
          </a:xfrm>
          <a:prstGeom prst="rect">
            <a:avLst/>
          </a:prstGeom>
          <a:solidFill>
            <a:srgbClr val="1D2E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3A5CDA-893E-3998-E02C-32620D34B247}"/>
              </a:ext>
            </a:extLst>
          </p:cNvPr>
          <p:cNvSpPr/>
          <p:nvPr userDrawn="1"/>
        </p:nvSpPr>
        <p:spPr>
          <a:xfrm>
            <a:off x="4446277" y="6461123"/>
            <a:ext cx="162000" cy="162000"/>
          </a:xfrm>
          <a:prstGeom prst="rect">
            <a:avLst/>
          </a:prstGeom>
          <a:solidFill>
            <a:srgbClr val="1D2E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B3A900-F97A-EA5C-A991-88E2A010E465}"/>
              </a:ext>
            </a:extLst>
          </p:cNvPr>
          <p:cNvSpPr txBox="1"/>
          <p:nvPr userDrawn="1"/>
        </p:nvSpPr>
        <p:spPr>
          <a:xfrm>
            <a:off x="-1574567" y="6353526"/>
            <a:ext cx="1575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457200" rtl="0" eaLnBrk="1" latinLnBrk="0" hangingPunct="1"/>
            <a:r>
              <a:rPr lang="ko-KR" altLang="en-US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네비게이션 버튼 </a:t>
            </a:r>
            <a:r>
              <a:rPr lang="en-US" altLang="ko-KR" sz="12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23dp</a:t>
            </a:r>
            <a:endParaRPr lang="ko-KR" altLang="en-US" sz="12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9042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5" userDrawn="1">
          <p15:clr>
            <a:srgbClr val="FBAE40"/>
          </p15:clr>
        </p15:guide>
        <p15:guide id="2" pos="1616" userDrawn="1">
          <p15:clr>
            <a:srgbClr val="FBAE40"/>
          </p15:clr>
        </p15:guide>
        <p15:guide id="3" pos="323" userDrawn="1">
          <p15:clr>
            <a:srgbClr val="FBAE40"/>
          </p15:clr>
        </p15:guide>
        <p15:guide id="4" pos="2908" userDrawn="1">
          <p15:clr>
            <a:srgbClr val="FBAE40"/>
          </p15:clr>
        </p15:guide>
        <p15:guide id="6" orient="horz" pos="794" userDrawn="1">
          <p15:clr>
            <a:srgbClr val="FBAE40"/>
          </p15:clr>
        </p15:guide>
        <p15:guide id="9" orient="horz" pos="4037" userDrawn="1">
          <p15:clr>
            <a:srgbClr val="FBAE40"/>
          </p15:clr>
        </p15:guide>
        <p15:guide id="10" orient="horz" pos="295" userDrawn="1">
          <p15:clr>
            <a:srgbClr val="FBAE40"/>
          </p15:clr>
        </p15:guide>
        <p15:guide id="11" orient="horz" pos="1021" userDrawn="1">
          <p15:clr>
            <a:srgbClr val="FBAE40"/>
          </p15:clr>
        </p15:guide>
        <p15:guide id="12" orient="horz" pos="1202" userDrawn="1">
          <p15:clr>
            <a:srgbClr val="FBAE40"/>
          </p15:clr>
        </p15:guide>
        <p15:guide id="13" orient="horz" pos="3878" userDrawn="1">
          <p15:clr>
            <a:srgbClr val="FBAE40"/>
          </p15:clr>
        </p15:guide>
        <p15:guide id="14" orient="horz" pos="36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70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 userDrawn="1">
          <p15:clr>
            <a:srgbClr val="FBAE40"/>
          </p15:clr>
        </p15:guide>
        <p15:guide id="2" pos="16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962" y="1705386"/>
            <a:ext cx="4423946" cy="2845473"/>
          </a:xfrm>
        </p:spPr>
        <p:txBody>
          <a:bodyPr anchor="b"/>
          <a:lstStyle>
            <a:lvl1pPr>
              <a:defRPr sz="33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962" y="4577779"/>
            <a:ext cx="4423946" cy="1496367"/>
          </a:xfrm>
        </p:spPr>
        <p:txBody>
          <a:bodyPr/>
          <a:lstStyle>
            <a:lvl1pPr marL="0" indent="0">
              <a:buNone/>
              <a:defRPr sz="1346">
                <a:solidFill>
                  <a:schemeClr val="tx1">
                    <a:tint val="82000"/>
                  </a:schemeClr>
                </a:solidFill>
              </a:defRPr>
            </a:lvl1pPr>
            <a:lvl2pPr marL="256443" indent="0">
              <a:buNone/>
              <a:defRPr sz="1122">
                <a:solidFill>
                  <a:schemeClr val="tx1">
                    <a:tint val="82000"/>
                  </a:schemeClr>
                </a:solidFill>
              </a:defRPr>
            </a:lvl2pPr>
            <a:lvl3pPr marL="512887" indent="0">
              <a:buNone/>
              <a:defRPr sz="1010">
                <a:solidFill>
                  <a:schemeClr val="tx1">
                    <a:tint val="82000"/>
                  </a:schemeClr>
                </a:solidFill>
              </a:defRPr>
            </a:lvl3pPr>
            <a:lvl4pPr marL="769330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4pPr>
            <a:lvl5pPr marL="1025774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5pPr>
            <a:lvl6pPr marL="1282217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6pPr>
            <a:lvl7pPr marL="1538661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7pPr>
            <a:lvl8pPr marL="1795104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8pPr>
            <a:lvl9pPr marL="2051548" indent="0">
              <a:buNone/>
              <a:defRPr sz="8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39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633" y="1820976"/>
            <a:ext cx="2179916" cy="43402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6664" y="1820976"/>
            <a:ext cx="2179916" cy="43402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302" y="364197"/>
            <a:ext cx="4423946" cy="1322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302" y="1676882"/>
            <a:ext cx="2169897" cy="821814"/>
          </a:xfrm>
        </p:spPr>
        <p:txBody>
          <a:bodyPr anchor="b"/>
          <a:lstStyle>
            <a:lvl1pPr marL="0" indent="0">
              <a:buNone/>
              <a:defRPr sz="1346" b="1"/>
            </a:lvl1pPr>
            <a:lvl2pPr marL="256443" indent="0">
              <a:buNone/>
              <a:defRPr sz="1122" b="1"/>
            </a:lvl2pPr>
            <a:lvl3pPr marL="512887" indent="0">
              <a:buNone/>
              <a:defRPr sz="1010" b="1"/>
            </a:lvl3pPr>
            <a:lvl4pPr marL="769330" indent="0">
              <a:buNone/>
              <a:defRPr sz="897" b="1"/>
            </a:lvl4pPr>
            <a:lvl5pPr marL="1025774" indent="0">
              <a:buNone/>
              <a:defRPr sz="897" b="1"/>
            </a:lvl5pPr>
            <a:lvl6pPr marL="1282217" indent="0">
              <a:buNone/>
              <a:defRPr sz="897" b="1"/>
            </a:lvl6pPr>
            <a:lvl7pPr marL="1538661" indent="0">
              <a:buNone/>
              <a:defRPr sz="897" b="1"/>
            </a:lvl7pPr>
            <a:lvl8pPr marL="1795104" indent="0">
              <a:buNone/>
              <a:defRPr sz="897" b="1"/>
            </a:lvl8pPr>
            <a:lvl9pPr marL="2051548" indent="0">
              <a:buNone/>
              <a:defRPr sz="8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3302" y="2498697"/>
            <a:ext cx="2169897" cy="36752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6664" y="1676882"/>
            <a:ext cx="2180584" cy="821814"/>
          </a:xfrm>
        </p:spPr>
        <p:txBody>
          <a:bodyPr anchor="b"/>
          <a:lstStyle>
            <a:lvl1pPr marL="0" indent="0">
              <a:buNone/>
              <a:defRPr sz="1346" b="1"/>
            </a:lvl1pPr>
            <a:lvl2pPr marL="256443" indent="0">
              <a:buNone/>
              <a:defRPr sz="1122" b="1"/>
            </a:lvl2pPr>
            <a:lvl3pPr marL="512887" indent="0">
              <a:buNone/>
              <a:defRPr sz="1010" b="1"/>
            </a:lvl3pPr>
            <a:lvl4pPr marL="769330" indent="0">
              <a:buNone/>
              <a:defRPr sz="897" b="1"/>
            </a:lvl4pPr>
            <a:lvl5pPr marL="1025774" indent="0">
              <a:buNone/>
              <a:defRPr sz="897" b="1"/>
            </a:lvl5pPr>
            <a:lvl6pPr marL="1282217" indent="0">
              <a:buNone/>
              <a:defRPr sz="897" b="1"/>
            </a:lvl6pPr>
            <a:lvl7pPr marL="1538661" indent="0">
              <a:buNone/>
              <a:defRPr sz="897" b="1"/>
            </a:lvl7pPr>
            <a:lvl8pPr marL="1795104" indent="0">
              <a:buNone/>
              <a:defRPr sz="897" b="1"/>
            </a:lvl8pPr>
            <a:lvl9pPr marL="2051548" indent="0">
              <a:buNone/>
              <a:defRPr sz="8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6664" y="2498697"/>
            <a:ext cx="2180584" cy="367520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10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641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54" userDrawn="1">
          <p15:clr>
            <a:srgbClr val="FBAE40"/>
          </p15:clr>
        </p15:guide>
        <p15:guide id="2" pos="161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04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301" y="456036"/>
            <a:ext cx="1654305" cy="1596126"/>
          </a:xfrm>
        </p:spPr>
        <p:txBody>
          <a:bodyPr anchor="b"/>
          <a:lstStyle>
            <a:lvl1pPr>
              <a:defRPr sz="17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0584" y="984912"/>
            <a:ext cx="2596664" cy="4861216"/>
          </a:xfrm>
        </p:spPr>
        <p:txBody>
          <a:bodyPr/>
          <a:lstStyle>
            <a:lvl1pPr>
              <a:defRPr sz="1795"/>
            </a:lvl1pPr>
            <a:lvl2pPr>
              <a:defRPr sz="1571"/>
            </a:lvl2pPr>
            <a:lvl3pPr>
              <a:defRPr sz="1346"/>
            </a:lvl3pPr>
            <a:lvl4pPr>
              <a:defRPr sz="1122"/>
            </a:lvl4pPr>
            <a:lvl5pPr>
              <a:defRPr sz="1122"/>
            </a:lvl5pPr>
            <a:lvl6pPr>
              <a:defRPr sz="1122"/>
            </a:lvl6pPr>
            <a:lvl7pPr>
              <a:defRPr sz="1122"/>
            </a:lvl7pPr>
            <a:lvl8pPr>
              <a:defRPr sz="1122"/>
            </a:lvl8pPr>
            <a:lvl9pPr>
              <a:defRPr sz="11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3301" y="2052161"/>
            <a:ext cx="1654305" cy="3801883"/>
          </a:xfrm>
        </p:spPr>
        <p:txBody>
          <a:bodyPr/>
          <a:lstStyle>
            <a:lvl1pPr marL="0" indent="0">
              <a:buNone/>
              <a:defRPr sz="897"/>
            </a:lvl1pPr>
            <a:lvl2pPr marL="256443" indent="0">
              <a:buNone/>
              <a:defRPr sz="785"/>
            </a:lvl2pPr>
            <a:lvl3pPr marL="512887" indent="0">
              <a:buNone/>
              <a:defRPr sz="673"/>
            </a:lvl3pPr>
            <a:lvl4pPr marL="769330" indent="0">
              <a:buNone/>
              <a:defRPr sz="561"/>
            </a:lvl4pPr>
            <a:lvl5pPr marL="1025774" indent="0">
              <a:buNone/>
              <a:defRPr sz="561"/>
            </a:lvl5pPr>
            <a:lvl6pPr marL="1282217" indent="0">
              <a:buNone/>
              <a:defRPr sz="561"/>
            </a:lvl6pPr>
            <a:lvl7pPr marL="1538661" indent="0">
              <a:buNone/>
              <a:defRPr sz="561"/>
            </a:lvl7pPr>
            <a:lvl8pPr marL="1795104" indent="0">
              <a:buNone/>
              <a:defRPr sz="561"/>
            </a:lvl8pPr>
            <a:lvl9pPr marL="2051548" indent="0">
              <a:buNone/>
              <a:defRPr sz="56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41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301" y="456036"/>
            <a:ext cx="1654305" cy="1596126"/>
          </a:xfrm>
        </p:spPr>
        <p:txBody>
          <a:bodyPr anchor="b"/>
          <a:lstStyle>
            <a:lvl1pPr>
              <a:defRPr sz="17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0584" y="984912"/>
            <a:ext cx="2596664" cy="4861216"/>
          </a:xfrm>
        </p:spPr>
        <p:txBody>
          <a:bodyPr anchor="t"/>
          <a:lstStyle>
            <a:lvl1pPr marL="0" indent="0">
              <a:buNone/>
              <a:defRPr sz="1795"/>
            </a:lvl1pPr>
            <a:lvl2pPr marL="256443" indent="0">
              <a:buNone/>
              <a:defRPr sz="1571"/>
            </a:lvl2pPr>
            <a:lvl3pPr marL="512887" indent="0">
              <a:buNone/>
              <a:defRPr sz="1346"/>
            </a:lvl3pPr>
            <a:lvl4pPr marL="769330" indent="0">
              <a:buNone/>
              <a:defRPr sz="1122"/>
            </a:lvl4pPr>
            <a:lvl5pPr marL="1025774" indent="0">
              <a:buNone/>
              <a:defRPr sz="1122"/>
            </a:lvl5pPr>
            <a:lvl6pPr marL="1282217" indent="0">
              <a:buNone/>
              <a:defRPr sz="1122"/>
            </a:lvl6pPr>
            <a:lvl7pPr marL="1538661" indent="0">
              <a:buNone/>
              <a:defRPr sz="1122"/>
            </a:lvl7pPr>
            <a:lvl8pPr marL="1795104" indent="0">
              <a:buNone/>
              <a:defRPr sz="1122"/>
            </a:lvl8pPr>
            <a:lvl9pPr marL="2051548" indent="0">
              <a:buNone/>
              <a:defRPr sz="11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3301" y="2052161"/>
            <a:ext cx="1654305" cy="3801883"/>
          </a:xfrm>
        </p:spPr>
        <p:txBody>
          <a:bodyPr/>
          <a:lstStyle>
            <a:lvl1pPr marL="0" indent="0">
              <a:buNone/>
              <a:defRPr sz="897"/>
            </a:lvl1pPr>
            <a:lvl2pPr marL="256443" indent="0">
              <a:buNone/>
              <a:defRPr sz="785"/>
            </a:lvl2pPr>
            <a:lvl3pPr marL="512887" indent="0">
              <a:buNone/>
              <a:defRPr sz="673"/>
            </a:lvl3pPr>
            <a:lvl4pPr marL="769330" indent="0">
              <a:buNone/>
              <a:defRPr sz="561"/>
            </a:lvl4pPr>
            <a:lvl5pPr marL="1025774" indent="0">
              <a:buNone/>
              <a:defRPr sz="561"/>
            </a:lvl5pPr>
            <a:lvl6pPr marL="1282217" indent="0">
              <a:buNone/>
              <a:defRPr sz="561"/>
            </a:lvl6pPr>
            <a:lvl7pPr marL="1538661" indent="0">
              <a:buNone/>
              <a:defRPr sz="561"/>
            </a:lvl7pPr>
            <a:lvl8pPr marL="1795104" indent="0">
              <a:buNone/>
              <a:defRPr sz="561"/>
            </a:lvl8pPr>
            <a:lvl9pPr marL="2051548" indent="0">
              <a:buNone/>
              <a:defRPr sz="56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02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82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70593" y="364195"/>
            <a:ext cx="1105987" cy="579704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634" y="364195"/>
            <a:ext cx="3253844" cy="579704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4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634" y="364197"/>
            <a:ext cx="4423946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634" y="1820976"/>
            <a:ext cx="4423946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633" y="6340167"/>
            <a:ext cx="11540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14371-07C9-42DD-AB34-11C3B1CEF327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9052" y="6340167"/>
            <a:ext cx="173110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22507" y="6340167"/>
            <a:ext cx="11540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36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6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txStyles>
    <p:titleStyle>
      <a:lvl1pPr algn="l" defTabSz="512887" rtl="0" eaLnBrk="1" latinLnBrk="1" hangingPunct="1">
        <a:lnSpc>
          <a:spcPct val="90000"/>
        </a:lnSpc>
        <a:spcBef>
          <a:spcPct val="0"/>
        </a:spcBef>
        <a:buNone/>
        <a:defRPr sz="24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222" indent="-128222" algn="l" defTabSz="512887" rtl="0" eaLnBrk="1" latinLnBrk="1" hangingPunct="1">
        <a:lnSpc>
          <a:spcPct val="90000"/>
        </a:lnSpc>
        <a:spcBef>
          <a:spcPts val="561"/>
        </a:spcBef>
        <a:buFont typeface="Arial" panose="020B0604020202020204" pitchFamily="34" charset="0"/>
        <a:buChar char="•"/>
        <a:defRPr sz="1571" kern="1200">
          <a:solidFill>
            <a:schemeClr val="tx1"/>
          </a:solidFill>
          <a:latin typeface="+mn-lt"/>
          <a:ea typeface="+mn-ea"/>
          <a:cs typeface="+mn-cs"/>
        </a:defRPr>
      </a:lvl1pPr>
      <a:lvl2pPr marL="384665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41109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2" kern="1200">
          <a:solidFill>
            <a:schemeClr val="tx1"/>
          </a:solidFill>
          <a:latin typeface="+mn-lt"/>
          <a:ea typeface="+mn-ea"/>
          <a:cs typeface="+mn-cs"/>
        </a:defRPr>
      </a:lvl3pPr>
      <a:lvl4pPr marL="897552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4pPr>
      <a:lvl5pPr marL="1153996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5pPr>
      <a:lvl6pPr marL="1410439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6pPr>
      <a:lvl7pPr marL="1666883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7pPr>
      <a:lvl8pPr marL="1923326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8pPr>
      <a:lvl9pPr marL="2179770" indent="-128222" algn="l" defTabSz="512887" rtl="0" eaLnBrk="1" latinLnBrk="1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1pPr>
      <a:lvl2pPr marL="256443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2pPr>
      <a:lvl3pPr marL="512887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3pPr>
      <a:lvl4pPr marL="769330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4pPr>
      <a:lvl5pPr marL="1025774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5pPr>
      <a:lvl6pPr marL="1282217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6pPr>
      <a:lvl7pPr marL="1538661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7pPr>
      <a:lvl8pPr marL="1795104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8pPr>
      <a:lvl9pPr marL="2051548" algn="l" defTabSz="512887" rtl="0" eaLnBrk="1" latinLnBrk="1" hangingPunct="1">
        <a:defRPr sz="10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4" userDrawn="1">
          <p15:clr>
            <a:srgbClr val="F26B43"/>
          </p15:clr>
        </p15:guide>
        <p15:guide id="2" pos="161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FC33-0B91-F924-C8B6-75849420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DAC67E7-A7B7-751D-60DA-8876DD251A78}"/>
              </a:ext>
            </a:extLst>
          </p:cNvPr>
          <p:cNvSpPr/>
          <p:nvPr/>
        </p:nvSpPr>
        <p:spPr>
          <a:xfrm>
            <a:off x="-1" y="795"/>
            <a:ext cx="5129213" cy="6838950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26F56A-3553-742C-7308-3A1966434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23" y="530747"/>
            <a:ext cx="3672368" cy="55085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EB654-1315-953C-5DF5-78C31521B6AF}"/>
              </a:ext>
            </a:extLst>
          </p:cNvPr>
          <p:cNvSpPr txBox="1"/>
          <p:nvPr/>
        </p:nvSpPr>
        <p:spPr>
          <a:xfrm>
            <a:off x="388740" y="158786"/>
            <a:ext cx="4351732" cy="1243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5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Daily sketch</a:t>
            </a:r>
            <a:endParaRPr lang="ko-KR" altLang="en-US" sz="75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C2F2DE5-277A-BD6D-1997-F497E6C07F84}"/>
              </a:ext>
            </a:extLst>
          </p:cNvPr>
          <p:cNvSpPr/>
          <p:nvPr/>
        </p:nvSpPr>
        <p:spPr>
          <a:xfrm flipV="1">
            <a:off x="2052266" y="6008204"/>
            <a:ext cx="967092" cy="469661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FE2C0-4265-D9ED-EE3E-BA3FF48209F3}"/>
              </a:ext>
            </a:extLst>
          </p:cNvPr>
          <p:cNvSpPr txBox="1"/>
          <p:nvPr/>
        </p:nvSpPr>
        <p:spPr>
          <a:xfrm>
            <a:off x="2052265" y="6058753"/>
            <a:ext cx="967094" cy="3685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795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enter</a:t>
            </a:r>
            <a:endParaRPr lang="ko-KR" altLang="en-US" sz="1795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7B4338A-52D5-DE56-5114-2E4DD526A8F1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E7FAE2A-EC75-A897-DAE3-C6586B54BF04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F5C229E-EA07-0CBB-CBD0-6A3C72CB5CDF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6405E47-723E-B2AA-73F4-493A25826997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332CD88-4EB5-41D6-8B04-B6D25D55B377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62D5611-0EF7-EE9D-BFAE-3C2686F29567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07EEB9E-8CCD-F377-B781-CF59331F923F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F96D5DF-7D0C-E238-3170-E22104F128D1}"/>
              </a:ext>
            </a:extLst>
          </p:cNvPr>
          <p:cNvSpPr txBox="1"/>
          <p:nvPr/>
        </p:nvSpPr>
        <p:spPr>
          <a:xfrm>
            <a:off x="388740" y="5452311"/>
            <a:ext cx="43517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Draw together, keep the little days</a:t>
            </a:r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E487830-918C-BE83-3719-D753A798890C}"/>
              </a:ext>
            </a:extLst>
          </p:cNvPr>
          <p:cNvSpPr/>
          <p:nvPr/>
        </p:nvSpPr>
        <p:spPr>
          <a:xfrm flipV="1">
            <a:off x="5381173" y="6047133"/>
            <a:ext cx="1292203" cy="469661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6EAD6-BACB-4FD8-BA86-51EEE19FF5A3}"/>
              </a:ext>
            </a:extLst>
          </p:cNvPr>
          <p:cNvSpPr txBox="1"/>
          <p:nvPr/>
        </p:nvSpPr>
        <p:spPr>
          <a:xfrm>
            <a:off x="5377575" y="6109319"/>
            <a:ext cx="1299401" cy="3685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795" dirty="0">
                <a:solidFill>
                  <a:srgbClr val="FAF8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continue</a:t>
            </a:r>
            <a:endParaRPr lang="ko-KR" altLang="en-US" sz="1795" dirty="0">
              <a:solidFill>
                <a:srgbClr val="FAF8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721FD3-CEBF-D581-8958-965D5E059EA0}"/>
              </a:ext>
            </a:extLst>
          </p:cNvPr>
          <p:cNvSpPr txBox="1"/>
          <p:nvPr/>
        </p:nvSpPr>
        <p:spPr>
          <a:xfrm>
            <a:off x="450058" y="1818815"/>
            <a:ext cx="1179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오리크기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765x510dp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B1A295-1DCF-7DB9-81D3-7660DA3C5AD1}"/>
              </a:ext>
            </a:extLst>
          </p:cNvPr>
          <p:cNvSpPr txBox="1"/>
          <p:nvPr/>
        </p:nvSpPr>
        <p:spPr>
          <a:xfrm>
            <a:off x="162554" y="6047133"/>
            <a:ext cx="1727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투명배경의 선형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pill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모양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DD6B141F-63D1-BE65-4E61-E9B0213A6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16" y="538582"/>
            <a:ext cx="3672368" cy="550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7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540E0-0CB8-D01C-6237-60CC24C4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7D6FACC9-EF09-A0DD-6A2E-AB6D5A998060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E379966-7E27-3E4E-7CED-6D3BEF2FD485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B999219-B69C-AFDC-168F-28A6FE09F1AE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BDA0932-CFD5-E179-5B0A-E17F81B29E0E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2604EEC-7960-4569-4DBB-DDA7CE0D9089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BC66DAA-BC69-065D-834D-9B0925B94FEB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B0B97BD-3CCD-5AD4-03B9-D783F2BC76C3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D6684D1-D81F-4C16-FF50-3645F1B4738F}"/>
              </a:ext>
            </a:extLst>
          </p:cNvPr>
          <p:cNvSpPr txBox="1"/>
          <p:nvPr/>
        </p:nvSpPr>
        <p:spPr>
          <a:xfrm>
            <a:off x="388740" y="457912"/>
            <a:ext cx="43517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Draw your time</a:t>
            </a:r>
            <a:endParaRPr lang="ko-KR" altLang="en-US" sz="45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6D3046-01F5-EBC0-93B2-D5B55080E37F}"/>
              </a:ext>
            </a:extLst>
          </p:cNvPr>
          <p:cNvGrpSpPr/>
          <p:nvPr/>
        </p:nvGrpSpPr>
        <p:grpSpPr>
          <a:xfrm>
            <a:off x="-275458" y="2280479"/>
            <a:ext cx="7848713" cy="4996937"/>
            <a:chOff x="-368301" y="2963709"/>
            <a:chExt cx="10494101" cy="6681142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F1BC661D-0631-B885-7036-092A329306AF}"/>
                </a:ext>
              </a:extLst>
            </p:cNvPr>
            <p:cNvGrpSpPr/>
            <p:nvPr/>
          </p:nvGrpSpPr>
          <p:grpSpPr>
            <a:xfrm>
              <a:off x="-368301" y="3592092"/>
              <a:ext cx="5025779" cy="5424374"/>
              <a:chOff x="10151764" y="1692275"/>
              <a:chExt cx="5832309" cy="6294869"/>
            </a:xfrm>
          </p:grpSpPr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AAFC3205-F467-0E2C-D648-BD2212E31823}"/>
                  </a:ext>
                </a:extLst>
              </p:cNvPr>
              <p:cNvSpPr/>
              <p:nvPr/>
            </p:nvSpPr>
            <p:spPr>
              <a:xfrm>
                <a:off x="10151764" y="1758248"/>
                <a:ext cx="5832309" cy="6228896"/>
              </a:xfrm>
              <a:custGeom>
                <a:avLst/>
                <a:gdLst>
                  <a:gd name="csX0" fmla="*/ 0 w 6358466"/>
                  <a:gd name="csY0" fmla="*/ 3716867 h 6739467"/>
                  <a:gd name="csX1" fmla="*/ 3022600 w 6358466"/>
                  <a:gd name="csY1" fmla="*/ 6739467 h 6739467"/>
                  <a:gd name="csX2" fmla="*/ 6358466 w 6358466"/>
                  <a:gd name="csY2" fmla="*/ 6739467 h 6739467"/>
                  <a:gd name="csX3" fmla="*/ 6358466 w 6358466"/>
                  <a:gd name="csY3" fmla="*/ 3742267 h 6739467"/>
                  <a:gd name="csX4" fmla="*/ 2616199 w 6358466"/>
                  <a:gd name="csY4" fmla="*/ 0 h 6739467"/>
                  <a:gd name="csX5" fmla="*/ 0 w 6358466"/>
                  <a:gd name="csY5" fmla="*/ 3716867 h 6739467"/>
                  <a:gd name="csX0" fmla="*/ 0 w 6310373"/>
                  <a:gd name="csY0" fmla="*/ 3854277 h 6739467"/>
                  <a:gd name="csX1" fmla="*/ 2974507 w 6310373"/>
                  <a:gd name="csY1" fmla="*/ 6739467 h 6739467"/>
                  <a:gd name="csX2" fmla="*/ 6310373 w 6310373"/>
                  <a:gd name="csY2" fmla="*/ 6739467 h 6739467"/>
                  <a:gd name="csX3" fmla="*/ 6310373 w 6310373"/>
                  <a:gd name="csY3" fmla="*/ 3742267 h 6739467"/>
                  <a:gd name="csX4" fmla="*/ 2568106 w 6310373"/>
                  <a:gd name="csY4" fmla="*/ 0 h 6739467"/>
                  <a:gd name="csX5" fmla="*/ 0 w 6310373"/>
                  <a:gd name="csY5" fmla="*/ 3854277 h 67394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310373" h="6739467">
                    <a:moveTo>
                      <a:pt x="0" y="3854277"/>
                    </a:moveTo>
                    <a:lnTo>
                      <a:pt x="2974507" y="6739467"/>
                    </a:lnTo>
                    <a:lnTo>
                      <a:pt x="6310373" y="6739467"/>
                    </a:lnTo>
                    <a:lnTo>
                      <a:pt x="6310373" y="3742267"/>
                    </a:lnTo>
                    <a:lnTo>
                      <a:pt x="2568106" y="0"/>
                    </a:lnTo>
                    <a:lnTo>
                      <a:pt x="0" y="3854277"/>
                    </a:lnTo>
                    <a:close/>
                  </a:path>
                </a:pathLst>
              </a:custGeom>
              <a:gradFill>
                <a:gsLst>
                  <a:gs pos="63000">
                    <a:schemeClr val="tx1">
                      <a:lumMod val="50000"/>
                      <a:lumOff val="50000"/>
                      <a:alpha val="0"/>
                    </a:schemeClr>
                  </a:gs>
                  <a:gs pos="0">
                    <a:schemeClr val="bg1">
                      <a:lumMod val="75000"/>
                      <a:alpha val="50000"/>
                    </a:schemeClr>
                  </a:gs>
                </a:gsLst>
                <a:lin ang="2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7A471FDB-8E61-8CD0-ADC7-9678D4AC852C}"/>
                  </a:ext>
                </a:extLst>
              </p:cNvPr>
              <p:cNvGrpSpPr/>
              <p:nvPr/>
            </p:nvGrpSpPr>
            <p:grpSpPr>
              <a:xfrm>
                <a:off x="10167769" y="1692275"/>
                <a:ext cx="2425965" cy="3651137"/>
                <a:chOff x="2138045" y="3527386"/>
                <a:chExt cx="2425965" cy="3651137"/>
              </a:xfrm>
            </p:grpSpPr>
            <p:sp>
              <p:nvSpPr>
                <p:cNvPr id="73" name="사각형: 둥근 위쪽 모서리 72">
                  <a:extLst>
                    <a:ext uri="{FF2B5EF4-FFF2-40B4-BE49-F238E27FC236}">
                      <a16:creationId xmlns:a16="http://schemas.microsoft.com/office/drawing/2014/main" id="{0875F131-6815-0F17-E743-F20B5882360D}"/>
                    </a:ext>
                  </a:extLst>
                </p:cNvPr>
                <p:cNvSpPr/>
                <p:nvPr/>
              </p:nvSpPr>
              <p:spPr>
                <a:xfrm rot="5400000">
                  <a:off x="1525460" y="4139972"/>
                  <a:ext cx="3651136" cy="2425965"/>
                </a:xfrm>
                <a:prstGeom prst="round2SameRect">
                  <a:avLst>
                    <a:gd name="adj1" fmla="val 7938"/>
                    <a:gd name="adj2" fmla="val 0"/>
                  </a:avLst>
                </a:prstGeom>
                <a:solidFill>
                  <a:srgbClr val="305683"/>
                </a:solidFill>
                <a:ln>
                  <a:noFill/>
                </a:ln>
                <a:effectLst>
                  <a:outerShdw blurRad="38100" dist="38100" dir="2700000" algn="tl" rotWithShape="0">
                    <a:srgbClr val="27466B">
                      <a:alpha val="8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6BC7F21C-1D45-CB78-473F-E435F6B80C7A}"/>
                    </a:ext>
                  </a:extLst>
                </p:cNvPr>
                <p:cNvSpPr/>
                <p:nvPr/>
              </p:nvSpPr>
              <p:spPr>
                <a:xfrm>
                  <a:off x="2138045" y="3527386"/>
                  <a:ext cx="235894" cy="3651136"/>
                </a:xfrm>
                <a:prstGeom prst="rect">
                  <a:avLst/>
                </a:prstGeom>
                <a:solidFill>
                  <a:srgbClr val="27466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</p:grp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8A83DAF3-8A26-430E-9408-FAC09138EE03}"/>
                </a:ext>
              </a:extLst>
            </p:cNvPr>
            <p:cNvGrpSpPr/>
            <p:nvPr/>
          </p:nvGrpSpPr>
          <p:grpSpPr>
            <a:xfrm>
              <a:off x="5100021" y="3592092"/>
              <a:ext cx="5025779" cy="5424374"/>
              <a:chOff x="10151764" y="1692275"/>
              <a:chExt cx="5832309" cy="6294869"/>
            </a:xfrm>
          </p:grpSpPr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1D3E271F-F699-3809-11C3-C81C12799863}"/>
                  </a:ext>
                </a:extLst>
              </p:cNvPr>
              <p:cNvSpPr/>
              <p:nvPr/>
            </p:nvSpPr>
            <p:spPr>
              <a:xfrm>
                <a:off x="10151764" y="1758248"/>
                <a:ext cx="5832309" cy="6228896"/>
              </a:xfrm>
              <a:custGeom>
                <a:avLst/>
                <a:gdLst>
                  <a:gd name="csX0" fmla="*/ 0 w 6358466"/>
                  <a:gd name="csY0" fmla="*/ 3716867 h 6739467"/>
                  <a:gd name="csX1" fmla="*/ 3022600 w 6358466"/>
                  <a:gd name="csY1" fmla="*/ 6739467 h 6739467"/>
                  <a:gd name="csX2" fmla="*/ 6358466 w 6358466"/>
                  <a:gd name="csY2" fmla="*/ 6739467 h 6739467"/>
                  <a:gd name="csX3" fmla="*/ 6358466 w 6358466"/>
                  <a:gd name="csY3" fmla="*/ 3742267 h 6739467"/>
                  <a:gd name="csX4" fmla="*/ 2616199 w 6358466"/>
                  <a:gd name="csY4" fmla="*/ 0 h 6739467"/>
                  <a:gd name="csX5" fmla="*/ 0 w 6358466"/>
                  <a:gd name="csY5" fmla="*/ 3716867 h 6739467"/>
                  <a:gd name="csX0" fmla="*/ 0 w 6310373"/>
                  <a:gd name="csY0" fmla="*/ 3854277 h 6739467"/>
                  <a:gd name="csX1" fmla="*/ 2974507 w 6310373"/>
                  <a:gd name="csY1" fmla="*/ 6739467 h 6739467"/>
                  <a:gd name="csX2" fmla="*/ 6310373 w 6310373"/>
                  <a:gd name="csY2" fmla="*/ 6739467 h 6739467"/>
                  <a:gd name="csX3" fmla="*/ 6310373 w 6310373"/>
                  <a:gd name="csY3" fmla="*/ 3742267 h 6739467"/>
                  <a:gd name="csX4" fmla="*/ 2568106 w 6310373"/>
                  <a:gd name="csY4" fmla="*/ 0 h 6739467"/>
                  <a:gd name="csX5" fmla="*/ 0 w 6310373"/>
                  <a:gd name="csY5" fmla="*/ 3854277 h 67394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310373" h="6739467">
                    <a:moveTo>
                      <a:pt x="0" y="3854277"/>
                    </a:moveTo>
                    <a:lnTo>
                      <a:pt x="2974507" y="6739467"/>
                    </a:lnTo>
                    <a:lnTo>
                      <a:pt x="6310373" y="6739467"/>
                    </a:lnTo>
                    <a:lnTo>
                      <a:pt x="6310373" y="3742267"/>
                    </a:lnTo>
                    <a:lnTo>
                      <a:pt x="2568106" y="0"/>
                    </a:lnTo>
                    <a:lnTo>
                      <a:pt x="0" y="3854277"/>
                    </a:lnTo>
                    <a:close/>
                  </a:path>
                </a:pathLst>
              </a:custGeom>
              <a:gradFill>
                <a:gsLst>
                  <a:gs pos="63000">
                    <a:schemeClr val="tx1">
                      <a:lumMod val="50000"/>
                      <a:lumOff val="50000"/>
                      <a:alpha val="0"/>
                    </a:schemeClr>
                  </a:gs>
                  <a:gs pos="0">
                    <a:schemeClr val="bg1">
                      <a:lumMod val="75000"/>
                      <a:alpha val="50000"/>
                    </a:schemeClr>
                  </a:gs>
                </a:gsLst>
                <a:lin ang="2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 dirty="0"/>
              </a:p>
            </p:txBody>
          </p: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45F25CFD-9337-6072-7DE7-2D1ECDABC855}"/>
                  </a:ext>
                </a:extLst>
              </p:cNvPr>
              <p:cNvGrpSpPr/>
              <p:nvPr/>
            </p:nvGrpSpPr>
            <p:grpSpPr>
              <a:xfrm>
                <a:off x="10167769" y="1692275"/>
                <a:ext cx="2425965" cy="3651137"/>
                <a:chOff x="2138045" y="3527386"/>
                <a:chExt cx="2425965" cy="3651137"/>
              </a:xfrm>
            </p:grpSpPr>
            <p:sp>
              <p:nvSpPr>
                <p:cNvPr id="80" name="사각형: 둥근 위쪽 모서리 79">
                  <a:extLst>
                    <a:ext uri="{FF2B5EF4-FFF2-40B4-BE49-F238E27FC236}">
                      <a16:creationId xmlns:a16="http://schemas.microsoft.com/office/drawing/2014/main" id="{EC73FAC3-9FAE-C45A-F209-D02FA7DA063F}"/>
                    </a:ext>
                  </a:extLst>
                </p:cNvPr>
                <p:cNvSpPr/>
                <p:nvPr/>
              </p:nvSpPr>
              <p:spPr>
                <a:xfrm rot="5400000">
                  <a:off x="1525460" y="4139972"/>
                  <a:ext cx="3651136" cy="2425965"/>
                </a:xfrm>
                <a:prstGeom prst="round2SameRect">
                  <a:avLst>
                    <a:gd name="adj1" fmla="val 7938"/>
                    <a:gd name="adj2" fmla="val 0"/>
                  </a:avLst>
                </a:prstGeom>
                <a:solidFill>
                  <a:srgbClr val="E05036"/>
                </a:solidFill>
                <a:ln>
                  <a:noFill/>
                </a:ln>
                <a:effectLst>
                  <a:outerShdw blurRad="38100" dist="38100" dir="2700000" algn="tl" rotWithShape="0">
                    <a:srgbClr val="C00000">
                      <a:alpha val="8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  <p:sp>
              <p:nvSpPr>
                <p:cNvPr id="81" name="직사각형 80">
                  <a:extLst>
                    <a:ext uri="{FF2B5EF4-FFF2-40B4-BE49-F238E27FC236}">
                      <a16:creationId xmlns:a16="http://schemas.microsoft.com/office/drawing/2014/main" id="{05DE0B39-E5E4-CCD8-C923-2421A99CA142}"/>
                    </a:ext>
                  </a:extLst>
                </p:cNvPr>
                <p:cNvSpPr/>
                <p:nvPr/>
              </p:nvSpPr>
              <p:spPr>
                <a:xfrm>
                  <a:off x="2138045" y="3527386"/>
                  <a:ext cx="235894" cy="3651136"/>
                </a:xfrm>
                <a:prstGeom prst="rect">
                  <a:avLst/>
                </a:prstGeom>
                <a:solidFill>
                  <a:srgbClr val="BD341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</p:grp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254A0166-7B8E-2861-B4A9-656E3CBAB71B}"/>
                </a:ext>
              </a:extLst>
            </p:cNvPr>
            <p:cNvGrpSpPr/>
            <p:nvPr/>
          </p:nvGrpSpPr>
          <p:grpSpPr>
            <a:xfrm>
              <a:off x="2113887" y="2963709"/>
              <a:ext cx="6190201" cy="6681142"/>
              <a:chOff x="10151764" y="1692275"/>
              <a:chExt cx="5832309" cy="6294869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767FAB43-0DA3-3862-C544-69818B49F969}"/>
                  </a:ext>
                </a:extLst>
              </p:cNvPr>
              <p:cNvSpPr/>
              <p:nvPr/>
            </p:nvSpPr>
            <p:spPr>
              <a:xfrm>
                <a:off x="10151764" y="1758248"/>
                <a:ext cx="5832309" cy="6228896"/>
              </a:xfrm>
              <a:custGeom>
                <a:avLst/>
                <a:gdLst>
                  <a:gd name="csX0" fmla="*/ 0 w 6358466"/>
                  <a:gd name="csY0" fmla="*/ 3716867 h 6739467"/>
                  <a:gd name="csX1" fmla="*/ 3022600 w 6358466"/>
                  <a:gd name="csY1" fmla="*/ 6739467 h 6739467"/>
                  <a:gd name="csX2" fmla="*/ 6358466 w 6358466"/>
                  <a:gd name="csY2" fmla="*/ 6739467 h 6739467"/>
                  <a:gd name="csX3" fmla="*/ 6358466 w 6358466"/>
                  <a:gd name="csY3" fmla="*/ 3742267 h 6739467"/>
                  <a:gd name="csX4" fmla="*/ 2616199 w 6358466"/>
                  <a:gd name="csY4" fmla="*/ 0 h 6739467"/>
                  <a:gd name="csX5" fmla="*/ 0 w 6358466"/>
                  <a:gd name="csY5" fmla="*/ 3716867 h 6739467"/>
                  <a:gd name="csX0" fmla="*/ 0 w 6310373"/>
                  <a:gd name="csY0" fmla="*/ 3854277 h 6739467"/>
                  <a:gd name="csX1" fmla="*/ 2974507 w 6310373"/>
                  <a:gd name="csY1" fmla="*/ 6739467 h 6739467"/>
                  <a:gd name="csX2" fmla="*/ 6310373 w 6310373"/>
                  <a:gd name="csY2" fmla="*/ 6739467 h 6739467"/>
                  <a:gd name="csX3" fmla="*/ 6310373 w 6310373"/>
                  <a:gd name="csY3" fmla="*/ 3742267 h 6739467"/>
                  <a:gd name="csX4" fmla="*/ 2568106 w 6310373"/>
                  <a:gd name="csY4" fmla="*/ 0 h 6739467"/>
                  <a:gd name="csX5" fmla="*/ 0 w 6310373"/>
                  <a:gd name="csY5" fmla="*/ 3854277 h 67394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310373" h="6739467">
                    <a:moveTo>
                      <a:pt x="0" y="3854277"/>
                    </a:moveTo>
                    <a:lnTo>
                      <a:pt x="2974507" y="6739467"/>
                    </a:lnTo>
                    <a:lnTo>
                      <a:pt x="6310373" y="6739467"/>
                    </a:lnTo>
                    <a:lnTo>
                      <a:pt x="6310373" y="3742267"/>
                    </a:lnTo>
                    <a:lnTo>
                      <a:pt x="2568106" y="0"/>
                    </a:lnTo>
                    <a:lnTo>
                      <a:pt x="0" y="3854277"/>
                    </a:lnTo>
                    <a:close/>
                  </a:path>
                </a:pathLst>
              </a:custGeom>
              <a:gradFill>
                <a:gsLst>
                  <a:gs pos="63000">
                    <a:schemeClr val="tx1">
                      <a:lumMod val="50000"/>
                      <a:lumOff val="50000"/>
                      <a:alpha val="0"/>
                    </a:schemeClr>
                  </a:gs>
                  <a:gs pos="0">
                    <a:schemeClr val="bg1">
                      <a:lumMod val="75000"/>
                      <a:alpha val="50000"/>
                    </a:schemeClr>
                  </a:gs>
                </a:gsLst>
                <a:lin ang="2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 dirty="0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A361CD12-F327-D2DF-2E94-46725E4106DF}"/>
                  </a:ext>
                </a:extLst>
              </p:cNvPr>
              <p:cNvGrpSpPr/>
              <p:nvPr/>
            </p:nvGrpSpPr>
            <p:grpSpPr>
              <a:xfrm>
                <a:off x="10167769" y="1692275"/>
                <a:ext cx="2425965" cy="3651137"/>
                <a:chOff x="2138045" y="3527386"/>
                <a:chExt cx="2425965" cy="3651137"/>
              </a:xfrm>
            </p:grpSpPr>
            <p:sp>
              <p:nvSpPr>
                <p:cNvPr id="28" name="사각형: 둥근 위쪽 모서리 27">
                  <a:extLst>
                    <a:ext uri="{FF2B5EF4-FFF2-40B4-BE49-F238E27FC236}">
                      <a16:creationId xmlns:a16="http://schemas.microsoft.com/office/drawing/2014/main" id="{52E08F6A-EA65-70D3-B501-D7C5C0B7A3D0}"/>
                    </a:ext>
                  </a:extLst>
                </p:cNvPr>
                <p:cNvSpPr/>
                <p:nvPr/>
              </p:nvSpPr>
              <p:spPr>
                <a:xfrm rot="5400000">
                  <a:off x="1525460" y="4139972"/>
                  <a:ext cx="3651136" cy="2425965"/>
                </a:xfrm>
                <a:prstGeom prst="round2SameRect">
                  <a:avLst>
                    <a:gd name="adj1" fmla="val 7938"/>
                    <a:gd name="adj2" fmla="val 0"/>
                  </a:avLst>
                </a:prstGeom>
                <a:solidFill>
                  <a:srgbClr val="FFBF2A"/>
                </a:solidFill>
                <a:ln>
                  <a:noFill/>
                </a:ln>
                <a:effectLst>
                  <a:outerShdw blurRad="38100" dist="38100" dir="2700000" algn="tl" rotWithShape="0">
                    <a:srgbClr val="825A00">
                      <a:alpha val="8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 dirty="0"/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8B21631A-81CD-2A04-19BB-0653B2F85178}"/>
                    </a:ext>
                  </a:extLst>
                </p:cNvPr>
                <p:cNvSpPr/>
                <p:nvPr/>
              </p:nvSpPr>
              <p:spPr>
                <a:xfrm>
                  <a:off x="2138045" y="3527386"/>
                  <a:ext cx="235894" cy="3651136"/>
                </a:xfrm>
                <a:prstGeom prst="rect">
                  <a:avLst/>
                </a:prstGeom>
                <a:solidFill>
                  <a:srgbClr val="E7A4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</p:grpSp>
        </p:grpSp>
      </p:grp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DF88812-5833-BB27-7834-EDBE967679CB}"/>
              </a:ext>
            </a:extLst>
          </p:cNvPr>
          <p:cNvSpPr/>
          <p:nvPr/>
        </p:nvSpPr>
        <p:spPr>
          <a:xfrm>
            <a:off x="544979" y="6093161"/>
            <a:ext cx="4039254" cy="423635"/>
          </a:xfrm>
          <a:prstGeom prst="roundRect">
            <a:avLst>
              <a:gd name="adj" fmla="val 500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 dirty="0"/>
          </a:p>
        </p:txBody>
      </p:sp>
      <p:sp>
        <p:nvSpPr>
          <p:cNvPr id="52" name="그래픽 9" descr="단일 톱니바퀴 단색으로 채워진">
            <a:extLst>
              <a:ext uri="{FF2B5EF4-FFF2-40B4-BE49-F238E27FC236}">
                <a16:creationId xmlns:a16="http://schemas.microsoft.com/office/drawing/2014/main" id="{F02BE31A-CA46-58C0-0F66-3D8ECB997498}"/>
              </a:ext>
            </a:extLst>
          </p:cNvPr>
          <p:cNvSpPr/>
          <p:nvPr/>
        </p:nvSpPr>
        <p:spPr>
          <a:xfrm>
            <a:off x="3960860" y="6194615"/>
            <a:ext cx="220727" cy="220727"/>
          </a:xfrm>
          <a:custGeom>
            <a:avLst/>
            <a:gdLst>
              <a:gd name="csX0" fmla="*/ 323850 w 648652"/>
              <a:gd name="csY0" fmla="*/ 438150 h 647700"/>
              <a:gd name="csX1" fmla="*/ 209550 w 648652"/>
              <a:gd name="csY1" fmla="*/ 323850 h 647700"/>
              <a:gd name="csX2" fmla="*/ 323850 w 648652"/>
              <a:gd name="csY2" fmla="*/ 209550 h 647700"/>
              <a:gd name="csX3" fmla="*/ 438150 w 648652"/>
              <a:gd name="csY3" fmla="*/ 323850 h 647700"/>
              <a:gd name="csX4" fmla="*/ 323850 w 648652"/>
              <a:gd name="csY4" fmla="*/ 438150 h 647700"/>
              <a:gd name="csX5" fmla="*/ 581025 w 648652"/>
              <a:gd name="csY5" fmla="*/ 252413 h 647700"/>
              <a:gd name="csX6" fmla="*/ 556260 w 648652"/>
              <a:gd name="csY6" fmla="*/ 193358 h 647700"/>
              <a:gd name="csX7" fmla="*/ 580073 w 648652"/>
              <a:gd name="csY7" fmla="*/ 121920 h 647700"/>
              <a:gd name="csX8" fmla="*/ 525780 w 648652"/>
              <a:gd name="csY8" fmla="*/ 67628 h 647700"/>
              <a:gd name="csX9" fmla="*/ 454343 w 648652"/>
              <a:gd name="csY9" fmla="*/ 91440 h 647700"/>
              <a:gd name="csX10" fmla="*/ 394335 w 648652"/>
              <a:gd name="csY10" fmla="*/ 66675 h 647700"/>
              <a:gd name="csX11" fmla="*/ 361950 w 648652"/>
              <a:gd name="csY11" fmla="*/ 0 h 647700"/>
              <a:gd name="csX12" fmla="*/ 285750 w 648652"/>
              <a:gd name="csY12" fmla="*/ 0 h 647700"/>
              <a:gd name="csX13" fmla="*/ 252413 w 648652"/>
              <a:gd name="csY13" fmla="*/ 66675 h 647700"/>
              <a:gd name="csX14" fmla="*/ 193358 w 648652"/>
              <a:gd name="csY14" fmla="*/ 91440 h 647700"/>
              <a:gd name="csX15" fmla="*/ 121920 w 648652"/>
              <a:gd name="csY15" fmla="*/ 67628 h 647700"/>
              <a:gd name="csX16" fmla="*/ 67628 w 648652"/>
              <a:gd name="csY16" fmla="*/ 121920 h 647700"/>
              <a:gd name="csX17" fmla="*/ 91440 w 648652"/>
              <a:gd name="csY17" fmla="*/ 193358 h 647700"/>
              <a:gd name="csX18" fmla="*/ 66675 w 648652"/>
              <a:gd name="csY18" fmla="*/ 253365 h 647700"/>
              <a:gd name="csX19" fmla="*/ 0 w 648652"/>
              <a:gd name="csY19" fmla="*/ 285750 h 647700"/>
              <a:gd name="csX20" fmla="*/ 0 w 648652"/>
              <a:gd name="csY20" fmla="*/ 361950 h 647700"/>
              <a:gd name="csX21" fmla="*/ 66675 w 648652"/>
              <a:gd name="csY21" fmla="*/ 395288 h 647700"/>
              <a:gd name="csX22" fmla="*/ 91440 w 648652"/>
              <a:gd name="csY22" fmla="*/ 454343 h 647700"/>
              <a:gd name="csX23" fmla="*/ 67628 w 648652"/>
              <a:gd name="csY23" fmla="*/ 525780 h 647700"/>
              <a:gd name="csX24" fmla="*/ 121920 w 648652"/>
              <a:gd name="csY24" fmla="*/ 580073 h 647700"/>
              <a:gd name="csX25" fmla="*/ 193358 w 648652"/>
              <a:gd name="csY25" fmla="*/ 556260 h 647700"/>
              <a:gd name="csX26" fmla="*/ 253365 w 648652"/>
              <a:gd name="csY26" fmla="*/ 581025 h 647700"/>
              <a:gd name="csX27" fmla="*/ 286703 w 648652"/>
              <a:gd name="csY27" fmla="*/ 647700 h 647700"/>
              <a:gd name="csX28" fmla="*/ 362903 w 648652"/>
              <a:gd name="csY28" fmla="*/ 647700 h 647700"/>
              <a:gd name="csX29" fmla="*/ 396240 w 648652"/>
              <a:gd name="csY29" fmla="*/ 581025 h 647700"/>
              <a:gd name="csX30" fmla="*/ 455295 w 648652"/>
              <a:gd name="csY30" fmla="*/ 556260 h 647700"/>
              <a:gd name="csX31" fmla="*/ 526733 w 648652"/>
              <a:gd name="csY31" fmla="*/ 580073 h 647700"/>
              <a:gd name="csX32" fmla="*/ 581025 w 648652"/>
              <a:gd name="csY32" fmla="*/ 525780 h 647700"/>
              <a:gd name="csX33" fmla="*/ 557213 w 648652"/>
              <a:gd name="csY33" fmla="*/ 454343 h 647700"/>
              <a:gd name="csX34" fmla="*/ 581978 w 648652"/>
              <a:gd name="csY34" fmla="*/ 394335 h 647700"/>
              <a:gd name="csX35" fmla="*/ 648653 w 648652"/>
              <a:gd name="csY35" fmla="*/ 360998 h 647700"/>
              <a:gd name="csX36" fmla="*/ 648653 w 648652"/>
              <a:gd name="csY36" fmla="*/ 284798 h 647700"/>
              <a:gd name="csX37" fmla="*/ 581025 w 648652"/>
              <a:gd name="csY37" fmla="*/ 25241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48652" h="647700">
                <a:moveTo>
                  <a:pt x="323850" y="438150"/>
                </a:moveTo>
                <a:cubicBezTo>
                  <a:pt x="260985" y="438150"/>
                  <a:pt x="209550" y="386715"/>
                  <a:pt x="209550" y="323850"/>
                </a:cubicBezTo>
                <a:cubicBezTo>
                  <a:pt x="209550" y="260985"/>
                  <a:pt x="260985" y="209550"/>
                  <a:pt x="323850" y="209550"/>
                </a:cubicBezTo>
                <a:cubicBezTo>
                  <a:pt x="386715" y="209550"/>
                  <a:pt x="438150" y="260985"/>
                  <a:pt x="438150" y="323850"/>
                </a:cubicBezTo>
                <a:cubicBezTo>
                  <a:pt x="438150" y="386715"/>
                  <a:pt x="386715" y="438150"/>
                  <a:pt x="323850" y="438150"/>
                </a:cubicBezTo>
                <a:close/>
                <a:moveTo>
                  <a:pt x="581025" y="252413"/>
                </a:moveTo>
                <a:cubicBezTo>
                  <a:pt x="575310" y="231458"/>
                  <a:pt x="566738" y="211455"/>
                  <a:pt x="556260" y="193358"/>
                </a:cubicBezTo>
                <a:lnTo>
                  <a:pt x="580073" y="121920"/>
                </a:lnTo>
                <a:lnTo>
                  <a:pt x="525780" y="67628"/>
                </a:lnTo>
                <a:lnTo>
                  <a:pt x="454343" y="91440"/>
                </a:lnTo>
                <a:cubicBezTo>
                  <a:pt x="435293" y="80963"/>
                  <a:pt x="415290" y="72390"/>
                  <a:pt x="394335" y="66675"/>
                </a:cubicBezTo>
                <a:lnTo>
                  <a:pt x="361950" y="0"/>
                </a:lnTo>
                <a:lnTo>
                  <a:pt x="285750" y="0"/>
                </a:lnTo>
                <a:lnTo>
                  <a:pt x="252413" y="66675"/>
                </a:lnTo>
                <a:cubicBezTo>
                  <a:pt x="231458" y="72390"/>
                  <a:pt x="211455" y="80963"/>
                  <a:pt x="193358" y="91440"/>
                </a:cubicBezTo>
                <a:lnTo>
                  <a:pt x="121920" y="67628"/>
                </a:lnTo>
                <a:lnTo>
                  <a:pt x="67628" y="121920"/>
                </a:lnTo>
                <a:lnTo>
                  <a:pt x="91440" y="193358"/>
                </a:lnTo>
                <a:cubicBezTo>
                  <a:pt x="80963" y="212408"/>
                  <a:pt x="72390" y="232410"/>
                  <a:pt x="66675" y="253365"/>
                </a:cubicBezTo>
                <a:lnTo>
                  <a:pt x="0" y="285750"/>
                </a:lnTo>
                <a:lnTo>
                  <a:pt x="0" y="361950"/>
                </a:lnTo>
                <a:lnTo>
                  <a:pt x="66675" y="395288"/>
                </a:lnTo>
                <a:cubicBezTo>
                  <a:pt x="72390" y="416243"/>
                  <a:pt x="80963" y="436245"/>
                  <a:pt x="91440" y="454343"/>
                </a:cubicBezTo>
                <a:lnTo>
                  <a:pt x="67628" y="525780"/>
                </a:lnTo>
                <a:lnTo>
                  <a:pt x="121920" y="580073"/>
                </a:lnTo>
                <a:lnTo>
                  <a:pt x="193358" y="556260"/>
                </a:lnTo>
                <a:cubicBezTo>
                  <a:pt x="212408" y="566738"/>
                  <a:pt x="232410" y="575310"/>
                  <a:pt x="253365" y="581025"/>
                </a:cubicBezTo>
                <a:lnTo>
                  <a:pt x="286703" y="647700"/>
                </a:lnTo>
                <a:lnTo>
                  <a:pt x="362903" y="647700"/>
                </a:lnTo>
                <a:lnTo>
                  <a:pt x="396240" y="581025"/>
                </a:lnTo>
                <a:cubicBezTo>
                  <a:pt x="417195" y="575310"/>
                  <a:pt x="437198" y="566738"/>
                  <a:pt x="455295" y="556260"/>
                </a:cubicBezTo>
                <a:lnTo>
                  <a:pt x="526733" y="580073"/>
                </a:lnTo>
                <a:lnTo>
                  <a:pt x="581025" y="525780"/>
                </a:lnTo>
                <a:lnTo>
                  <a:pt x="557213" y="454343"/>
                </a:lnTo>
                <a:cubicBezTo>
                  <a:pt x="567690" y="435293"/>
                  <a:pt x="576263" y="415290"/>
                  <a:pt x="581978" y="394335"/>
                </a:cubicBezTo>
                <a:lnTo>
                  <a:pt x="648653" y="360998"/>
                </a:lnTo>
                <a:lnTo>
                  <a:pt x="648653" y="284798"/>
                </a:lnTo>
                <a:lnTo>
                  <a:pt x="581025" y="2524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2081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0171263-55B6-3C34-F649-96828B12C992}"/>
              </a:ext>
            </a:extLst>
          </p:cNvPr>
          <p:cNvGrpSpPr/>
          <p:nvPr/>
        </p:nvGrpSpPr>
        <p:grpSpPr>
          <a:xfrm>
            <a:off x="2917858" y="6194615"/>
            <a:ext cx="220727" cy="220727"/>
            <a:chOff x="4086962" y="8350256"/>
            <a:chExt cx="295122" cy="295122"/>
          </a:xfrm>
        </p:grpSpPr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819C6609-CD30-4602-0011-D6805AD1AC40}"/>
                </a:ext>
              </a:extLst>
            </p:cNvPr>
            <p:cNvSpPr/>
            <p:nvPr/>
          </p:nvSpPr>
          <p:spPr>
            <a:xfrm>
              <a:off x="4086962" y="8402336"/>
              <a:ext cx="295122" cy="243042"/>
            </a:xfrm>
            <a:custGeom>
              <a:avLst/>
              <a:gdLst>
                <a:gd name="csX0" fmla="*/ 590550 w 647700"/>
                <a:gd name="csY0" fmla="*/ 57150 h 533400"/>
                <a:gd name="csX1" fmla="*/ 590550 w 647700"/>
                <a:gd name="csY1" fmla="*/ 133350 h 533400"/>
                <a:gd name="csX2" fmla="*/ 514350 w 647700"/>
                <a:gd name="csY2" fmla="*/ 133350 h 533400"/>
                <a:gd name="csX3" fmla="*/ 514350 w 647700"/>
                <a:gd name="csY3" fmla="*/ 57150 h 533400"/>
                <a:gd name="csX4" fmla="*/ 590550 w 647700"/>
                <a:gd name="csY4" fmla="*/ 57150 h 533400"/>
                <a:gd name="csX5" fmla="*/ 57150 w 647700"/>
                <a:gd name="csY5" fmla="*/ 400050 h 533400"/>
                <a:gd name="csX6" fmla="*/ 133350 w 647700"/>
                <a:gd name="csY6" fmla="*/ 400050 h 533400"/>
                <a:gd name="csX7" fmla="*/ 133350 w 647700"/>
                <a:gd name="csY7" fmla="*/ 476250 h 533400"/>
                <a:gd name="csX8" fmla="*/ 57150 w 647700"/>
                <a:gd name="csY8" fmla="*/ 476250 h 533400"/>
                <a:gd name="csX9" fmla="*/ 57150 w 647700"/>
                <a:gd name="csY9" fmla="*/ 400050 h 533400"/>
                <a:gd name="csX10" fmla="*/ 247650 w 647700"/>
                <a:gd name="csY10" fmla="*/ 57150 h 533400"/>
                <a:gd name="csX11" fmla="*/ 247650 w 647700"/>
                <a:gd name="csY11" fmla="*/ 133350 h 533400"/>
                <a:gd name="csX12" fmla="*/ 171450 w 647700"/>
                <a:gd name="csY12" fmla="*/ 133350 h 533400"/>
                <a:gd name="csX13" fmla="*/ 171450 w 647700"/>
                <a:gd name="csY13" fmla="*/ 57150 h 533400"/>
                <a:gd name="csX14" fmla="*/ 247650 w 647700"/>
                <a:gd name="csY14" fmla="*/ 57150 h 533400"/>
                <a:gd name="csX15" fmla="*/ 361950 w 647700"/>
                <a:gd name="csY15" fmla="*/ 57150 h 533400"/>
                <a:gd name="csX16" fmla="*/ 361950 w 647700"/>
                <a:gd name="csY16" fmla="*/ 133350 h 533400"/>
                <a:gd name="csX17" fmla="*/ 285750 w 647700"/>
                <a:gd name="csY17" fmla="*/ 133350 h 533400"/>
                <a:gd name="csX18" fmla="*/ 285750 w 647700"/>
                <a:gd name="csY18" fmla="*/ 57150 h 533400"/>
                <a:gd name="csX19" fmla="*/ 361950 w 647700"/>
                <a:gd name="csY19" fmla="*/ 57150 h 533400"/>
                <a:gd name="csX20" fmla="*/ 476250 w 647700"/>
                <a:gd name="csY20" fmla="*/ 247650 h 533400"/>
                <a:gd name="csX21" fmla="*/ 400050 w 647700"/>
                <a:gd name="csY21" fmla="*/ 247650 h 533400"/>
                <a:gd name="csX22" fmla="*/ 400050 w 647700"/>
                <a:gd name="csY22" fmla="*/ 171450 h 533400"/>
                <a:gd name="csX23" fmla="*/ 476250 w 647700"/>
                <a:gd name="csY23" fmla="*/ 171450 h 533400"/>
                <a:gd name="csX24" fmla="*/ 476250 w 647700"/>
                <a:gd name="csY24" fmla="*/ 247650 h 533400"/>
                <a:gd name="csX25" fmla="*/ 514350 w 647700"/>
                <a:gd name="csY25" fmla="*/ 247650 h 533400"/>
                <a:gd name="csX26" fmla="*/ 514350 w 647700"/>
                <a:gd name="csY26" fmla="*/ 171450 h 533400"/>
                <a:gd name="csX27" fmla="*/ 590550 w 647700"/>
                <a:gd name="csY27" fmla="*/ 171450 h 533400"/>
                <a:gd name="csX28" fmla="*/ 590550 w 647700"/>
                <a:gd name="csY28" fmla="*/ 247650 h 533400"/>
                <a:gd name="csX29" fmla="*/ 514350 w 647700"/>
                <a:gd name="csY29" fmla="*/ 247650 h 533400"/>
                <a:gd name="csX30" fmla="*/ 514350 w 647700"/>
                <a:gd name="csY30" fmla="*/ 361950 h 533400"/>
                <a:gd name="csX31" fmla="*/ 514350 w 647700"/>
                <a:gd name="csY31" fmla="*/ 285750 h 533400"/>
                <a:gd name="csX32" fmla="*/ 590550 w 647700"/>
                <a:gd name="csY32" fmla="*/ 285750 h 533400"/>
                <a:gd name="csX33" fmla="*/ 590550 w 647700"/>
                <a:gd name="csY33" fmla="*/ 361950 h 533400"/>
                <a:gd name="csX34" fmla="*/ 514350 w 647700"/>
                <a:gd name="csY34" fmla="*/ 361950 h 533400"/>
                <a:gd name="csX35" fmla="*/ 285750 w 647700"/>
                <a:gd name="csY35" fmla="*/ 400050 h 533400"/>
                <a:gd name="csX36" fmla="*/ 361950 w 647700"/>
                <a:gd name="csY36" fmla="*/ 400050 h 533400"/>
                <a:gd name="csX37" fmla="*/ 361950 w 647700"/>
                <a:gd name="csY37" fmla="*/ 476250 h 533400"/>
                <a:gd name="csX38" fmla="*/ 285750 w 647700"/>
                <a:gd name="csY38" fmla="*/ 476250 h 533400"/>
                <a:gd name="csX39" fmla="*/ 285750 w 647700"/>
                <a:gd name="csY39" fmla="*/ 400050 h 533400"/>
                <a:gd name="csX40" fmla="*/ 247650 w 647700"/>
                <a:gd name="csY40" fmla="*/ 400050 h 533400"/>
                <a:gd name="csX41" fmla="*/ 247650 w 647700"/>
                <a:gd name="csY41" fmla="*/ 476250 h 533400"/>
                <a:gd name="csX42" fmla="*/ 171450 w 647700"/>
                <a:gd name="csY42" fmla="*/ 476250 h 533400"/>
                <a:gd name="csX43" fmla="*/ 171450 w 647700"/>
                <a:gd name="csY43" fmla="*/ 400050 h 533400"/>
                <a:gd name="csX44" fmla="*/ 247650 w 647700"/>
                <a:gd name="csY44" fmla="*/ 400050 h 533400"/>
                <a:gd name="csX45" fmla="*/ 171450 w 647700"/>
                <a:gd name="csY45" fmla="*/ 285750 h 533400"/>
                <a:gd name="csX46" fmla="*/ 247650 w 647700"/>
                <a:gd name="csY46" fmla="*/ 285750 h 533400"/>
                <a:gd name="csX47" fmla="*/ 247650 w 647700"/>
                <a:gd name="csY47" fmla="*/ 361950 h 533400"/>
                <a:gd name="csX48" fmla="*/ 171450 w 647700"/>
                <a:gd name="csY48" fmla="*/ 361950 h 533400"/>
                <a:gd name="csX49" fmla="*/ 171450 w 647700"/>
                <a:gd name="csY49" fmla="*/ 285750 h 533400"/>
                <a:gd name="csX50" fmla="*/ 133350 w 647700"/>
                <a:gd name="csY50" fmla="*/ 285750 h 533400"/>
                <a:gd name="csX51" fmla="*/ 133350 w 647700"/>
                <a:gd name="csY51" fmla="*/ 361950 h 533400"/>
                <a:gd name="csX52" fmla="*/ 57150 w 647700"/>
                <a:gd name="csY52" fmla="*/ 361950 h 533400"/>
                <a:gd name="csX53" fmla="*/ 57150 w 647700"/>
                <a:gd name="csY53" fmla="*/ 285750 h 533400"/>
                <a:gd name="csX54" fmla="*/ 133350 w 647700"/>
                <a:gd name="csY54" fmla="*/ 285750 h 533400"/>
                <a:gd name="csX55" fmla="*/ 133350 w 647700"/>
                <a:gd name="csY55" fmla="*/ 171450 h 533400"/>
                <a:gd name="csX56" fmla="*/ 133350 w 647700"/>
                <a:gd name="csY56" fmla="*/ 247650 h 533400"/>
                <a:gd name="csX57" fmla="*/ 57150 w 647700"/>
                <a:gd name="csY57" fmla="*/ 247650 h 533400"/>
                <a:gd name="csX58" fmla="*/ 57150 w 647700"/>
                <a:gd name="csY58" fmla="*/ 171450 h 533400"/>
                <a:gd name="csX59" fmla="*/ 133350 w 647700"/>
                <a:gd name="csY59" fmla="*/ 171450 h 533400"/>
                <a:gd name="csX60" fmla="*/ 247650 w 647700"/>
                <a:gd name="csY60" fmla="*/ 247650 h 533400"/>
                <a:gd name="csX61" fmla="*/ 171450 w 647700"/>
                <a:gd name="csY61" fmla="*/ 247650 h 533400"/>
                <a:gd name="csX62" fmla="*/ 171450 w 647700"/>
                <a:gd name="csY62" fmla="*/ 171450 h 533400"/>
                <a:gd name="csX63" fmla="*/ 247650 w 647700"/>
                <a:gd name="csY63" fmla="*/ 171450 h 533400"/>
                <a:gd name="csX64" fmla="*/ 247650 w 647700"/>
                <a:gd name="csY64" fmla="*/ 247650 h 533400"/>
                <a:gd name="csX65" fmla="*/ 285750 w 647700"/>
                <a:gd name="csY65" fmla="*/ 247650 h 533400"/>
                <a:gd name="csX66" fmla="*/ 285750 w 647700"/>
                <a:gd name="csY66" fmla="*/ 171450 h 533400"/>
                <a:gd name="csX67" fmla="*/ 361950 w 647700"/>
                <a:gd name="csY67" fmla="*/ 171450 h 533400"/>
                <a:gd name="csX68" fmla="*/ 361950 w 647700"/>
                <a:gd name="csY68" fmla="*/ 247650 h 533400"/>
                <a:gd name="csX69" fmla="*/ 285750 w 647700"/>
                <a:gd name="csY69" fmla="*/ 247650 h 533400"/>
                <a:gd name="csX70" fmla="*/ 361950 w 647700"/>
                <a:gd name="csY70" fmla="*/ 361950 h 533400"/>
                <a:gd name="csX71" fmla="*/ 285750 w 647700"/>
                <a:gd name="csY71" fmla="*/ 361950 h 533400"/>
                <a:gd name="csX72" fmla="*/ 285750 w 647700"/>
                <a:gd name="csY72" fmla="*/ 285750 h 533400"/>
                <a:gd name="csX73" fmla="*/ 361950 w 647700"/>
                <a:gd name="csY73" fmla="*/ 285750 h 533400"/>
                <a:gd name="csX74" fmla="*/ 361950 w 647700"/>
                <a:gd name="csY74" fmla="*/ 361950 h 533400"/>
                <a:gd name="csX75" fmla="*/ 400050 w 647700"/>
                <a:gd name="csY75" fmla="*/ 361950 h 533400"/>
                <a:gd name="csX76" fmla="*/ 400050 w 647700"/>
                <a:gd name="csY76" fmla="*/ 285750 h 533400"/>
                <a:gd name="csX77" fmla="*/ 476250 w 647700"/>
                <a:gd name="csY77" fmla="*/ 285750 h 533400"/>
                <a:gd name="csX78" fmla="*/ 476250 w 647700"/>
                <a:gd name="csY78" fmla="*/ 361950 h 533400"/>
                <a:gd name="csX79" fmla="*/ 400050 w 647700"/>
                <a:gd name="csY79" fmla="*/ 361950 h 533400"/>
                <a:gd name="csX80" fmla="*/ 476250 w 647700"/>
                <a:gd name="csY80" fmla="*/ 57150 h 533400"/>
                <a:gd name="csX81" fmla="*/ 476250 w 647700"/>
                <a:gd name="csY81" fmla="*/ 133350 h 533400"/>
                <a:gd name="csX82" fmla="*/ 400050 w 647700"/>
                <a:gd name="csY82" fmla="*/ 133350 h 533400"/>
                <a:gd name="csX83" fmla="*/ 400050 w 647700"/>
                <a:gd name="csY83" fmla="*/ 57150 h 533400"/>
                <a:gd name="csX84" fmla="*/ 476250 w 647700"/>
                <a:gd name="csY84" fmla="*/ 57150 h 533400"/>
                <a:gd name="csX85" fmla="*/ 0 w 647700"/>
                <a:gd name="csY85" fmla="*/ 0 h 533400"/>
                <a:gd name="csX86" fmla="*/ 0 w 647700"/>
                <a:gd name="csY86" fmla="*/ 533400 h 533400"/>
                <a:gd name="csX87" fmla="*/ 647700 w 647700"/>
                <a:gd name="csY87" fmla="*/ 533400 h 533400"/>
                <a:gd name="csX88" fmla="*/ 647700 w 647700"/>
                <a:gd name="csY88" fmla="*/ 0 h 533400"/>
                <a:gd name="csX89" fmla="*/ 0 w 647700"/>
                <a:gd name="csY89" fmla="*/ 0 h 53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</a:cxnLst>
              <a:rect l="l" t="t" r="r" b="b"/>
              <a:pathLst>
                <a:path w="647700" h="533400">
                  <a:moveTo>
                    <a:pt x="590550" y="57150"/>
                  </a:moveTo>
                  <a:lnTo>
                    <a:pt x="590550" y="133350"/>
                  </a:lnTo>
                  <a:lnTo>
                    <a:pt x="514350" y="133350"/>
                  </a:lnTo>
                  <a:lnTo>
                    <a:pt x="514350" y="57150"/>
                  </a:lnTo>
                  <a:lnTo>
                    <a:pt x="590550" y="57150"/>
                  </a:lnTo>
                  <a:close/>
                  <a:moveTo>
                    <a:pt x="57150" y="400050"/>
                  </a:moveTo>
                  <a:lnTo>
                    <a:pt x="133350" y="400050"/>
                  </a:lnTo>
                  <a:lnTo>
                    <a:pt x="133350" y="476250"/>
                  </a:lnTo>
                  <a:lnTo>
                    <a:pt x="57150" y="476250"/>
                  </a:lnTo>
                  <a:lnTo>
                    <a:pt x="57150" y="400050"/>
                  </a:lnTo>
                  <a:close/>
                  <a:moveTo>
                    <a:pt x="247650" y="57150"/>
                  </a:moveTo>
                  <a:lnTo>
                    <a:pt x="247650" y="133350"/>
                  </a:lnTo>
                  <a:lnTo>
                    <a:pt x="171450" y="133350"/>
                  </a:lnTo>
                  <a:lnTo>
                    <a:pt x="171450" y="57150"/>
                  </a:lnTo>
                  <a:lnTo>
                    <a:pt x="247650" y="57150"/>
                  </a:lnTo>
                  <a:close/>
                  <a:moveTo>
                    <a:pt x="361950" y="57150"/>
                  </a:moveTo>
                  <a:lnTo>
                    <a:pt x="361950" y="133350"/>
                  </a:lnTo>
                  <a:lnTo>
                    <a:pt x="285750" y="133350"/>
                  </a:lnTo>
                  <a:lnTo>
                    <a:pt x="285750" y="57150"/>
                  </a:lnTo>
                  <a:lnTo>
                    <a:pt x="361950" y="57150"/>
                  </a:lnTo>
                  <a:close/>
                  <a:moveTo>
                    <a:pt x="476250" y="247650"/>
                  </a:moveTo>
                  <a:lnTo>
                    <a:pt x="400050" y="247650"/>
                  </a:lnTo>
                  <a:lnTo>
                    <a:pt x="400050" y="171450"/>
                  </a:lnTo>
                  <a:lnTo>
                    <a:pt x="476250" y="171450"/>
                  </a:lnTo>
                  <a:lnTo>
                    <a:pt x="476250" y="247650"/>
                  </a:lnTo>
                  <a:close/>
                  <a:moveTo>
                    <a:pt x="514350" y="247650"/>
                  </a:moveTo>
                  <a:lnTo>
                    <a:pt x="514350" y="171450"/>
                  </a:lnTo>
                  <a:lnTo>
                    <a:pt x="590550" y="171450"/>
                  </a:lnTo>
                  <a:lnTo>
                    <a:pt x="590550" y="247650"/>
                  </a:lnTo>
                  <a:lnTo>
                    <a:pt x="514350" y="247650"/>
                  </a:lnTo>
                  <a:close/>
                  <a:moveTo>
                    <a:pt x="514350" y="361950"/>
                  </a:moveTo>
                  <a:lnTo>
                    <a:pt x="514350" y="285750"/>
                  </a:lnTo>
                  <a:lnTo>
                    <a:pt x="590550" y="285750"/>
                  </a:lnTo>
                  <a:lnTo>
                    <a:pt x="590550" y="361950"/>
                  </a:lnTo>
                  <a:lnTo>
                    <a:pt x="514350" y="361950"/>
                  </a:lnTo>
                  <a:close/>
                  <a:moveTo>
                    <a:pt x="285750" y="400050"/>
                  </a:moveTo>
                  <a:lnTo>
                    <a:pt x="361950" y="400050"/>
                  </a:lnTo>
                  <a:lnTo>
                    <a:pt x="361950" y="476250"/>
                  </a:lnTo>
                  <a:lnTo>
                    <a:pt x="285750" y="476250"/>
                  </a:lnTo>
                  <a:lnTo>
                    <a:pt x="285750" y="400050"/>
                  </a:lnTo>
                  <a:close/>
                  <a:moveTo>
                    <a:pt x="247650" y="400050"/>
                  </a:moveTo>
                  <a:lnTo>
                    <a:pt x="247650" y="476250"/>
                  </a:lnTo>
                  <a:lnTo>
                    <a:pt x="171450" y="476250"/>
                  </a:lnTo>
                  <a:lnTo>
                    <a:pt x="171450" y="400050"/>
                  </a:lnTo>
                  <a:lnTo>
                    <a:pt x="247650" y="400050"/>
                  </a:lnTo>
                  <a:close/>
                  <a:moveTo>
                    <a:pt x="171450" y="285750"/>
                  </a:moveTo>
                  <a:lnTo>
                    <a:pt x="247650" y="285750"/>
                  </a:lnTo>
                  <a:lnTo>
                    <a:pt x="247650" y="361950"/>
                  </a:lnTo>
                  <a:lnTo>
                    <a:pt x="171450" y="361950"/>
                  </a:lnTo>
                  <a:lnTo>
                    <a:pt x="171450" y="285750"/>
                  </a:lnTo>
                  <a:close/>
                  <a:moveTo>
                    <a:pt x="133350" y="285750"/>
                  </a:moveTo>
                  <a:lnTo>
                    <a:pt x="133350" y="361950"/>
                  </a:lnTo>
                  <a:lnTo>
                    <a:pt x="57150" y="361950"/>
                  </a:lnTo>
                  <a:lnTo>
                    <a:pt x="57150" y="285750"/>
                  </a:lnTo>
                  <a:lnTo>
                    <a:pt x="133350" y="285750"/>
                  </a:lnTo>
                  <a:close/>
                  <a:moveTo>
                    <a:pt x="133350" y="171450"/>
                  </a:moveTo>
                  <a:lnTo>
                    <a:pt x="133350" y="247650"/>
                  </a:lnTo>
                  <a:lnTo>
                    <a:pt x="57150" y="247650"/>
                  </a:lnTo>
                  <a:lnTo>
                    <a:pt x="57150" y="171450"/>
                  </a:lnTo>
                  <a:lnTo>
                    <a:pt x="133350" y="171450"/>
                  </a:lnTo>
                  <a:close/>
                  <a:moveTo>
                    <a:pt x="247650" y="247650"/>
                  </a:moveTo>
                  <a:lnTo>
                    <a:pt x="171450" y="247650"/>
                  </a:lnTo>
                  <a:lnTo>
                    <a:pt x="171450" y="171450"/>
                  </a:lnTo>
                  <a:lnTo>
                    <a:pt x="247650" y="171450"/>
                  </a:lnTo>
                  <a:lnTo>
                    <a:pt x="247650" y="247650"/>
                  </a:lnTo>
                  <a:close/>
                  <a:moveTo>
                    <a:pt x="285750" y="247650"/>
                  </a:moveTo>
                  <a:lnTo>
                    <a:pt x="285750" y="171450"/>
                  </a:lnTo>
                  <a:lnTo>
                    <a:pt x="361950" y="171450"/>
                  </a:lnTo>
                  <a:lnTo>
                    <a:pt x="361950" y="247650"/>
                  </a:lnTo>
                  <a:lnTo>
                    <a:pt x="285750" y="247650"/>
                  </a:lnTo>
                  <a:close/>
                  <a:moveTo>
                    <a:pt x="361950" y="361950"/>
                  </a:moveTo>
                  <a:lnTo>
                    <a:pt x="285750" y="361950"/>
                  </a:lnTo>
                  <a:lnTo>
                    <a:pt x="285750" y="285750"/>
                  </a:lnTo>
                  <a:lnTo>
                    <a:pt x="361950" y="285750"/>
                  </a:lnTo>
                  <a:lnTo>
                    <a:pt x="361950" y="361950"/>
                  </a:lnTo>
                  <a:close/>
                  <a:moveTo>
                    <a:pt x="400050" y="361950"/>
                  </a:moveTo>
                  <a:lnTo>
                    <a:pt x="400050" y="285750"/>
                  </a:lnTo>
                  <a:lnTo>
                    <a:pt x="476250" y="285750"/>
                  </a:lnTo>
                  <a:lnTo>
                    <a:pt x="476250" y="361950"/>
                  </a:lnTo>
                  <a:lnTo>
                    <a:pt x="400050" y="361950"/>
                  </a:lnTo>
                  <a:close/>
                  <a:moveTo>
                    <a:pt x="476250" y="57150"/>
                  </a:moveTo>
                  <a:lnTo>
                    <a:pt x="476250" y="133350"/>
                  </a:lnTo>
                  <a:lnTo>
                    <a:pt x="400050" y="133350"/>
                  </a:lnTo>
                  <a:lnTo>
                    <a:pt x="400050" y="57150"/>
                  </a:lnTo>
                  <a:lnTo>
                    <a:pt x="476250" y="57150"/>
                  </a:lnTo>
                  <a:close/>
                  <a:moveTo>
                    <a:pt x="0" y="0"/>
                  </a:moveTo>
                  <a:lnTo>
                    <a:pt x="0" y="533400"/>
                  </a:lnTo>
                  <a:lnTo>
                    <a:pt x="647700" y="533400"/>
                  </a:lnTo>
                  <a:lnTo>
                    <a:pt x="647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7A3957A-833B-A851-4919-2F30A84F6866}"/>
                </a:ext>
              </a:extLst>
            </p:cNvPr>
            <p:cNvSpPr/>
            <p:nvPr/>
          </p:nvSpPr>
          <p:spPr>
            <a:xfrm>
              <a:off x="4086962" y="8350256"/>
              <a:ext cx="295122" cy="34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B1F7B0D4-5F3D-878E-B42E-E37BAA3A64E4}"/>
              </a:ext>
            </a:extLst>
          </p:cNvPr>
          <p:cNvSpPr txBox="1"/>
          <p:nvPr/>
        </p:nvSpPr>
        <p:spPr>
          <a:xfrm>
            <a:off x="1934728" y="420660"/>
            <a:ext cx="1259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C5384FE-1333-130F-FA42-8EE100D6A757}"/>
              </a:ext>
            </a:extLst>
          </p:cNvPr>
          <p:cNvSpPr txBox="1"/>
          <p:nvPr/>
        </p:nvSpPr>
        <p:spPr>
          <a:xfrm>
            <a:off x="1934728" y="3477993"/>
            <a:ext cx="1259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노트 아이콘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402.5x267.5dp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FC5E00E-26D4-5472-0CB3-42F9AAA49747}"/>
              </a:ext>
            </a:extLst>
          </p:cNvPr>
          <p:cNvSpPr txBox="1"/>
          <p:nvPr/>
        </p:nvSpPr>
        <p:spPr>
          <a:xfrm>
            <a:off x="1934728" y="1777194"/>
            <a:ext cx="1259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노트 아이콘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402.5x267.5dp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6B93769-F500-FAD6-CC89-C602E36793AE}"/>
              </a:ext>
            </a:extLst>
          </p:cNvPr>
          <p:cNvSpPr txBox="1"/>
          <p:nvPr/>
        </p:nvSpPr>
        <p:spPr>
          <a:xfrm>
            <a:off x="-71460" y="3791257"/>
            <a:ext cx="1259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노트 아이콘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217x327dp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7BDD2B-D237-9750-ECC5-E0912B9B46DA}"/>
              </a:ext>
            </a:extLst>
          </p:cNvPr>
          <p:cNvSpPr txBox="1"/>
          <p:nvPr/>
        </p:nvSpPr>
        <p:spPr>
          <a:xfrm>
            <a:off x="2033197" y="1093612"/>
            <a:ext cx="1638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타이틀부터 아이콘까지 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68dp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7" name="자유형: 도형 116">
            <a:extLst>
              <a:ext uri="{FF2B5EF4-FFF2-40B4-BE49-F238E27FC236}">
                <a16:creationId xmlns:a16="http://schemas.microsoft.com/office/drawing/2014/main" id="{C7E3534E-6BD0-CA9A-B79B-21BFCD7D9F5D}"/>
              </a:ext>
            </a:extLst>
          </p:cNvPr>
          <p:cNvSpPr/>
          <p:nvPr/>
        </p:nvSpPr>
        <p:spPr>
          <a:xfrm>
            <a:off x="3719119" y="1076961"/>
            <a:ext cx="105364" cy="495268"/>
          </a:xfrm>
          <a:custGeom>
            <a:avLst/>
            <a:gdLst>
              <a:gd name="csX0" fmla="*/ 0 w 0"/>
              <a:gd name="csY0" fmla="*/ 0 h 1205653"/>
              <a:gd name="csX1" fmla="*/ 0 w 0"/>
              <a:gd name="csY1" fmla="*/ 1205653 h 120565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205653">
                <a:moveTo>
                  <a:pt x="0" y="0"/>
                </a:moveTo>
                <a:lnTo>
                  <a:pt x="0" y="1205653"/>
                </a:lnTo>
              </a:path>
            </a:pathLst>
          </a:custGeom>
          <a:noFill/>
          <a:ln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2C60315B-9115-F430-D525-778DEE4F3E4D}"/>
              </a:ext>
            </a:extLst>
          </p:cNvPr>
          <p:cNvGrpSpPr/>
          <p:nvPr/>
        </p:nvGrpSpPr>
        <p:grpSpPr>
          <a:xfrm>
            <a:off x="3987345" y="1544638"/>
            <a:ext cx="252000" cy="252000"/>
            <a:chOff x="7930399" y="8014026"/>
            <a:chExt cx="540000" cy="540000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235C646D-11D5-47A5-BCAD-45F563F2D437}"/>
                </a:ext>
              </a:extLst>
            </p:cNvPr>
            <p:cNvSpPr/>
            <p:nvPr/>
          </p:nvSpPr>
          <p:spPr>
            <a:xfrm>
              <a:off x="7930399" y="8014026"/>
              <a:ext cx="540000" cy="540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0968013A-1FAA-945E-36AA-087AACFCA877}"/>
                </a:ext>
              </a:extLst>
            </p:cNvPr>
            <p:cNvGrpSpPr/>
            <p:nvPr/>
          </p:nvGrpSpPr>
          <p:grpSpPr>
            <a:xfrm>
              <a:off x="8095624" y="8171227"/>
              <a:ext cx="209550" cy="225599"/>
              <a:chOff x="8710803" y="7939061"/>
              <a:chExt cx="209550" cy="225599"/>
            </a:xfrm>
          </p:grpSpPr>
          <p:sp>
            <p:nvSpPr>
              <p:cNvPr id="125" name="이등변 삼각형 76">
                <a:extLst>
                  <a:ext uri="{FF2B5EF4-FFF2-40B4-BE49-F238E27FC236}">
                    <a16:creationId xmlns:a16="http://schemas.microsoft.com/office/drawing/2014/main" id="{05F011C8-34DF-C7F9-E1AD-902EEAE940CE}"/>
                  </a:ext>
                </a:extLst>
              </p:cNvPr>
              <p:cNvSpPr/>
              <p:nvPr/>
            </p:nvSpPr>
            <p:spPr>
              <a:xfrm>
                <a:off x="8743985" y="7939061"/>
                <a:ext cx="143186" cy="74965"/>
              </a:xfrm>
              <a:custGeom>
                <a:avLst/>
                <a:gdLst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277281 w 503933"/>
                  <a:gd name="csY3" fmla="*/ 180027 h 180027"/>
                  <a:gd name="csX4" fmla="*/ 0 w 503933"/>
                  <a:gd name="csY4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9552"/>
                  <a:gd name="csX1" fmla="*/ 251967 w 503933"/>
                  <a:gd name="csY1" fmla="*/ 0 h 189552"/>
                  <a:gd name="csX2" fmla="*/ 503933 w 503933"/>
                  <a:gd name="csY2" fmla="*/ 180027 h 189552"/>
                  <a:gd name="csX3" fmla="*/ 340781 w 503933"/>
                  <a:gd name="csY3" fmla="*/ 189552 h 189552"/>
                  <a:gd name="csX4" fmla="*/ 0 w 503933"/>
                  <a:gd name="csY4" fmla="*/ 180027 h 189552"/>
                  <a:gd name="csX0" fmla="*/ 340781 w 503933"/>
                  <a:gd name="csY0" fmla="*/ 189552 h 280992"/>
                  <a:gd name="csX1" fmla="*/ 0 w 503933"/>
                  <a:gd name="csY1" fmla="*/ 180027 h 280992"/>
                  <a:gd name="csX2" fmla="*/ 251967 w 503933"/>
                  <a:gd name="csY2" fmla="*/ 0 h 280992"/>
                  <a:gd name="csX3" fmla="*/ 503933 w 503933"/>
                  <a:gd name="csY3" fmla="*/ 180027 h 280992"/>
                  <a:gd name="csX4" fmla="*/ 432221 w 503933"/>
                  <a:gd name="csY4" fmla="*/ 280992 h 280992"/>
                  <a:gd name="csX0" fmla="*/ 340781 w 503933"/>
                  <a:gd name="csY0" fmla="*/ 189552 h 189552"/>
                  <a:gd name="csX1" fmla="*/ 0 w 503933"/>
                  <a:gd name="csY1" fmla="*/ 180027 h 189552"/>
                  <a:gd name="csX2" fmla="*/ 251967 w 503933"/>
                  <a:gd name="csY2" fmla="*/ 0 h 189552"/>
                  <a:gd name="csX3" fmla="*/ 503933 w 503933"/>
                  <a:gd name="csY3" fmla="*/ 180027 h 189552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3933" h="180027">
                    <a:moveTo>
                      <a:pt x="0" y="180027"/>
                    </a:moveTo>
                    <a:lnTo>
                      <a:pt x="251967" y="0"/>
                    </a:lnTo>
                    <a:lnTo>
                      <a:pt x="503933" y="180027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6E25DA99-E4A0-2097-3C97-52427129FBDD}"/>
                  </a:ext>
                </a:extLst>
              </p:cNvPr>
              <p:cNvCxnSpPr>
                <a:cxnSpLocks/>
                <a:stCxn id="125" idx="1"/>
              </p:cNvCxnSpPr>
              <p:nvPr/>
            </p:nvCxnSpPr>
            <p:spPr>
              <a:xfrm>
                <a:off x="8815578" y="7939061"/>
                <a:ext cx="0" cy="154414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F30E0EBA-C6AC-C3B7-10AC-D20D3C255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0803" y="8164660"/>
                <a:ext cx="209550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85D27FC5-5B51-84BC-773D-68EF79EBDD77}"/>
              </a:ext>
            </a:extLst>
          </p:cNvPr>
          <p:cNvGrpSpPr/>
          <p:nvPr/>
        </p:nvGrpSpPr>
        <p:grpSpPr>
          <a:xfrm>
            <a:off x="3610240" y="1546799"/>
            <a:ext cx="252000" cy="252000"/>
            <a:chOff x="4180359" y="1297145"/>
            <a:chExt cx="252000" cy="252000"/>
          </a:xfrm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70418DC-516A-02A9-B073-00E230179687}"/>
                </a:ext>
              </a:extLst>
            </p:cNvPr>
            <p:cNvSpPr/>
            <p:nvPr/>
          </p:nvSpPr>
          <p:spPr>
            <a:xfrm>
              <a:off x="4180359" y="1297145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56B17AA-842F-05CB-2CCB-58F381C1F955}"/>
                </a:ext>
              </a:extLst>
            </p:cNvPr>
            <p:cNvGrpSpPr/>
            <p:nvPr/>
          </p:nvGrpSpPr>
          <p:grpSpPr>
            <a:xfrm>
              <a:off x="4248229" y="1365015"/>
              <a:ext cx="116262" cy="116262"/>
              <a:chOff x="4248229" y="1365015"/>
              <a:chExt cx="116262" cy="116262"/>
            </a:xfrm>
          </p:grpSpPr>
          <p:cxnSp>
            <p:nvCxnSpPr>
              <p:cNvPr id="131" name="직선 연결선 130">
                <a:extLst>
                  <a:ext uri="{FF2B5EF4-FFF2-40B4-BE49-F238E27FC236}">
                    <a16:creationId xmlns:a16="http://schemas.microsoft.com/office/drawing/2014/main" id="{C1460E2F-7DF3-ED99-9ED2-76EFD452FB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8229" y="1423146"/>
                <a:ext cx="116262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54682976-7A8B-748C-36BF-8FC3E0349C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6360" y="1365015"/>
                <a:ext cx="0" cy="116262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DEC0964-E2F1-F58C-A884-7BF6E74A187F}"/>
              </a:ext>
            </a:extLst>
          </p:cNvPr>
          <p:cNvGrpSpPr/>
          <p:nvPr/>
        </p:nvGrpSpPr>
        <p:grpSpPr>
          <a:xfrm>
            <a:off x="4364450" y="1546799"/>
            <a:ext cx="252000" cy="252000"/>
            <a:chOff x="3592217" y="1546799"/>
            <a:chExt cx="252000" cy="252000"/>
          </a:xfrm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BCDE128-FF18-20BD-D4DE-7D021CCFDC39}"/>
                </a:ext>
              </a:extLst>
            </p:cNvPr>
            <p:cNvSpPr/>
            <p:nvPr/>
          </p:nvSpPr>
          <p:spPr>
            <a:xfrm>
              <a:off x="3592217" y="1546799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657FE48-7038-FE26-98A7-C7C08C368E5E}"/>
                </a:ext>
              </a:extLst>
            </p:cNvPr>
            <p:cNvGrpSpPr/>
            <p:nvPr/>
          </p:nvGrpSpPr>
          <p:grpSpPr>
            <a:xfrm>
              <a:off x="3651265" y="1602800"/>
              <a:ext cx="128628" cy="139999"/>
              <a:chOff x="3661287" y="1602800"/>
              <a:chExt cx="128628" cy="139999"/>
            </a:xfrm>
          </p:grpSpPr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6AC2892E-E2E8-0151-0AA4-45978C8E6207}"/>
                  </a:ext>
                </a:extLst>
              </p:cNvPr>
              <p:cNvSpPr/>
              <p:nvPr/>
            </p:nvSpPr>
            <p:spPr>
              <a:xfrm>
                <a:off x="3681330" y="1602800"/>
                <a:ext cx="108585" cy="139999"/>
              </a:xfrm>
              <a:custGeom>
                <a:avLst/>
                <a:gdLst>
                  <a:gd name="csX0" fmla="*/ 35604 w 127892"/>
                  <a:gd name="csY0" fmla="*/ 0 h 164891"/>
                  <a:gd name="csX1" fmla="*/ 92288 w 127892"/>
                  <a:gd name="csY1" fmla="*/ 0 h 164891"/>
                  <a:gd name="csX2" fmla="*/ 127892 w 127892"/>
                  <a:gd name="csY2" fmla="*/ 35604 h 164891"/>
                  <a:gd name="csX3" fmla="*/ 127892 w 127892"/>
                  <a:gd name="csY3" fmla="*/ 129287 h 164891"/>
                  <a:gd name="csX4" fmla="*/ 92288 w 127892"/>
                  <a:gd name="csY4" fmla="*/ 164891 h 164891"/>
                  <a:gd name="csX5" fmla="*/ 35604 w 127892"/>
                  <a:gd name="csY5" fmla="*/ 164891 h 164891"/>
                  <a:gd name="csX6" fmla="*/ 0 w 127892"/>
                  <a:gd name="csY6" fmla="*/ 129287 h 164891"/>
                  <a:gd name="csX7" fmla="*/ 0 w 127892"/>
                  <a:gd name="csY7" fmla="*/ 127023 h 164891"/>
                  <a:gd name="csX8" fmla="*/ 60434 w 127892"/>
                  <a:gd name="csY8" fmla="*/ 127023 h 164891"/>
                  <a:gd name="csX9" fmla="*/ 60434 w 127892"/>
                  <a:gd name="csY9" fmla="*/ 37869 h 164891"/>
                  <a:gd name="csX10" fmla="*/ 0 w 127892"/>
                  <a:gd name="csY10" fmla="*/ 37869 h 164891"/>
                  <a:gd name="csX11" fmla="*/ 0 w 127892"/>
                  <a:gd name="csY11" fmla="*/ 35604 h 164891"/>
                  <a:gd name="csX12" fmla="*/ 35604 w 127892"/>
                  <a:gd name="csY12" fmla="*/ 0 h 164891"/>
                  <a:gd name="csX0" fmla="*/ 60434 w 151874"/>
                  <a:gd name="csY0" fmla="*/ 127023 h 218463"/>
                  <a:gd name="csX1" fmla="*/ 60434 w 151874"/>
                  <a:gd name="csY1" fmla="*/ 37869 h 218463"/>
                  <a:gd name="csX2" fmla="*/ 0 w 151874"/>
                  <a:gd name="csY2" fmla="*/ 37869 h 218463"/>
                  <a:gd name="csX3" fmla="*/ 0 w 151874"/>
                  <a:gd name="csY3" fmla="*/ 35604 h 218463"/>
                  <a:gd name="csX4" fmla="*/ 35604 w 151874"/>
                  <a:gd name="csY4" fmla="*/ 0 h 218463"/>
                  <a:gd name="csX5" fmla="*/ 92288 w 151874"/>
                  <a:gd name="csY5" fmla="*/ 0 h 218463"/>
                  <a:gd name="csX6" fmla="*/ 127892 w 151874"/>
                  <a:gd name="csY6" fmla="*/ 35604 h 218463"/>
                  <a:gd name="csX7" fmla="*/ 127892 w 151874"/>
                  <a:gd name="csY7" fmla="*/ 129287 h 218463"/>
                  <a:gd name="csX8" fmla="*/ 92288 w 151874"/>
                  <a:gd name="csY8" fmla="*/ 164891 h 218463"/>
                  <a:gd name="csX9" fmla="*/ 35604 w 151874"/>
                  <a:gd name="csY9" fmla="*/ 164891 h 218463"/>
                  <a:gd name="csX10" fmla="*/ 0 w 151874"/>
                  <a:gd name="csY10" fmla="*/ 129287 h 218463"/>
                  <a:gd name="csX11" fmla="*/ 0 w 151874"/>
                  <a:gd name="csY11" fmla="*/ 127023 h 218463"/>
                  <a:gd name="csX12" fmla="*/ 151874 w 151874"/>
                  <a:gd name="csY12" fmla="*/ 218463 h 218463"/>
                  <a:gd name="csX0" fmla="*/ 60434 w 127892"/>
                  <a:gd name="csY0" fmla="*/ 127023 h 164891"/>
                  <a:gd name="csX1" fmla="*/ 60434 w 127892"/>
                  <a:gd name="csY1" fmla="*/ 37869 h 164891"/>
                  <a:gd name="csX2" fmla="*/ 0 w 127892"/>
                  <a:gd name="csY2" fmla="*/ 37869 h 164891"/>
                  <a:gd name="csX3" fmla="*/ 0 w 127892"/>
                  <a:gd name="csY3" fmla="*/ 35604 h 164891"/>
                  <a:gd name="csX4" fmla="*/ 35604 w 127892"/>
                  <a:gd name="csY4" fmla="*/ 0 h 164891"/>
                  <a:gd name="csX5" fmla="*/ 92288 w 127892"/>
                  <a:gd name="csY5" fmla="*/ 0 h 164891"/>
                  <a:gd name="csX6" fmla="*/ 127892 w 127892"/>
                  <a:gd name="csY6" fmla="*/ 35604 h 164891"/>
                  <a:gd name="csX7" fmla="*/ 127892 w 127892"/>
                  <a:gd name="csY7" fmla="*/ 129287 h 164891"/>
                  <a:gd name="csX8" fmla="*/ 92288 w 127892"/>
                  <a:gd name="csY8" fmla="*/ 164891 h 164891"/>
                  <a:gd name="csX9" fmla="*/ 35604 w 127892"/>
                  <a:gd name="csY9" fmla="*/ 164891 h 164891"/>
                  <a:gd name="csX10" fmla="*/ 0 w 127892"/>
                  <a:gd name="csY10" fmla="*/ 129287 h 164891"/>
                  <a:gd name="csX11" fmla="*/ 0 w 127892"/>
                  <a:gd name="csY11" fmla="*/ 127023 h 164891"/>
                  <a:gd name="csX0" fmla="*/ 60434 w 127892"/>
                  <a:gd name="csY0" fmla="*/ 37869 h 164891"/>
                  <a:gd name="csX1" fmla="*/ 0 w 127892"/>
                  <a:gd name="csY1" fmla="*/ 37869 h 164891"/>
                  <a:gd name="csX2" fmla="*/ 0 w 127892"/>
                  <a:gd name="csY2" fmla="*/ 35604 h 164891"/>
                  <a:gd name="csX3" fmla="*/ 35604 w 127892"/>
                  <a:gd name="csY3" fmla="*/ 0 h 164891"/>
                  <a:gd name="csX4" fmla="*/ 92288 w 127892"/>
                  <a:gd name="csY4" fmla="*/ 0 h 164891"/>
                  <a:gd name="csX5" fmla="*/ 127892 w 127892"/>
                  <a:gd name="csY5" fmla="*/ 35604 h 164891"/>
                  <a:gd name="csX6" fmla="*/ 127892 w 127892"/>
                  <a:gd name="csY6" fmla="*/ 129287 h 164891"/>
                  <a:gd name="csX7" fmla="*/ 92288 w 127892"/>
                  <a:gd name="csY7" fmla="*/ 164891 h 164891"/>
                  <a:gd name="csX8" fmla="*/ 35604 w 127892"/>
                  <a:gd name="csY8" fmla="*/ 164891 h 164891"/>
                  <a:gd name="csX9" fmla="*/ 0 w 127892"/>
                  <a:gd name="csY9" fmla="*/ 129287 h 164891"/>
                  <a:gd name="csX10" fmla="*/ 0 w 127892"/>
                  <a:gd name="csY10" fmla="*/ 127023 h 164891"/>
                  <a:gd name="csX0" fmla="*/ 0 w 127892"/>
                  <a:gd name="csY0" fmla="*/ 37869 h 164891"/>
                  <a:gd name="csX1" fmla="*/ 0 w 127892"/>
                  <a:gd name="csY1" fmla="*/ 35604 h 164891"/>
                  <a:gd name="csX2" fmla="*/ 35604 w 127892"/>
                  <a:gd name="csY2" fmla="*/ 0 h 164891"/>
                  <a:gd name="csX3" fmla="*/ 92288 w 127892"/>
                  <a:gd name="csY3" fmla="*/ 0 h 164891"/>
                  <a:gd name="csX4" fmla="*/ 127892 w 127892"/>
                  <a:gd name="csY4" fmla="*/ 35604 h 164891"/>
                  <a:gd name="csX5" fmla="*/ 127892 w 127892"/>
                  <a:gd name="csY5" fmla="*/ 129287 h 164891"/>
                  <a:gd name="csX6" fmla="*/ 92288 w 127892"/>
                  <a:gd name="csY6" fmla="*/ 164891 h 164891"/>
                  <a:gd name="csX7" fmla="*/ 35604 w 127892"/>
                  <a:gd name="csY7" fmla="*/ 164891 h 164891"/>
                  <a:gd name="csX8" fmla="*/ 0 w 127892"/>
                  <a:gd name="csY8" fmla="*/ 129287 h 164891"/>
                  <a:gd name="csX9" fmla="*/ 0 w 127892"/>
                  <a:gd name="csY9" fmla="*/ 127023 h 164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92" h="164891">
                    <a:moveTo>
                      <a:pt x="0" y="37869"/>
                    </a:moveTo>
                    <a:lnTo>
                      <a:pt x="0" y="35604"/>
                    </a:lnTo>
                    <a:cubicBezTo>
                      <a:pt x="0" y="15940"/>
                      <a:pt x="15940" y="0"/>
                      <a:pt x="35604" y="0"/>
                    </a:cubicBezTo>
                    <a:lnTo>
                      <a:pt x="92288" y="0"/>
                    </a:lnTo>
                    <a:cubicBezTo>
                      <a:pt x="111952" y="0"/>
                      <a:pt x="127892" y="15940"/>
                      <a:pt x="127892" y="35604"/>
                    </a:cubicBezTo>
                    <a:lnTo>
                      <a:pt x="127892" y="129287"/>
                    </a:lnTo>
                    <a:cubicBezTo>
                      <a:pt x="127892" y="148951"/>
                      <a:pt x="111952" y="164891"/>
                      <a:pt x="92288" y="164891"/>
                    </a:cubicBezTo>
                    <a:lnTo>
                      <a:pt x="35604" y="164891"/>
                    </a:lnTo>
                    <a:cubicBezTo>
                      <a:pt x="15940" y="164891"/>
                      <a:pt x="0" y="148951"/>
                      <a:pt x="0" y="129287"/>
                    </a:cubicBezTo>
                    <a:lnTo>
                      <a:pt x="0" y="127023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83EED92D-B33E-84B6-AB4B-DD9D7CC390D8}"/>
                  </a:ext>
                </a:extLst>
              </p:cNvPr>
              <p:cNvGrpSpPr/>
              <p:nvPr/>
            </p:nvGrpSpPr>
            <p:grpSpPr>
              <a:xfrm rot="5400000">
                <a:off x="3673707" y="1629790"/>
                <a:ext cx="61180" cy="86019"/>
                <a:chOff x="4214225" y="1770397"/>
                <a:chExt cx="66820" cy="93947"/>
              </a:xfrm>
            </p:grpSpPr>
            <p:sp>
              <p:nvSpPr>
                <p:cNvPr id="138" name="이등변 삼각형 76">
                  <a:extLst>
                    <a:ext uri="{FF2B5EF4-FFF2-40B4-BE49-F238E27FC236}">
                      <a16:creationId xmlns:a16="http://schemas.microsoft.com/office/drawing/2014/main" id="{3DECBAB0-C696-0F84-FD7B-8FCDBAD19EB9}"/>
                    </a:ext>
                  </a:extLst>
                </p:cNvPr>
                <p:cNvSpPr/>
                <p:nvPr/>
              </p:nvSpPr>
              <p:spPr>
                <a:xfrm>
                  <a:off x="4214225" y="1770398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161F0BD7-273D-E533-F2A7-13102234FB80}"/>
                    </a:ext>
                  </a:extLst>
                </p:cNvPr>
                <p:cNvCxnSpPr>
                  <a:cxnSpLocks/>
                  <a:stCxn id="138" idx="1"/>
                </p:cNvCxnSpPr>
                <p:nvPr/>
              </p:nvCxnSpPr>
              <p:spPr>
                <a:xfrm rot="16200000" flipH="1">
                  <a:off x="4200662" y="1817371"/>
                  <a:ext cx="93947" cy="0"/>
                </a:xfrm>
                <a:prstGeom prst="line">
                  <a:avLst/>
                </a:pr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E02424E5-9F0C-9817-8AF0-F0F47914711B}"/>
              </a:ext>
            </a:extLst>
          </p:cNvPr>
          <p:cNvSpPr txBox="1"/>
          <p:nvPr/>
        </p:nvSpPr>
        <p:spPr>
          <a:xfrm>
            <a:off x="0" y="-300673"/>
            <a:ext cx="4686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홈화면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520C8B8-2498-A046-0FD5-33BCFF0C25A0}"/>
              </a:ext>
            </a:extLst>
          </p:cNvPr>
          <p:cNvGrpSpPr/>
          <p:nvPr/>
        </p:nvGrpSpPr>
        <p:grpSpPr>
          <a:xfrm>
            <a:off x="842688" y="5929338"/>
            <a:ext cx="430600" cy="430600"/>
            <a:chOff x="842688" y="5929338"/>
            <a:chExt cx="430600" cy="430600"/>
          </a:xfrm>
        </p:grpSpPr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4446B6AD-3C44-03DA-62E9-2E28DD1903A8}"/>
                </a:ext>
              </a:extLst>
            </p:cNvPr>
            <p:cNvSpPr/>
            <p:nvPr/>
          </p:nvSpPr>
          <p:spPr>
            <a:xfrm>
              <a:off x="842688" y="5929338"/>
              <a:ext cx="430600" cy="430600"/>
            </a:xfrm>
            <a:prstGeom prst="ellipse">
              <a:avLst/>
            </a:prstGeom>
            <a:solidFill>
              <a:srgbClr val="1E2D4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102" name="그래픽 15" descr="주택 윤곽선">
              <a:extLst>
                <a:ext uri="{FF2B5EF4-FFF2-40B4-BE49-F238E27FC236}">
                  <a16:creationId xmlns:a16="http://schemas.microsoft.com/office/drawing/2014/main" id="{0CCB87C4-E3E5-E15D-48EC-443173CD3795}"/>
                </a:ext>
              </a:extLst>
            </p:cNvPr>
            <p:cNvSpPr>
              <a:spLocks/>
            </p:cNvSpPr>
            <p:nvPr/>
          </p:nvSpPr>
          <p:spPr>
            <a:xfrm>
              <a:off x="947625" y="6034275"/>
              <a:ext cx="220727" cy="220727"/>
            </a:xfrm>
            <a:custGeom>
              <a:avLst/>
              <a:gdLst>
                <a:gd name="csX0" fmla="*/ 0 w 789298"/>
                <a:gd name="csY0" fmla="*/ 374885 h 699134"/>
                <a:gd name="csX1" fmla="*/ 61808 w 789298"/>
                <a:gd name="csY1" fmla="*/ 436683 h 699134"/>
                <a:gd name="csX2" fmla="*/ 108899 w 789298"/>
                <a:gd name="csY2" fmla="*/ 392087 h 699134"/>
                <a:gd name="csX3" fmla="*/ 108899 w 789298"/>
                <a:gd name="csY3" fmla="*/ 698906 h 699134"/>
                <a:gd name="csX4" fmla="*/ 347024 w 789298"/>
                <a:gd name="csY4" fmla="*/ 699002 h 699134"/>
                <a:gd name="csX5" fmla="*/ 347024 w 789298"/>
                <a:gd name="csY5" fmla="*/ 461172 h 699134"/>
                <a:gd name="csX6" fmla="*/ 442274 w 789298"/>
                <a:gd name="csY6" fmla="*/ 461172 h 699134"/>
                <a:gd name="csX7" fmla="*/ 442274 w 789298"/>
                <a:gd name="csY7" fmla="*/ 699040 h 699134"/>
                <a:gd name="csX8" fmla="*/ 680399 w 789298"/>
                <a:gd name="csY8" fmla="*/ 699135 h 699134"/>
                <a:gd name="csX9" fmla="*/ 680399 w 789298"/>
                <a:gd name="csY9" fmla="*/ 391687 h 699134"/>
                <a:gd name="csX10" fmla="*/ 727729 w 789298"/>
                <a:gd name="csY10" fmla="*/ 436455 h 699134"/>
                <a:gd name="csX11" fmla="*/ 789299 w 789298"/>
                <a:gd name="csY11" fmla="*/ 374894 h 699134"/>
                <a:gd name="csX12" fmla="*/ 394649 w 789298"/>
                <a:gd name="csY12" fmla="*/ 0 h 699134"/>
                <a:gd name="csX13" fmla="*/ 661349 w 789298"/>
                <a:gd name="csY13" fmla="*/ 680085 h 699134"/>
                <a:gd name="csX14" fmla="*/ 461324 w 789298"/>
                <a:gd name="csY14" fmla="*/ 679999 h 699134"/>
                <a:gd name="csX15" fmla="*/ 461324 w 789298"/>
                <a:gd name="csY15" fmla="*/ 442122 h 699134"/>
                <a:gd name="csX16" fmla="*/ 327974 w 789298"/>
                <a:gd name="csY16" fmla="*/ 442122 h 699134"/>
                <a:gd name="csX17" fmla="*/ 327974 w 789298"/>
                <a:gd name="csY17" fmla="*/ 679942 h 699134"/>
                <a:gd name="csX18" fmla="*/ 127949 w 789298"/>
                <a:gd name="csY18" fmla="*/ 679866 h 699134"/>
                <a:gd name="csX19" fmla="*/ 127949 w 789298"/>
                <a:gd name="csY19" fmla="*/ 374047 h 699134"/>
                <a:gd name="csX20" fmla="*/ 394649 w 789298"/>
                <a:gd name="csY20" fmla="*/ 121482 h 699134"/>
                <a:gd name="csX21" fmla="*/ 661349 w 789298"/>
                <a:gd name="csY21" fmla="*/ 373675 h 699134"/>
                <a:gd name="csX22" fmla="*/ 62170 w 789298"/>
                <a:gd name="csY22" fmla="*/ 410108 h 699134"/>
                <a:gd name="csX23" fmla="*/ 27299 w 789298"/>
                <a:gd name="csY23" fmla="*/ 375285 h 699134"/>
                <a:gd name="csX24" fmla="*/ 394649 w 789298"/>
                <a:gd name="csY24" fmla="*/ 26251 h 699134"/>
                <a:gd name="csX25" fmla="*/ 762000 w 789298"/>
                <a:gd name="csY25" fmla="*/ 375285 h 699134"/>
                <a:gd name="csX26" fmla="*/ 727358 w 789298"/>
                <a:gd name="csY26" fmla="*/ 409880 h 699134"/>
                <a:gd name="csX27" fmla="*/ 394649 w 789298"/>
                <a:gd name="csY27" fmla="*/ 95250 h 699134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394649 w 789299"/>
                <a:gd name="csY28" fmla="*/ 95250 h 699135"/>
                <a:gd name="csX29" fmla="*/ 62170 w 789299"/>
                <a:gd name="csY29" fmla="*/ 410108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62170 w 789299"/>
                <a:gd name="csY28" fmla="*/ 410108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394649 w 789299"/>
                <a:gd name="csY23" fmla="*/ 121482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27" fmla="*/ 486089 w 789299"/>
                <a:gd name="csY27" fmla="*/ 117691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28" fmla="*/ 490852 w 789299"/>
                <a:gd name="csY28" fmla="*/ 119279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661349 w 789299"/>
                <a:gd name="csY23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661349 w 789299"/>
                <a:gd name="csY22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661349 w 789299"/>
                <a:gd name="csY21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661349 w 789299"/>
                <a:gd name="csY20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661349 w 789299"/>
                <a:gd name="csY19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661349 w 789299"/>
                <a:gd name="csY18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0" fmla="*/ 762000 w 789299"/>
                <a:gd name="csY0" fmla="*/ 3752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762000 w 789299"/>
                <a:gd name="csY14" fmla="*/ 375285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89299" h="699135">
                  <a:moveTo>
                    <a:pt x="0" y="374885"/>
                  </a:moveTo>
                  <a:lnTo>
                    <a:pt x="61808" y="436683"/>
                  </a:lnTo>
                  <a:lnTo>
                    <a:pt x="108899" y="392087"/>
                  </a:lnTo>
                  <a:lnTo>
                    <a:pt x="108899" y="698906"/>
                  </a:lnTo>
                  <a:lnTo>
                    <a:pt x="347024" y="699002"/>
                  </a:lnTo>
                  <a:lnTo>
                    <a:pt x="347024" y="461172"/>
                  </a:lnTo>
                  <a:lnTo>
                    <a:pt x="442274" y="461172"/>
                  </a:lnTo>
                  <a:lnTo>
                    <a:pt x="442274" y="699040"/>
                  </a:lnTo>
                  <a:lnTo>
                    <a:pt x="680399" y="699135"/>
                  </a:lnTo>
                  <a:lnTo>
                    <a:pt x="680399" y="391687"/>
                  </a:lnTo>
                  <a:lnTo>
                    <a:pt x="727729" y="436455"/>
                  </a:lnTo>
                  <a:lnTo>
                    <a:pt x="789299" y="374894"/>
                  </a:lnTo>
                  <a:lnTo>
                    <a:pt x="394649" y="0"/>
                  </a:lnTo>
                  <a:lnTo>
                    <a:pt x="0" y="374885"/>
                  </a:lnTo>
                  <a:close/>
                </a:path>
              </a:pathLst>
            </a:custGeom>
            <a:solidFill>
              <a:srgbClr val="FAF8F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4215E44-C442-C439-B2E4-2CE8605414E4}"/>
              </a:ext>
            </a:extLst>
          </p:cNvPr>
          <p:cNvGrpSpPr/>
          <p:nvPr/>
        </p:nvGrpSpPr>
        <p:grpSpPr>
          <a:xfrm>
            <a:off x="1885692" y="6194613"/>
            <a:ext cx="209890" cy="220727"/>
            <a:chOff x="7230961" y="4648200"/>
            <a:chExt cx="533400" cy="762000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40D2FDBA-4D78-9704-B8C2-E80975F38A83}"/>
                </a:ext>
              </a:extLst>
            </p:cNvPr>
            <p:cNvSpPr/>
            <p:nvPr/>
          </p:nvSpPr>
          <p:spPr>
            <a:xfrm>
              <a:off x="7230961" y="4650105"/>
              <a:ext cx="57150" cy="7600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09E69760-6410-E370-701B-F75D567D090D}"/>
                </a:ext>
              </a:extLst>
            </p:cNvPr>
            <p:cNvSpPr/>
            <p:nvPr/>
          </p:nvSpPr>
          <p:spPr>
            <a:xfrm>
              <a:off x="7326211" y="4648200"/>
              <a:ext cx="438150" cy="762000"/>
            </a:xfrm>
            <a:custGeom>
              <a:avLst/>
              <a:gdLst>
                <a:gd name="csX0" fmla="*/ 352425 w 438150"/>
                <a:gd name="csY0" fmla="*/ 285750 h 762000"/>
                <a:gd name="csX1" fmla="*/ 85725 w 438150"/>
                <a:gd name="csY1" fmla="*/ 285750 h 762000"/>
                <a:gd name="csX2" fmla="*/ 85725 w 438150"/>
                <a:gd name="csY2" fmla="*/ 228600 h 762000"/>
                <a:gd name="csX3" fmla="*/ 352425 w 438150"/>
                <a:gd name="csY3" fmla="*/ 228600 h 762000"/>
                <a:gd name="csX4" fmla="*/ 352425 w 438150"/>
                <a:gd name="csY4" fmla="*/ 285750 h 762000"/>
                <a:gd name="csX5" fmla="*/ 295275 w 438150"/>
                <a:gd name="csY5" fmla="*/ 381000 h 762000"/>
                <a:gd name="csX6" fmla="*/ 147638 w 438150"/>
                <a:gd name="csY6" fmla="*/ 381000 h 762000"/>
                <a:gd name="csX7" fmla="*/ 147638 w 438150"/>
                <a:gd name="csY7" fmla="*/ 342900 h 762000"/>
                <a:gd name="csX8" fmla="*/ 295275 w 438150"/>
                <a:gd name="csY8" fmla="*/ 342900 h 762000"/>
                <a:gd name="csX9" fmla="*/ 295275 w 438150"/>
                <a:gd name="csY9" fmla="*/ 381000 h 762000"/>
                <a:gd name="csX10" fmla="*/ 400050 w 438150"/>
                <a:gd name="csY10" fmla="*/ 0 h 762000"/>
                <a:gd name="csX11" fmla="*/ 0 w 438150"/>
                <a:gd name="csY11" fmla="*/ 1905 h 762000"/>
                <a:gd name="csX12" fmla="*/ 0 w 438150"/>
                <a:gd name="csY12" fmla="*/ 762000 h 762000"/>
                <a:gd name="csX13" fmla="*/ 400050 w 438150"/>
                <a:gd name="csY13" fmla="*/ 762000 h 762000"/>
                <a:gd name="csX14" fmla="*/ 438150 w 438150"/>
                <a:gd name="csY14" fmla="*/ 723900 h 762000"/>
                <a:gd name="csX15" fmla="*/ 438150 w 438150"/>
                <a:gd name="csY15" fmla="*/ 38100 h 762000"/>
                <a:gd name="csX16" fmla="*/ 400050 w 4381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38150" h="762000">
                  <a:moveTo>
                    <a:pt x="352425" y="285750"/>
                  </a:moveTo>
                  <a:lnTo>
                    <a:pt x="85725" y="285750"/>
                  </a:lnTo>
                  <a:lnTo>
                    <a:pt x="85725" y="228600"/>
                  </a:lnTo>
                  <a:lnTo>
                    <a:pt x="352425" y="228600"/>
                  </a:lnTo>
                  <a:lnTo>
                    <a:pt x="352425" y="285750"/>
                  </a:lnTo>
                  <a:close/>
                  <a:moveTo>
                    <a:pt x="295275" y="381000"/>
                  </a:moveTo>
                  <a:lnTo>
                    <a:pt x="147638" y="381000"/>
                  </a:lnTo>
                  <a:lnTo>
                    <a:pt x="147638" y="342900"/>
                  </a:lnTo>
                  <a:lnTo>
                    <a:pt x="295275" y="342900"/>
                  </a:lnTo>
                  <a:lnTo>
                    <a:pt x="295275" y="381000"/>
                  </a:lnTo>
                  <a:close/>
                  <a:moveTo>
                    <a:pt x="400050" y="0"/>
                  </a:moveTo>
                  <a:lnTo>
                    <a:pt x="0" y="1905"/>
                  </a:lnTo>
                  <a:lnTo>
                    <a:pt x="0" y="762000"/>
                  </a:lnTo>
                  <a:lnTo>
                    <a:pt x="400050" y="762000"/>
                  </a:lnTo>
                  <a:cubicBezTo>
                    <a:pt x="421005" y="762000"/>
                    <a:pt x="438150" y="744855"/>
                    <a:pt x="438150" y="723900"/>
                  </a:cubicBezTo>
                  <a:lnTo>
                    <a:pt x="438150" y="38100"/>
                  </a:lnTo>
                  <a:cubicBezTo>
                    <a:pt x="438150" y="17145"/>
                    <a:pt x="421005" y="0"/>
                    <a:pt x="400050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</p:grpSp>
    </p:spTree>
    <p:extLst>
      <p:ext uri="{BB962C8B-B14F-4D97-AF65-F5344CB8AC3E}">
        <p14:creationId xmlns:p14="http://schemas.microsoft.com/office/powerpoint/2010/main" val="4199824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E5B8A-427D-A204-D458-B17FD496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99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5E894-9177-D4D3-1D42-E7ACB756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34671682-D43A-CB43-D821-00E792158031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4DCA666-4B14-FC6D-B58C-5E64BFF08002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044CE85-88C8-1B84-ED81-95A7B6AA0F93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F48F163-AA4D-BD7A-27E8-3C5C8AAF2BD0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3F3CF144-F20F-74B1-9FDD-0ACE1736549F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E12E8287-122F-76CC-A08A-41EE95EA1127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AF8C08F-9519-61CB-617E-DB4D81B54225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4739E96-7E48-39AB-474C-2934EE177639}"/>
              </a:ext>
            </a:extLst>
          </p:cNvPr>
          <p:cNvSpPr txBox="1"/>
          <p:nvPr/>
        </p:nvSpPr>
        <p:spPr>
          <a:xfrm>
            <a:off x="0" y="2819"/>
            <a:ext cx="2929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스케치북 클릭 시 화면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30037A-476C-7174-4FCC-890A69774BDE}"/>
              </a:ext>
            </a:extLst>
          </p:cNvPr>
          <p:cNvSpPr txBox="1"/>
          <p:nvPr/>
        </p:nvSpPr>
        <p:spPr>
          <a:xfrm>
            <a:off x="388740" y="457912"/>
            <a:ext cx="43517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Draw your time</a:t>
            </a:r>
            <a:endParaRPr lang="ko-KR" altLang="en-US" sz="45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D85AC0C-2239-9EB7-F6D4-7A1C9CEA4FC1}"/>
              </a:ext>
            </a:extLst>
          </p:cNvPr>
          <p:cNvGrpSpPr/>
          <p:nvPr/>
        </p:nvGrpSpPr>
        <p:grpSpPr>
          <a:xfrm>
            <a:off x="1581012" y="2280479"/>
            <a:ext cx="4629754" cy="4996937"/>
            <a:chOff x="10151764" y="1692275"/>
            <a:chExt cx="5832309" cy="6294869"/>
          </a:xfrm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6D605C83-9C64-7F85-0EAF-09262657E462}"/>
                </a:ext>
              </a:extLst>
            </p:cNvPr>
            <p:cNvSpPr/>
            <p:nvPr/>
          </p:nvSpPr>
          <p:spPr>
            <a:xfrm>
              <a:off x="10151764" y="1758248"/>
              <a:ext cx="5832309" cy="6228896"/>
            </a:xfrm>
            <a:custGeom>
              <a:avLst/>
              <a:gdLst>
                <a:gd name="csX0" fmla="*/ 0 w 6358466"/>
                <a:gd name="csY0" fmla="*/ 3716867 h 6739467"/>
                <a:gd name="csX1" fmla="*/ 3022600 w 6358466"/>
                <a:gd name="csY1" fmla="*/ 6739467 h 6739467"/>
                <a:gd name="csX2" fmla="*/ 6358466 w 6358466"/>
                <a:gd name="csY2" fmla="*/ 6739467 h 6739467"/>
                <a:gd name="csX3" fmla="*/ 6358466 w 6358466"/>
                <a:gd name="csY3" fmla="*/ 3742267 h 6739467"/>
                <a:gd name="csX4" fmla="*/ 2616199 w 6358466"/>
                <a:gd name="csY4" fmla="*/ 0 h 6739467"/>
                <a:gd name="csX5" fmla="*/ 0 w 6358466"/>
                <a:gd name="csY5" fmla="*/ 3716867 h 6739467"/>
                <a:gd name="csX0" fmla="*/ 0 w 6310373"/>
                <a:gd name="csY0" fmla="*/ 3854277 h 6739467"/>
                <a:gd name="csX1" fmla="*/ 2974507 w 6310373"/>
                <a:gd name="csY1" fmla="*/ 6739467 h 6739467"/>
                <a:gd name="csX2" fmla="*/ 6310373 w 6310373"/>
                <a:gd name="csY2" fmla="*/ 6739467 h 6739467"/>
                <a:gd name="csX3" fmla="*/ 6310373 w 6310373"/>
                <a:gd name="csY3" fmla="*/ 3742267 h 6739467"/>
                <a:gd name="csX4" fmla="*/ 2568106 w 6310373"/>
                <a:gd name="csY4" fmla="*/ 0 h 6739467"/>
                <a:gd name="csX5" fmla="*/ 0 w 6310373"/>
                <a:gd name="csY5" fmla="*/ 3854277 h 6739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310373" h="6739467">
                  <a:moveTo>
                    <a:pt x="0" y="3854277"/>
                  </a:moveTo>
                  <a:lnTo>
                    <a:pt x="2974507" y="6739467"/>
                  </a:lnTo>
                  <a:lnTo>
                    <a:pt x="6310373" y="6739467"/>
                  </a:lnTo>
                  <a:lnTo>
                    <a:pt x="6310373" y="3742267"/>
                  </a:lnTo>
                  <a:lnTo>
                    <a:pt x="2568106" y="0"/>
                  </a:lnTo>
                  <a:lnTo>
                    <a:pt x="0" y="3854277"/>
                  </a:lnTo>
                  <a:close/>
                </a:path>
              </a:pathLst>
            </a:custGeom>
            <a:gradFill>
              <a:gsLst>
                <a:gs pos="63000">
                  <a:schemeClr val="tx1">
                    <a:lumMod val="50000"/>
                    <a:lumOff val="50000"/>
                    <a:alpha val="0"/>
                  </a:schemeClr>
                </a:gs>
                <a:gs pos="0">
                  <a:schemeClr val="bg1">
                    <a:lumMod val="75000"/>
                    <a:alpha val="50000"/>
                  </a:scheme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2F1334A1-89BB-AF78-432E-8125AFC91324}"/>
                </a:ext>
              </a:extLst>
            </p:cNvPr>
            <p:cNvGrpSpPr/>
            <p:nvPr/>
          </p:nvGrpSpPr>
          <p:grpSpPr>
            <a:xfrm>
              <a:off x="10167769" y="1692275"/>
              <a:ext cx="2425965" cy="3651137"/>
              <a:chOff x="2138045" y="3527386"/>
              <a:chExt cx="2425965" cy="3651137"/>
            </a:xfrm>
          </p:grpSpPr>
          <p:sp>
            <p:nvSpPr>
              <p:cNvPr id="28" name="사각형: 둥근 위쪽 모서리 27">
                <a:extLst>
                  <a:ext uri="{FF2B5EF4-FFF2-40B4-BE49-F238E27FC236}">
                    <a16:creationId xmlns:a16="http://schemas.microsoft.com/office/drawing/2014/main" id="{29F8A0BF-8461-D8FE-BF00-AE3D5625E840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blurRad="38100" dist="381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 dirty="0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8DBD7270-0FF4-6986-5669-F6F5CAE3C728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</p:grp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6773AC2D-2468-9496-B91C-5AA6BD9DF976}"/>
              </a:ext>
            </a:extLst>
          </p:cNvPr>
          <p:cNvGrpSpPr/>
          <p:nvPr/>
        </p:nvGrpSpPr>
        <p:grpSpPr>
          <a:xfrm>
            <a:off x="5589931" y="5696548"/>
            <a:ext cx="252000" cy="252000"/>
            <a:chOff x="3693662" y="1297146"/>
            <a:chExt cx="252000" cy="252000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F6038C1-9954-2ECD-9E87-8FB830DB9F14}"/>
                </a:ext>
              </a:extLst>
            </p:cNvPr>
            <p:cNvSpPr/>
            <p:nvPr/>
          </p:nvSpPr>
          <p:spPr>
            <a:xfrm>
              <a:off x="3693662" y="1297146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CEDA48AD-6443-25DF-5D36-8CBB345B452F}"/>
                </a:ext>
              </a:extLst>
            </p:cNvPr>
            <p:cNvGrpSpPr/>
            <p:nvPr/>
          </p:nvGrpSpPr>
          <p:grpSpPr>
            <a:xfrm>
              <a:off x="3774619" y="1361060"/>
              <a:ext cx="90085" cy="117820"/>
              <a:chOff x="3774619" y="1361060"/>
              <a:chExt cx="90085" cy="117820"/>
            </a:xfrm>
          </p:grpSpPr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25B51E04-1D80-CA2E-C6C2-264150CCA1BF}"/>
                  </a:ext>
                </a:extLst>
              </p:cNvPr>
              <p:cNvSpPr/>
              <p:nvPr/>
            </p:nvSpPr>
            <p:spPr>
              <a:xfrm>
                <a:off x="3774619" y="1393193"/>
                <a:ext cx="90085" cy="85687"/>
              </a:xfrm>
              <a:custGeom>
                <a:avLst/>
                <a:gdLst>
                  <a:gd name="csX0" fmla="*/ 0 w 193040"/>
                  <a:gd name="csY0" fmla="*/ 0 h 183615"/>
                  <a:gd name="csX1" fmla="*/ 193040 w 193040"/>
                  <a:gd name="csY1" fmla="*/ 0 h 183615"/>
                  <a:gd name="csX2" fmla="*/ 193040 w 193040"/>
                  <a:gd name="csY2" fmla="*/ 151441 h 183615"/>
                  <a:gd name="csX3" fmla="*/ 160866 w 193040"/>
                  <a:gd name="csY3" fmla="*/ 183615 h 183615"/>
                  <a:gd name="csX4" fmla="*/ 32174 w 193040"/>
                  <a:gd name="csY4" fmla="*/ 183615 h 183615"/>
                  <a:gd name="csX5" fmla="*/ 0 w 193040"/>
                  <a:gd name="csY5" fmla="*/ 151441 h 183615"/>
                  <a:gd name="csX6" fmla="*/ 0 w 193040"/>
                  <a:gd name="csY6" fmla="*/ 0 h 183615"/>
                  <a:gd name="csX0" fmla="*/ 0 w 193040"/>
                  <a:gd name="csY0" fmla="*/ 1587 h 185202"/>
                  <a:gd name="csX1" fmla="*/ 96520 w 193040"/>
                  <a:gd name="csY1" fmla="*/ 0 h 185202"/>
                  <a:gd name="csX2" fmla="*/ 193040 w 193040"/>
                  <a:gd name="csY2" fmla="*/ 1587 h 185202"/>
                  <a:gd name="csX3" fmla="*/ 193040 w 193040"/>
                  <a:gd name="csY3" fmla="*/ 153028 h 185202"/>
                  <a:gd name="csX4" fmla="*/ 160866 w 193040"/>
                  <a:gd name="csY4" fmla="*/ 185202 h 185202"/>
                  <a:gd name="csX5" fmla="*/ 32174 w 193040"/>
                  <a:gd name="csY5" fmla="*/ 185202 h 185202"/>
                  <a:gd name="csX6" fmla="*/ 0 w 193040"/>
                  <a:gd name="csY6" fmla="*/ 153028 h 185202"/>
                  <a:gd name="csX7" fmla="*/ 0 w 193040"/>
                  <a:gd name="csY7" fmla="*/ 1587 h 185202"/>
                  <a:gd name="csX0" fmla="*/ 96520 w 193040"/>
                  <a:gd name="csY0" fmla="*/ 0 h 185202"/>
                  <a:gd name="csX1" fmla="*/ 193040 w 193040"/>
                  <a:gd name="csY1" fmla="*/ 1587 h 185202"/>
                  <a:gd name="csX2" fmla="*/ 193040 w 193040"/>
                  <a:gd name="csY2" fmla="*/ 153028 h 185202"/>
                  <a:gd name="csX3" fmla="*/ 160866 w 193040"/>
                  <a:gd name="csY3" fmla="*/ 185202 h 185202"/>
                  <a:gd name="csX4" fmla="*/ 32174 w 193040"/>
                  <a:gd name="csY4" fmla="*/ 185202 h 185202"/>
                  <a:gd name="csX5" fmla="*/ 0 w 193040"/>
                  <a:gd name="csY5" fmla="*/ 153028 h 185202"/>
                  <a:gd name="csX6" fmla="*/ 0 w 193040"/>
                  <a:gd name="csY6" fmla="*/ 1587 h 185202"/>
                  <a:gd name="csX7" fmla="*/ 187960 w 193040"/>
                  <a:gd name="csY7" fmla="*/ 91440 h 185202"/>
                  <a:gd name="csX0" fmla="*/ 193040 w 193040"/>
                  <a:gd name="csY0" fmla="*/ 3 h 183618"/>
                  <a:gd name="csX1" fmla="*/ 193040 w 193040"/>
                  <a:gd name="csY1" fmla="*/ 151444 h 183618"/>
                  <a:gd name="csX2" fmla="*/ 160866 w 193040"/>
                  <a:gd name="csY2" fmla="*/ 183618 h 183618"/>
                  <a:gd name="csX3" fmla="*/ 32174 w 193040"/>
                  <a:gd name="csY3" fmla="*/ 183618 h 183618"/>
                  <a:gd name="csX4" fmla="*/ 0 w 193040"/>
                  <a:gd name="csY4" fmla="*/ 151444 h 183618"/>
                  <a:gd name="csX5" fmla="*/ 0 w 193040"/>
                  <a:gd name="csY5" fmla="*/ 3 h 183618"/>
                  <a:gd name="csX6" fmla="*/ 187960 w 193040"/>
                  <a:gd name="csY6" fmla="*/ 89856 h 183618"/>
                  <a:gd name="csX0" fmla="*/ 193040 w 193040"/>
                  <a:gd name="csY0" fmla="*/ 0 h 183615"/>
                  <a:gd name="csX1" fmla="*/ 193040 w 193040"/>
                  <a:gd name="csY1" fmla="*/ 151441 h 183615"/>
                  <a:gd name="csX2" fmla="*/ 160866 w 193040"/>
                  <a:gd name="csY2" fmla="*/ 183615 h 183615"/>
                  <a:gd name="csX3" fmla="*/ 32174 w 193040"/>
                  <a:gd name="csY3" fmla="*/ 183615 h 183615"/>
                  <a:gd name="csX4" fmla="*/ 0 w 193040"/>
                  <a:gd name="csY4" fmla="*/ 151441 h 183615"/>
                  <a:gd name="csX5" fmla="*/ 0 w 193040"/>
                  <a:gd name="csY5" fmla="*/ 0 h 1836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93040" h="183615">
                    <a:moveTo>
                      <a:pt x="193040" y="0"/>
                    </a:moveTo>
                    <a:lnTo>
                      <a:pt x="193040" y="151441"/>
                    </a:lnTo>
                    <a:cubicBezTo>
                      <a:pt x="193040" y="169210"/>
                      <a:pt x="178635" y="183615"/>
                      <a:pt x="160866" y="183615"/>
                    </a:cubicBezTo>
                    <a:lnTo>
                      <a:pt x="32174" y="183615"/>
                    </a:lnTo>
                    <a:cubicBezTo>
                      <a:pt x="14405" y="183615"/>
                      <a:pt x="0" y="169210"/>
                      <a:pt x="0" y="151441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92C387EC-9D0D-D925-09DB-27812BAC40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74619" y="1368320"/>
                <a:ext cx="90085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F206E45E-BE8B-2655-ED43-0D04D11763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8549" y="1361060"/>
                <a:ext cx="22225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DCF49CF9-3E02-311D-B880-86FA7E1F8D43}"/>
                  </a:ext>
                </a:extLst>
              </p:cNvPr>
              <p:cNvCxnSpPr/>
              <p:nvPr/>
            </p:nvCxnSpPr>
            <p:spPr>
              <a:xfrm>
                <a:off x="3804104" y="1405046"/>
                <a:ext cx="0" cy="41871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30AD6E73-CC9A-E933-CBE9-092A35388D5C}"/>
                  </a:ext>
                </a:extLst>
              </p:cNvPr>
              <p:cNvCxnSpPr/>
              <p:nvPr/>
            </p:nvCxnSpPr>
            <p:spPr>
              <a:xfrm>
                <a:off x="3835219" y="1405046"/>
                <a:ext cx="0" cy="41871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A219B6-A570-C7DF-23F6-2BC7CF639757}"/>
              </a:ext>
            </a:extLst>
          </p:cNvPr>
          <p:cNvGrpSpPr/>
          <p:nvPr/>
        </p:nvGrpSpPr>
        <p:grpSpPr>
          <a:xfrm>
            <a:off x="544979" y="5929338"/>
            <a:ext cx="4039254" cy="587458"/>
            <a:chOff x="544979" y="5929338"/>
            <a:chExt cx="4039254" cy="587458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212B6B88-2C85-A3AB-B30D-011B45AB304D}"/>
                </a:ext>
              </a:extLst>
            </p:cNvPr>
            <p:cNvSpPr/>
            <p:nvPr/>
          </p:nvSpPr>
          <p:spPr>
            <a:xfrm>
              <a:off x="544979" y="6093161"/>
              <a:ext cx="4039254" cy="423635"/>
            </a:xfrm>
            <a:prstGeom prst="roundRect">
              <a:avLst>
                <a:gd name="adj" fmla="val 50000"/>
              </a:avLst>
            </a:prstGeom>
            <a:solidFill>
              <a:srgbClr val="FEFDF8"/>
            </a:solidFill>
            <a:ln>
              <a:noFill/>
            </a:ln>
            <a:effectLst>
              <a:outerShdw blurRad="114300" dist="76200" dir="3420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sp>
          <p:nvSpPr>
            <p:cNvPr id="52" name="그래픽 9" descr="단일 톱니바퀴 단색으로 채워진">
              <a:extLst>
                <a:ext uri="{FF2B5EF4-FFF2-40B4-BE49-F238E27FC236}">
                  <a16:creationId xmlns:a16="http://schemas.microsoft.com/office/drawing/2014/main" id="{3F981845-7735-41D9-6EC2-33F30A2B4B0F}"/>
                </a:ext>
              </a:extLst>
            </p:cNvPr>
            <p:cNvSpPr/>
            <p:nvPr/>
          </p:nvSpPr>
          <p:spPr>
            <a:xfrm>
              <a:off x="3960860" y="6194615"/>
              <a:ext cx="220727" cy="220727"/>
            </a:xfrm>
            <a:custGeom>
              <a:avLst/>
              <a:gdLst>
                <a:gd name="csX0" fmla="*/ 323850 w 648652"/>
                <a:gd name="csY0" fmla="*/ 438150 h 647700"/>
                <a:gd name="csX1" fmla="*/ 209550 w 648652"/>
                <a:gd name="csY1" fmla="*/ 323850 h 647700"/>
                <a:gd name="csX2" fmla="*/ 323850 w 648652"/>
                <a:gd name="csY2" fmla="*/ 209550 h 647700"/>
                <a:gd name="csX3" fmla="*/ 438150 w 648652"/>
                <a:gd name="csY3" fmla="*/ 323850 h 647700"/>
                <a:gd name="csX4" fmla="*/ 323850 w 648652"/>
                <a:gd name="csY4" fmla="*/ 438150 h 647700"/>
                <a:gd name="csX5" fmla="*/ 581025 w 648652"/>
                <a:gd name="csY5" fmla="*/ 252413 h 647700"/>
                <a:gd name="csX6" fmla="*/ 556260 w 648652"/>
                <a:gd name="csY6" fmla="*/ 193358 h 647700"/>
                <a:gd name="csX7" fmla="*/ 580073 w 648652"/>
                <a:gd name="csY7" fmla="*/ 121920 h 647700"/>
                <a:gd name="csX8" fmla="*/ 525780 w 648652"/>
                <a:gd name="csY8" fmla="*/ 67628 h 647700"/>
                <a:gd name="csX9" fmla="*/ 454343 w 648652"/>
                <a:gd name="csY9" fmla="*/ 91440 h 647700"/>
                <a:gd name="csX10" fmla="*/ 394335 w 648652"/>
                <a:gd name="csY10" fmla="*/ 66675 h 647700"/>
                <a:gd name="csX11" fmla="*/ 361950 w 648652"/>
                <a:gd name="csY11" fmla="*/ 0 h 647700"/>
                <a:gd name="csX12" fmla="*/ 285750 w 648652"/>
                <a:gd name="csY12" fmla="*/ 0 h 647700"/>
                <a:gd name="csX13" fmla="*/ 252413 w 648652"/>
                <a:gd name="csY13" fmla="*/ 66675 h 647700"/>
                <a:gd name="csX14" fmla="*/ 193358 w 648652"/>
                <a:gd name="csY14" fmla="*/ 91440 h 647700"/>
                <a:gd name="csX15" fmla="*/ 121920 w 648652"/>
                <a:gd name="csY15" fmla="*/ 67628 h 647700"/>
                <a:gd name="csX16" fmla="*/ 67628 w 648652"/>
                <a:gd name="csY16" fmla="*/ 121920 h 647700"/>
                <a:gd name="csX17" fmla="*/ 91440 w 648652"/>
                <a:gd name="csY17" fmla="*/ 193358 h 647700"/>
                <a:gd name="csX18" fmla="*/ 66675 w 648652"/>
                <a:gd name="csY18" fmla="*/ 253365 h 647700"/>
                <a:gd name="csX19" fmla="*/ 0 w 648652"/>
                <a:gd name="csY19" fmla="*/ 285750 h 647700"/>
                <a:gd name="csX20" fmla="*/ 0 w 648652"/>
                <a:gd name="csY20" fmla="*/ 361950 h 647700"/>
                <a:gd name="csX21" fmla="*/ 66675 w 648652"/>
                <a:gd name="csY21" fmla="*/ 395288 h 647700"/>
                <a:gd name="csX22" fmla="*/ 91440 w 648652"/>
                <a:gd name="csY22" fmla="*/ 454343 h 647700"/>
                <a:gd name="csX23" fmla="*/ 67628 w 648652"/>
                <a:gd name="csY23" fmla="*/ 525780 h 647700"/>
                <a:gd name="csX24" fmla="*/ 121920 w 648652"/>
                <a:gd name="csY24" fmla="*/ 580073 h 647700"/>
                <a:gd name="csX25" fmla="*/ 193358 w 648652"/>
                <a:gd name="csY25" fmla="*/ 556260 h 647700"/>
                <a:gd name="csX26" fmla="*/ 253365 w 648652"/>
                <a:gd name="csY26" fmla="*/ 581025 h 647700"/>
                <a:gd name="csX27" fmla="*/ 286703 w 648652"/>
                <a:gd name="csY27" fmla="*/ 647700 h 647700"/>
                <a:gd name="csX28" fmla="*/ 362903 w 648652"/>
                <a:gd name="csY28" fmla="*/ 647700 h 647700"/>
                <a:gd name="csX29" fmla="*/ 396240 w 648652"/>
                <a:gd name="csY29" fmla="*/ 581025 h 647700"/>
                <a:gd name="csX30" fmla="*/ 455295 w 648652"/>
                <a:gd name="csY30" fmla="*/ 556260 h 647700"/>
                <a:gd name="csX31" fmla="*/ 526733 w 648652"/>
                <a:gd name="csY31" fmla="*/ 580073 h 647700"/>
                <a:gd name="csX32" fmla="*/ 581025 w 648652"/>
                <a:gd name="csY32" fmla="*/ 525780 h 647700"/>
                <a:gd name="csX33" fmla="*/ 557213 w 648652"/>
                <a:gd name="csY33" fmla="*/ 454343 h 647700"/>
                <a:gd name="csX34" fmla="*/ 581978 w 648652"/>
                <a:gd name="csY34" fmla="*/ 394335 h 647700"/>
                <a:gd name="csX35" fmla="*/ 648653 w 648652"/>
                <a:gd name="csY35" fmla="*/ 360998 h 647700"/>
                <a:gd name="csX36" fmla="*/ 648653 w 648652"/>
                <a:gd name="csY36" fmla="*/ 284798 h 647700"/>
                <a:gd name="csX37" fmla="*/ 581025 w 648652"/>
                <a:gd name="csY37" fmla="*/ 252413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48652" h="647700">
                  <a:moveTo>
                    <a:pt x="323850" y="438150"/>
                  </a:moveTo>
                  <a:cubicBezTo>
                    <a:pt x="260985" y="438150"/>
                    <a:pt x="209550" y="386715"/>
                    <a:pt x="209550" y="323850"/>
                  </a:cubicBezTo>
                  <a:cubicBezTo>
                    <a:pt x="209550" y="260985"/>
                    <a:pt x="260985" y="209550"/>
                    <a:pt x="323850" y="209550"/>
                  </a:cubicBezTo>
                  <a:cubicBezTo>
                    <a:pt x="386715" y="209550"/>
                    <a:pt x="438150" y="260985"/>
                    <a:pt x="438150" y="323850"/>
                  </a:cubicBezTo>
                  <a:cubicBezTo>
                    <a:pt x="438150" y="386715"/>
                    <a:pt x="386715" y="438150"/>
                    <a:pt x="323850" y="438150"/>
                  </a:cubicBezTo>
                  <a:close/>
                  <a:moveTo>
                    <a:pt x="581025" y="252413"/>
                  </a:moveTo>
                  <a:cubicBezTo>
                    <a:pt x="575310" y="231458"/>
                    <a:pt x="566738" y="211455"/>
                    <a:pt x="556260" y="193358"/>
                  </a:cubicBezTo>
                  <a:lnTo>
                    <a:pt x="580073" y="121920"/>
                  </a:lnTo>
                  <a:lnTo>
                    <a:pt x="525780" y="67628"/>
                  </a:lnTo>
                  <a:lnTo>
                    <a:pt x="454343" y="91440"/>
                  </a:lnTo>
                  <a:cubicBezTo>
                    <a:pt x="435293" y="80963"/>
                    <a:pt x="415290" y="72390"/>
                    <a:pt x="394335" y="66675"/>
                  </a:cubicBezTo>
                  <a:lnTo>
                    <a:pt x="361950" y="0"/>
                  </a:lnTo>
                  <a:lnTo>
                    <a:pt x="285750" y="0"/>
                  </a:lnTo>
                  <a:lnTo>
                    <a:pt x="252413" y="66675"/>
                  </a:lnTo>
                  <a:cubicBezTo>
                    <a:pt x="231458" y="72390"/>
                    <a:pt x="211455" y="80963"/>
                    <a:pt x="193358" y="91440"/>
                  </a:cubicBezTo>
                  <a:lnTo>
                    <a:pt x="121920" y="67628"/>
                  </a:lnTo>
                  <a:lnTo>
                    <a:pt x="67628" y="121920"/>
                  </a:lnTo>
                  <a:lnTo>
                    <a:pt x="91440" y="193358"/>
                  </a:lnTo>
                  <a:cubicBezTo>
                    <a:pt x="80963" y="212408"/>
                    <a:pt x="72390" y="232410"/>
                    <a:pt x="66675" y="253365"/>
                  </a:cubicBezTo>
                  <a:lnTo>
                    <a:pt x="0" y="285750"/>
                  </a:lnTo>
                  <a:lnTo>
                    <a:pt x="0" y="361950"/>
                  </a:lnTo>
                  <a:lnTo>
                    <a:pt x="66675" y="395288"/>
                  </a:lnTo>
                  <a:cubicBezTo>
                    <a:pt x="72390" y="416243"/>
                    <a:pt x="80963" y="436245"/>
                    <a:pt x="91440" y="454343"/>
                  </a:cubicBezTo>
                  <a:lnTo>
                    <a:pt x="67628" y="525780"/>
                  </a:lnTo>
                  <a:lnTo>
                    <a:pt x="121920" y="580073"/>
                  </a:lnTo>
                  <a:lnTo>
                    <a:pt x="193358" y="556260"/>
                  </a:lnTo>
                  <a:cubicBezTo>
                    <a:pt x="212408" y="566738"/>
                    <a:pt x="232410" y="575310"/>
                    <a:pt x="253365" y="581025"/>
                  </a:cubicBezTo>
                  <a:lnTo>
                    <a:pt x="286703" y="647700"/>
                  </a:lnTo>
                  <a:lnTo>
                    <a:pt x="362903" y="647700"/>
                  </a:lnTo>
                  <a:lnTo>
                    <a:pt x="396240" y="581025"/>
                  </a:lnTo>
                  <a:cubicBezTo>
                    <a:pt x="417195" y="575310"/>
                    <a:pt x="437198" y="566738"/>
                    <a:pt x="455295" y="556260"/>
                  </a:cubicBezTo>
                  <a:lnTo>
                    <a:pt x="526733" y="580073"/>
                  </a:lnTo>
                  <a:lnTo>
                    <a:pt x="581025" y="525780"/>
                  </a:lnTo>
                  <a:lnTo>
                    <a:pt x="557213" y="454343"/>
                  </a:lnTo>
                  <a:cubicBezTo>
                    <a:pt x="567690" y="435293"/>
                    <a:pt x="576263" y="415290"/>
                    <a:pt x="581978" y="394335"/>
                  </a:cubicBezTo>
                  <a:lnTo>
                    <a:pt x="648653" y="360998"/>
                  </a:lnTo>
                  <a:lnTo>
                    <a:pt x="648653" y="284798"/>
                  </a:lnTo>
                  <a:lnTo>
                    <a:pt x="581025" y="2524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423CB21-7A78-032F-C8C6-30205FDB66F6}"/>
                </a:ext>
              </a:extLst>
            </p:cNvPr>
            <p:cNvGrpSpPr/>
            <p:nvPr/>
          </p:nvGrpSpPr>
          <p:grpSpPr>
            <a:xfrm>
              <a:off x="2917858" y="6194615"/>
              <a:ext cx="220727" cy="220727"/>
              <a:chOff x="4086962" y="8350256"/>
              <a:chExt cx="295122" cy="295122"/>
            </a:xfrm>
          </p:grpSpPr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A228B83A-4561-F7E7-57DB-774FF1F52D1F}"/>
                  </a:ext>
                </a:extLst>
              </p:cNvPr>
              <p:cNvSpPr/>
              <p:nvPr/>
            </p:nvSpPr>
            <p:spPr>
              <a:xfrm>
                <a:off x="4086962" y="8402336"/>
                <a:ext cx="295122" cy="243042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 dirty="0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48547CC1-A600-3643-C04F-460B31EAF9A8}"/>
                  </a:ext>
                </a:extLst>
              </p:cNvPr>
              <p:cNvSpPr/>
              <p:nvPr/>
            </p:nvSpPr>
            <p:spPr>
              <a:xfrm>
                <a:off x="4086962" y="8350256"/>
                <a:ext cx="295122" cy="347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/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D9C8E5B8-DCFD-5895-8A4F-7359FE87DEC0}"/>
                </a:ext>
              </a:extLst>
            </p:cNvPr>
            <p:cNvGrpSpPr/>
            <p:nvPr/>
          </p:nvGrpSpPr>
          <p:grpSpPr>
            <a:xfrm>
              <a:off x="1775606" y="5929338"/>
              <a:ext cx="430600" cy="430600"/>
              <a:chOff x="1775606" y="5929338"/>
              <a:chExt cx="430600" cy="430600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49D5974E-3D23-8E21-0CA5-EC5D21EF5FFD}"/>
                  </a:ext>
                </a:extLst>
              </p:cNvPr>
              <p:cNvSpPr/>
              <p:nvPr/>
            </p:nvSpPr>
            <p:spPr>
              <a:xfrm>
                <a:off x="1775606" y="5929338"/>
                <a:ext cx="430600" cy="430600"/>
              </a:xfrm>
              <a:prstGeom prst="ellipse">
                <a:avLst/>
              </a:prstGeom>
              <a:solidFill>
                <a:srgbClr val="1E2D4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03CCE849-74B6-1758-8CFD-9B5EE35AE8B4}"/>
                  </a:ext>
                </a:extLst>
              </p:cNvPr>
              <p:cNvGrpSpPr/>
              <p:nvPr/>
            </p:nvGrpSpPr>
            <p:grpSpPr>
              <a:xfrm>
                <a:off x="1885961" y="6034275"/>
                <a:ext cx="209890" cy="220727"/>
                <a:chOff x="7230961" y="4648200"/>
                <a:chExt cx="533400" cy="762000"/>
              </a:xfrm>
            </p:grpSpPr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D20D56EB-FD38-FD55-5CCB-1BC0F9BBF5A3}"/>
                    </a:ext>
                  </a:extLst>
                </p:cNvPr>
                <p:cNvSpPr/>
                <p:nvPr/>
              </p:nvSpPr>
              <p:spPr>
                <a:xfrm>
                  <a:off x="7230961" y="4650105"/>
                  <a:ext cx="57150" cy="760095"/>
                </a:xfrm>
                <a:prstGeom prst="rect">
                  <a:avLst/>
                </a:prstGeom>
                <a:solidFill>
                  <a:srgbClr val="FAF8F4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69" name="자유형: 도형 68">
                  <a:extLst>
                    <a:ext uri="{FF2B5EF4-FFF2-40B4-BE49-F238E27FC236}">
                      <a16:creationId xmlns:a16="http://schemas.microsoft.com/office/drawing/2014/main" id="{405EA9F3-316C-B001-1FF0-348C7DCE7813}"/>
                    </a:ext>
                  </a:extLst>
                </p:cNvPr>
                <p:cNvSpPr/>
                <p:nvPr/>
              </p:nvSpPr>
              <p:spPr>
                <a:xfrm>
                  <a:off x="7326211" y="4648200"/>
                  <a:ext cx="438150" cy="762000"/>
                </a:xfrm>
                <a:custGeom>
                  <a:avLst/>
                  <a:gdLst>
                    <a:gd name="csX0" fmla="*/ 352425 w 438150"/>
                    <a:gd name="csY0" fmla="*/ 285750 h 762000"/>
                    <a:gd name="csX1" fmla="*/ 85725 w 438150"/>
                    <a:gd name="csY1" fmla="*/ 285750 h 762000"/>
                    <a:gd name="csX2" fmla="*/ 85725 w 438150"/>
                    <a:gd name="csY2" fmla="*/ 228600 h 762000"/>
                    <a:gd name="csX3" fmla="*/ 352425 w 438150"/>
                    <a:gd name="csY3" fmla="*/ 228600 h 762000"/>
                    <a:gd name="csX4" fmla="*/ 352425 w 438150"/>
                    <a:gd name="csY4" fmla="*/ 285750 h 762000"/>
                    <a:gd name="csX5" fmla="*/ 295275 w 438150"/>
                    <a:gd name="csY5" fmla="*/ 381000 h 762000"/>
                    <a:gd name="csX6" fmla="*/ 147638 w 438150"/>
                    <a:gd name="csY6" fmla="*/ 381000 h 762000"/>
                    <a:gd name="csX7" fmla="*/ 147638 w 438150"/>
                    <a:gd name="csY7" fmla="*/ 342900 h 762000"/>
                    <a:gd name="csX8" fmla="*/ 295275 w 438150"/>
                    <a:gd name="csY8" fmla="*/ 342900 h 762000"/>
                    <a:gd name="csX9" fmla="*/ 295275 w 438150"/>
                    <a:gd name="csY9" fmla="*/ 381000 h 762000"/>
                    <a:gd name="csX10" fmla="*/ 400050 w 438150"/>
                    <a:gd name="csY10" fmla="*/ 0 h 762000"/>
                    <a:gd name="csX11" fmla="*/ 0 w 438150"/>
                    <a:gd name="csY11" fmla="*/ 1905 h 762000"/>
                    <a:gd name="csX12" fmla="*/ 0 w 438150"/>
                    <a:gd name="csY12" fmla="*/ 762000 h 762000"/>
                    <a:gd name="csX13" fmla="*/ 400050 w 438150"/>
                    <a:gd name="csY13" fmla="*/ 762000 h 762000"/>
                    <a:gd name="csX14" fmla="*/ 438150 w 438150"/>
                    <a:gd name="csY14" fmla="*/ 723900 h 762000"/>
                    <a:gd name="csX15" fmla="*/ 438150 w 438150"/>
                    <a:gd name="csY15" fmla="*/ 38100 h 762000"/>
                    <a:gd name="csX16" fmla="*/ 400050 w 438150"/>
                    <a:gd name="csY16" fmla="*/ 0 h 762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438150" h="762000">
                      <a:moveTo>
                        <a:pt x="352425" y="285750"/>
                      </a:moveTo>
                      <a:lnTo>
                        <a:pt x="85725" y="285750"/>
                      </a:lnTo>
                      <a:lnTo>
                        <a:pt x="85725" y="228600"/>
                      </a:lnTo>
                      <a:lnTo>
                        <a:pt x="352425" y="228600"/>
                      </a:lnTo>
                      <a:lnTo>
                        <a:pt x="352425" y="285750"/>
                      </a:lnTo>
                      <a:close/>
                      <a:moveTo>
                        <a:pt x="295275" y="381000"/>
                      </a:moveTo>
                      <a:lnTo>
                        <a:pt x="147638" y="381000"/>
                      </a:lnTo>
                      <a:lnTo>
                        <a:pt x="147638" y="342900"/>
                      </a:lnTo>
                      <a:lnTo>
                        <a:pt x="295275" y="342900"/>
                      </a:lnTo>
                      <a:lnTo>
                        <a:pt x="295275" y="381000"/>
                      </a:lnTo>
                      <a:close/>
                      <a:moveTo>
                        <a:pt x="400050" y="0"/>
                      </a:moveTo>
                      <a:lnTo>
                        <a:pt x="0" y="1905"/>
                      </a:lnTo>
                      <a:lnTo>
                        <a:pt x="0" y="762000"/>
                      </a:lnTo>
                      <a:lnTo>
                        <a:pt x="400050" y="762000"/>
                      </a:lnTo>
                      <a:cubicBezTo>
                        <a:pt x="421005" y="762000"/>
                        <a:pt x="438150" y="744855"/>
                        <a:pt x="438150" y="723900"/>
                      </a:cubicBezTo>
                      <a:lnTo>
                        <a:pt x="438150" y="38100"/>
                      </a:lnTo>
                      <a:cubicBezTo>
                        <a:pt x="438150" y="17145"/>
                        <a:pt x="421005" y="0"/>
                        <a:pt x="400050" y="0"/>
                      </a:cubicBezTo>
                      <a:close/>
                    </a:path>
                  </a:pathLst>
                </a:custGeom>
                <a:solidFill>
                  <a:srgbClr val="FAF8F4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02" name="그래픽 15" descr="주택 윤곽선">
              <a:extLst>
                <a:ext uri="{FF2B5EF4-FFF2-40B4-BE49-F238E27FC236}">
                  <a16:creationId xmlns:a16="http://schemas.microsoft.com/office/drawing/2014/main" id="{6055B407-C533-8E9E-5CA6-0A260D4FF826}"/>
                </a:ext>
              </a:extLst>
            </p:cNvPr>
            <p:cNvSpPr>
              <a:spLocks/>
            </p:cNvSpPr>
            <p:nvPr/>
          </p:nvSpPr>
          <p:spPr>
            <a:xfrm>
              <a:off x="947625" y="6194615"/>
              <a:ext cx="220727" cy="220727"/>
            </a:xfrm>
            <a:custGeom>
              <a:avLst/>
              <a:gdLst>
                <a:gd name="csX0" fmla="*/ 0 w 789298"/>
                <a:gd name="csY0" fmla="*/ 374885 h 699134"/>
                <a:gd name="csX1" fmla="*/ 61808 w 789298"/>
                <a:gd name="csY1" fmla="*/ 436683 h 699134"/>
                <a:gd name="csX2" fmla="*/ 108899 w 789298"/>
                <a:gd name="csY2" fmla="*/ 392087 h 699134"/>
                <a:gd name="csX3" fmla="*/ 108899 w 789298"/>
                <a:gd name="csY3" fmla="*/ 698906 h 699134"/>
                <a:gd name="csX4" fmla="*/ 347024 w 789298"/>
                <a:gd name="csY4" fmla="*/ 699002 h 699134"/>
                <a:gd name="csX5" fmla="*/ 347024 w 789298"/>
                <a:gd name="csY5" fmla="*/ 461172 h 699134"/>
                <a:gd name="csX6" fmla="*/ 442274 w 789298"/>
                <a:gd name="csY6" fmla="*/ 461172 h 699134"/>
                <a:gd name="csX7" fmla="*/ 442274 w 789298"/>
                <a:gd name="csY7" fmla="*/ 699040 h 699134"/>
                <a:gd name="csX8" fmla="*/ 680399 w 789298"/>
                <a:gd name="csY8" fmla="*/ 699135 h 699134"/>
                <a:gd name="csX9" fmla="*/ 680399 w 789298"/>
                <a:gd name="csY9" fmla="*/ 391687 h 699134"/>
                <a:gd name="csX10" fmla="*/ 727729 w 789298"/>
                <a:gd name="csY10" fmla="*/ 436455 h 699134"/>
                <a:gd name="csX11" fmla="*/ 789299 w 789298"/>
                <a:gd name="csY11" fmla="*/ 374894 h 699134"/>
                <a:gd name="csX12" fmla="*/ 394649 w 789298"/>
                <a:gd name="csY12" fmla="*/ 0 h 699134"/>
                <a:gd name="csX13" fmla="*/ 661349 w 789298"/>
                <a:gd name="csY13" fmla="*/ 680085 h 699134"/>
                <a:gd name="csX14" fmla="*/ 461324 w 789298"/>
                <a:gd name="csY14" fmla="*/ 679999 h 699134"/>
                <a:gd name="csX15" fmla="*/ 461324 w 789298"/>
                <a:gd name="csY15" fmla="*/ 442122 h 699134"/>
                <a:gd name="csX16" fmla="*/ 327974 w 789298"/>
                <a:gd name="csY16" fmla="*/ 442122 h 699134"/>
                <a:gd name="csX17" fmla="*/ 327974 w 789298"/>
                <a:gd name="csY17" fmla="*/ 679942 h 699134"/>
                <a:gd name="csX18" fmla="*/ 127949 w 789298"/>
                <a:gd name="csY18" fmla="*/ 679866 h 699134"/>
                <a:gd name="csX19" fmla="*/ 127949 w 789298"/>
                <a:gd name="csY19" fmla="*/ 374047 h 699134"/>
                <a:gd name="csX20" fmla="*/ 394649 w 789298"/>
                <a:gd name="csY20" fmla="*/ 121482 h 699134"/>
                <a:gd name="csX21" fmla="*/ 661349 w 789298"/>
                <a:gd name="csY21" fmla="*/ 373675 h 699134"/>
                <a:gd name="csX22" fmla="*/ 62170 w 789298"/>
                <a:gd name="csY22" fmla="*/ 410108 h 699134"/>
                <a:gd name="csX23" fmla="*/ 27299 w 789298"/>
                <a:gd name="csY23" fmla="*/ 375285 h 699134"/>
                <a:gd name="csX24" fmla="*/ 394649 w 789298"/>
                <a:gd name="csY24" fmla="*/ 26251 h 699134"/>
                <a:gd name="csX25" fmla="*/ 762000 w 789298"/>
                <a:gd name="csY25" fmla="*/ 375285 h 699134"/>
                <a:gd name="csX26" fmla="*/ 727358 w 789298"/>
                <a:gd name="csY26" fmla="*/ 409880 h 699134"/>
                <a:gd name="csX27" fmla="*/ 394649 w 789298"/>
                <a:gd name="csY27" fmla="*/ 95250 h 699134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394649 w 789299"/>
                <a:gd name="csY28" fmla="*/ 95250 h 699135"/>
                <a:gd name="csX29" fmla="*/ 62170 w 789299"/>
                <a:gd name="csY29" fmla="*/ 410108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62170 w 789299"/>
                <a:gd name="csY28" fmla="*/ 410108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394649 w 789299"/>
                <a:gd name="csY23" fmla="*/ 121482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27" fmla="*/ 486089 w 789299"/>
                <a:gd name="csY27" fmla="*/ 117691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28" fmla="*/ 490852 w 789299"/>
                <a:gd name="csY28" fmla="*/ 119279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661349 w 789299"/>
                <a:gd name="csY23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661349 w 789299"/>
                <a:gd name="csY22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661349 w 789299"/>
                <a:gd name="csY21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661349 w 789299"/>
                <a:gd name="csY20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661349 w 789299"/>
                <a:gd name="csY19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661349 w 789299"/>
                <a:gd name="csY18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0" fmla="*/ 762000 w 789299"/>
                <a:gd name="csY0" fmla="*/ 3752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762000 w 789299"/>
                <a:gd name="csY14" fmla="*/ 375285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89299" h="699135">
                  <a:moveTo>
                    <a:pt x="0" y="374885"/>
                  </a:moveTo>
                  <a:lnTo>
                    <a:pt x="61808" y="436683"/>
                  </a:lnTo>
                  <a:lnTo>
                    <a:pt x="108899" y="392087"/>
                  </a:lnTo>
                  <a:lnTo>
                    <a:pt x="108899" y="698906"/>
                  </a:lnTo>
                  <a:lnTo>
                    <a:pt x="347024" y="699002"/>
                  </a:lnTo>
                  <a:lnTo>
                    <a:pt x="347024" y="461172"/>
                  </a:lnTo>
                  <a:lnTo>
                    <a:pt x="442274" y="461172"/>
                  </a:lnTo>
                  <a:lnTo>
                    <a:pt x="442274" y="699040"/>
                  </a:lnTo>
                  <a:lnTo>
                    <a:pt x="680399" y="699135"/>
                  </a:lnTo>
                  <a:lnTo>
                    <a:pt x="680399" y="391687"/>
                  </a:lnTo>
                  <a:lnTo>
                    <a:pt x="727729" y="436455"/>
                  </a:lnTo>
                  <a:lnTo>
                    <a:pt x="789299" y="374894"/>
                  </a:lnTo>
                  <a:lnTo>
                    <a:pt x="394649" y="0"/>
                  </a:lnTo>
                  <a:lnTo>
                    <a:pt x="0" y="37488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 dirty="0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B4813AC9-ED28-9E66-B9E8-A04C23C9FF17}"/>
              </a:ext>
            </a:extLst>
          </p:cNvPr>
          <p:cNvSpPr txBox="1"/>
          <p:nvPr/>
        </p:nvSpPr>
        <p:spPr>
          <a:xfrm>
            <a:off x="1988603" y="6516794"/>
            <a:ext cx="1152007" cy="32374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AFBF194-193E-375E-9A41-B69820E59EDA}"/>
              </a:ext>
            </a:extLst>
          </p:cNvPr>
          <p:cNvSpPr txBox="1"/>
          <p:nvPr/>
        </p:nvSpPr>
        <p:spPr>
          <a:xfrm>
            <a:off x="1934728" y="3477993"/>
            <a:ext cx="1259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노트 아이콘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402.5x267.5dp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DA75C15-7C29-80C4-D254-69F11D0964EE}"/>
              </a:ext>
            </a:extLst>
          </p:cNvPr>
          <p:cNvSpPr txBox="1"/>
          <p:nvPr/>
        </p:nvSpPr>
        <p:spPr>
          <a:xfrm>
            <a:off x="1934728" y="1777194"/>
            <a:ext cx="1259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노트 아이콘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402.5x267.5dp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99C29C0-D7E6-84C3-DB9F-EC87F54BED4F}"/>
              </a:ext>
            </a:extLst>
          </p:cNvPr>
          <p:cNvGrpSpPr/>
          <p:nvPr/>
        </p:nvGrpSpPr>
        <p:grpSpPr>
          <a:xfrm>
            <a:off x="4322526" y="4491667"/>
            <a:ext cx="252000" cy="252000"/>
            <a:chOff x="7930399" y="8014026"/>
            <a:chExt cx="540000" cy="540000"/>
          </a:xfrm>
        </p:grpSpPr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145BB563-B33B-A9EB-176C-DC60FC18FE52}"/>
                </a:ext>
              </a:extLst>
            </p:cNvPr>
            <p:cNvSpPr/>
            <p:nvPr/>
          </p:nvSpPr>
          <p:spPr>
            <a:xfrm>
              <a:off x="7930399" y="8014026"/>
              <a:ext cx="540000" cy="540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5A9B850C-DFFE-C1EF-C798-E2B1D453024D}"/>
                </a:ext>
              </a:extLst>
            </p:cNvPr>
            <p:cNvGrpSpPr/>
            <p:nvPr/>
          </p:nvGrpSpPr>
          <p:grpSpPr>
            <a:xfrm>
              <a:off x="8095624" y="8171227"/>
              <a:ext cx="209550" cy="225599"/>
              <a:chOff x="8710803" y="7939061"/>
              <a:chExt cx="209550" cy="225599"/>
            </a:xfrm>
          </p:grpSpPr>
          <p:sp>
            <p:nvSpPr>
              <p:cNvPr id="119" name="이등변 삼각형 76">
                <a:extLst>
                  <a:ext uri="{FF2B5EF4-FFF2-40B4-BE49-F238E27FC236}">
                    <a16:creationId xmlns:a16="http://schemas.microsoft.com/office/drawing/2014/main" id="{6A9DB616-8481-53B5-8739-276CA4C5117B}"/>
                  </a:ext>
                </a:extLst>
              </p:cNvPr>
              <p:cNvSpPr/>
              <p:nvPr/>
            </p:nvSpPr>
            <p:spPr>
              <a:xfrm>
                <a:off x="8743985" y="7939061"/>
                <a:ext cx="143186" cy="74965"/>
              </a:xfrm>
              <a:custGeom>
                <a:avLst/>
                <a:gdLst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277281 w 503933"/>
                  <a:gd name="csY3" fmla="*/ 180027 h 180027"/>
                  <a:gd name="csX4" fmla="*/ 0 w 503933"/>
                  <a:gd name="csY4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9552"/>
                  <a:gd name="csX1" fmla="*/ 251967 w 503933"/>
                  <a:gd name="csY1" fmla="*/ 0 h 189552"/>
                  <a:gd name="csX2" fmla="*/ 503933 w 503933"/>
                  <a:gd name="csY2" fmla="*/ 180027 h 189552"/>
                  <a:gd name="csX3" fmla="*/ 340781 w 503933"/>
                  <a:gd name="csY3" fmla="*/ 189552 h 189552"/>
                  <a:gd name="csX4" fmla="*/ 0 w 503933"/>
                  <a:gd name="csY4" fmla="*/ 180027 h 189552"/>
                  <a:gd name="csX0" fmla="*/ 340781 w 503933"/>
                  <a:gd name="csY0" fmla="*/ 189552 h 280992"/>
                  <a:gd name="csX1" fmla="*/ 0 w 503933"/>
                  <a:gd name="csY1" fmla="*/ 180027 h 280992"/>
                  <a:gd name="csX2" fmla="*/ 251967 w 503933"/>
                  <a:gd name="csY2" fmla="*/ 0 h 280992"/>
                  <a:gd name="csX3" fmla="*/ 503933 w 503933"/>
                  <a:gd name="csY3" fmla="*/ 180027 h 280992"/>
                  <a:gd name="csX4" fmla="*/ 432221 w 503933"/>
                  <a:gd name="csY4" fmla="*/ 280992 h 280992"/>
                  <a:gd name="csX0" fmla="*/ 340781 w 503933"/>
                  <a:gd name="csY0" fmla="*/ 189552 h 189552"/>
                  <a:gd name="csX1" fmla="*/ 0 w 503933"/>
                  <a:gd name="csY1" fmla="*/ 180027 h 189552"/>
                  <a:gd name="csX2" fmla="*/ 251967 w 503933"/>
                  <a:gd name="csY2" fmla="*/ 0 h 189552"/>
                  <a:gd name="csX3" fmla="*/ 503933 w 503933"/>
                  <a:gd name="csY3" fmla="*/ 180027 h 189552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3933" h="180027">
                    <a:moveTo>
                      <a:pt x="0" y="180027"/>
                    </a:moveTo>
                    <a:lnTo>
                      <a:pt x="251967" y="0"/>
                    </a:lnTo>
                    <a:lnTo>
                      <a:pt x="503933" y="180027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9FE40024-6541-F006-E3FD-0E499FD3F872}"/>
                  </a:ext>
                </a:extLst>
              </p:cNvPr>
              <p:cNvCxnSpPr>
                <a:cxnSpLocks/>
                <a:stCxn id="119" idx="1"/>
              </p:cNvCxnSpPr>
              <p:nvPr/>
            </p:nvCxnSpPr>
            <p:spPr>
              <a:xfrm>
                <a:off x="8815578" y="7939061"/>
                <a:ext cx="0" cy="154414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676463E2-0EB6-6674-968D-714462929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0803" y="8164660"/>
                <a:ext cx="209550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5611AB57-617B-6217-70A8-DC8AF04BE5A7}"/>
              </a:ext>
            </a:extLst>
          </p:cNvPr>
          <p:cNvGrpSpPr/>
          <p:nvPr/>
        </p:nvGrpSpPr>
        <p:grpSpPr>
          <a:xfrm>
            <a:off x="4322526" y="4074312"/>
            <a:ext cx="252000" cy="252000"/>
            <a:chOff x="4180359" y="1297145"/>
            <a:chExt cx="252000" cy="252000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D257D495-7A79-48B5-9812-C47244D20A83}"/>
                </a:ext>
              </a:extLst>
            </p:cNvPr>
            <p:cNvSpPr/>
            <p:nvPr/>
          </p:nvSpPr>
          <p:spPr>
            <a:xfrm>
              <a:off x="4180359" y="1297145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B48FE722-9161-7B54-2490-60EFF979C256}"/>
                </a:ext>
              </a:extLst>
            </p:cNvPr>
            <p:cNvGrpSpPr/>
            <p:nvPr/>
          </p:nvGrpSpPr>
          <p:grpSpPr>
            <a:xfrm>
              <a:off x="4248229" y="1365015"/>
              <a:ext cx="116262" cy="116262"/>
              <a:chOff x="4248229" y="1365015"/>
              <a:chExt cx="116262" cy="116262"/>
            </a:xfrm>
          </p:grpSpPr>
          <p:cxnSp>
            <p:nvCxnSpPr>
              <p:cNvPr id="125" name="직선 연결선 124">
                <a:extLst>
                  <a:ext uri="{FF2B5EF4-FFF2-40B4-BE49-F238E27FC236}">
                    <a16:creationId xmlns:a16="http://schemas.microsoft.com/office/drawing/2014/main" id="{DAC78D15-5606-1394-3A45-25BEDAA6B8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8229" y="1423146"/>
                <a:ext cx="116262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133E8DAB-7D80-6F0E-7D7F-DDAFDB3E36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6360" y="1365015"/>
                <a:ext cx="0" cy="116262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90366A14-FB56-712A-3AFD-9ACCD7E727DD}"/>
              </a:ext>
            </a:extLst>
          </p:cNvPr>
          <p:cNvGrpSpPr/>
          <p:nvPr/>
        </p:nvGrpSpPr>
        <p:grpSpPr>
          <a:xfrm>
            <a:off x="4322526" y="4909021"/>
            <a:ext cx="252000" cy="252000"/>
            <a:chOff x="3592217" y="1546799"/>
            <a:chExt cx="252000" cy="252000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A5D4AF68-BECA-6A66-DEF4-79B0114D6ED0}"/>
                </a:ext>
              </a:extLst>
            </p:cNvPr>
            <p:cNvSpPr/>
            <p:nvPr/>
          </p:nvSpPr>
          <p:spPr>
            <a:xfrm>
              <a:off x="3592217" y="1546799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75103454-073D-653D-EA3F-E4335AF2E9A9}"/>
                </a:ext>
              </a:extLst>
            </p:cNvPr>
            <p:cNvGrpSpPr/>
            <p:nvPr/>
          </p:nvGrpSpPr>
          <p:grpSpPr>
            <a:xfrm>
              <a:off x="3651265" y="1602800"/>
              <a:ext cx="128628" cy="139999"/>
              <a:chOff x="3661287" y="1602800"/>
              <a:chExt cx="128628" cy="139999"/>
            </a:xfrm>
          </p:grpSpPr>
          <p:sp>
            <p:nvSpPr>
              <p:cNvPr id="130" name="자유형: 도형 129">
                <a:extLst>
                  <a:ext uri="{FF2B5EF4-FFF2-40B4-BE49-F238E27FC236}">
                    <a16:creationId xmlns:a16="http://schemas.microsoft.com/office/drawing/2014/main" id="{E40B4A93-AEED-FEDC-66BC-F1DB471FB820}"/>
                  </a:ext>
                </a:extLst>
              </p:cNvPr>
              <p:cNvSpPr/>
              <p:nvPr/>
            </p:nvSpPr>
            <p:spPr>
              <a:xfrm>
                <a:off x="3681330" y="1602800"/>
                <a:ext cx="108585" cy="139999"/>
              </a:xfrm>
              <a:custGeom>
                <a:avLst/>
                <a:gdLst>
                  <a:gd name="csX0" fmla="*/ 35604 w 127892"/>
                  <a:gd name="csY0" fmla="*/ 0 h 164891"/>
                  <a:gd name="csX1" fmla="*/ 92288 w 127892"/>
                  <a:gd name="csY1" fmla="*/ 0 h 164891"/>
                  <a:gd name="csX2" fmla="*/ 127892 w 127892"/>
                  <a:gd name="csY2" fmla="*/ 35604 h 164891"/>
                  <a:gd name="csX3" fmla="*/ 127892 w 127892"/>
                  <a:gd name="csY3" fmla="*/ 129287 h 164891"/>
                  <a:gd name="csX4" fmla="*/ 92288 w 127892"/>
                  <a:gd name="csY4" fmla="*/ 164891 h 164891"/>
                  <a:gd name="csX5" fmla="*/ 35604 w 127892"/>
                  <a:gd name="csY5" fmla="*/ 164891 h 164891"/>
                  <a:gd name="csX6" fmla="*/ 0 w 127892"/>
                  <a:gd name="csY6" fmla="*/ 129287 h 164891"/>
                  <a:gd name="csX7" fmla="*/ 0 w 127892"/>
                  <a:gd name="csY7" fmla="*/ 127023 h 164891"/>
                  <a:gd name="csX8" fmla="*/ 60434 w 127892"/>
                  <a:gd name="csY8" fmla="*/ 127023 h 164891"/>
                  <a:gd name="csX9" fmla="*/ 60434 w 127892"/>
                  <a:gd name="csY9" fmla="*/ 37869 h 164891"/>
                  <a:gd name="csX10" fmla="*/ 0 w 127892"/>
                  <a:gd name="csY10" fmla="*/ 37869 h 164891"/>
                  <a:gd name="csX11" fmla="*/ 0 w 127892"/>
                  <a:gd name="csY11" fmla="*/ 35604 h 164891"/>
                  <a:gd name="csX12" fmla="*/ 35604 w 127892"/>
                  <a:gd name="csY12" fmla="*/ 0 h 164891"/>
                  <a:gd name="csX0" fmla="*/ 60434 w 151874"/>
                  <a:gd name="csY0" fmla="*/ 127023 h 218463"/>
                  <a:gd name="csX1" fmla="*/ 60434 w 151874"/>
                  <a:gd name="csY1" fmla="*/ 37869 h 218463"/>
                  <a:gd name="csX2" fmla="*/ 0 w 151874"/>
                  <a:gd name="csY2" fmla="*/ 37869 h 218463"/>
                  <a:gd name="csX3" fmla="*/ 0 w 151874"/>
                  <a:gd name="csY3" fmla="*/ 35604 h 218463"/>
                  <a:gd name="csX4" fmla="*/ 35604 w 151874"/>
                  <a:gd name="csY4" fmla="*/ 0 h 218463"/>
                  <a:gd name="csX5" fmla="*/ 92288 w 151874"/>
                  <a:gd name="csY5" fmla="*/ 0 h 218463"/>
                  <a:gd name="csX6" fmla="*/ 127892 w 151874"/>
                  <a:gd name="csY6" fmla="*/ 35604 h 218463"/>
                  <a:gd name="csX7" fmla="*/ 127892 w 151874"/>
                  <a:gd name="csY7" fmla="*/ 129287 h 218463"/>
                  <a:gd name="csX8" fmla="*/ 92288 w 151874"/>
                  <a:gd name="csY8" fmla="*/ 164891 h 218463"/>
                  <a:gd name="csX9" fmla="*/ 35604 w 151874"/>
                  <a:gd name="csY9" fmla="*/ 164891 h 218463"/>
                  <a:gd name="csX10" fmla="*/ 0 w 151874"/>
                  <a:gd name="csY10" fmla="*/ 129287 h 218463"/>
                  <a:gd name="csX11" fmla="*/ 0 w 151874"/>
                  <a:gd name="csY11" fmla="*/ 127023 h 218463"/>
                  <a:gd name="csX12" fmla="*/ 151874 w 151874"/>
                  <a:gd name="csY12" fmla="*/ 218463 h 218463"/>
                  <a:gd name="csX0" fmla="*/ 60434 w 127892"/>
                  <a:gd name="csY0" fmla="*/ 127023 h 164891"/>
                  <a:gd name="csX1" fmla="*/ 60434 w 127892"/>
                  <a:gd name="csY1" fmla="*/ 37869 h 164891"/>
                  <a:gd name="csX2" fmla="*/ 0 w 127892"/>
                  <a:gd name="csY2" fmla="*/ 37869 h 164891"/>
                  <a:gd name="csX3" fmla="*/ 0 w 127892"/>
                  <a:gd name="csY3" fmla="*/ 35604 h 164891"/>
                  <a:gd name="csX4" fmla="*/ 35604 w 127892"/>
                  <a:gd name="csY4" fmla="*/ 0 h 164891"/>
                  <a:gd name="csX5" fmla="*/ 92288 w 127892"/>
                  <a:gd name="csY5" fmla="*/ 0 h 164891"/>
                  <a:gd name="csX6" fmla="*/ 127892 w 127892"/>
                  <a:gd name="csY6" fmla="*/ 35604 h 164891"/>
                  <a:gd name="csX7" fmla="*/ 127892 w 127892"/>
                  <a:gd name="csY7" fmla="*/ 129287 h 164891"/>
                  <a:gd name="csX8" fmla="*/ 92288 w 127892"/>
                  <a:gd name="csY8" fmla="*/ 164891 h 164891"/>
                  <a:gd name="csX9" fmla="*/ 35604 w 127892"/>
                  <a:gd name="csY9" fmla="*/ 164891 h 164891"/>
                  <a:gd name="csX10" fmla="*/ 0 w 127892"/>
                  <a:gd name="csY10" fmla="*/ 129287 h 164891"/>
                  <a:gd name="csX11" fmla="*/ 0 w 127892"/>
                  <a:gd name="csY11" fmla="*/ 127023 h 164891"/>
                  <a:gd name="csX0" fmla="*/ 60434 w 127892"/>
                  <a:gd name="csY0" fmla="*/ 37869 h 164891"/>
                  <a:gd name="csX1" fmla="*/ 0 w 127892"/>
                  <a:gd name="csY1" fmla="*/ 37869 h 164891"/>
                  <a:gd name="csX2" fmla="*/ 0 w 127892"/>
                  <a:gd name="csY2" fmla="*/ 35604 h 164891"/>
                  <a:gd name="csX3" fmla="*/ 35604 w 127892"/>
                  <a:gd name="csY3" fmla="*/ 0 h 164891"/>
                  <a:gd name="csX4" fmla="*/ 92288 w 127892"/>
                  <a:gd name="csY4" fmla="*/ 0 h 164891"/>
                  <a:gd name="csX5" fmla="*/ 127892 w 127892"/>
                  <a:gd name="csY5" fmla="*/ 35604 h 164891"/>
                  <a:gd name="csX6" fmla="*/ 127892 w 127892"/>
                  <a:gd name="csY6" fmla="*/ 129287 h 164891"/>
                  <a:gd name="csX7" fmla="*/ 92288 w 127892"/>
                  <a:gd name="csY7" fmla="*/ 164891 h 164891"/>
                  <a:gd name="csX8" fmla="*/ 35604 w 127892"/>
                  <a:gd name="csY8" fmla="*/ 164891 h 164891"/>
                  <a:gd name="csX9" fmla="*/ 0 w 127892"/>
                  <a:gd name="csY9" fmla="*/ 129287 h 164891"/>
                  <a:gd name="csX10" fmla="*/ 0 w 127892"/>
                  <a:gd name="csY10" fmla="*/ 127023 h 164891"/>
                  <a:gd name="csX0" fmla="*/ 0 w 127892"/>
                  <a:gd name="csY0" fmla="*/ 37869 h 164891"/>
                  <a:gd name="csX1" fmla="*/ 0 w 127892"/>
                  <a:gd name="csY1" fmla="*/ 35604 h 164891"/>
                  <a:gd name="csX2" fmla="*/ 35604 w 127892"/>
                  <a:gd name="csY2" fmla="*/ 0 h 164891"/>
                  <a:gd name="csX3" fmla="*/ 92288 w 127892"/>
                  <a:gd name="csY3" fmla="*/ 0 h 164891"/>
                  <a:gd name="csX4" fmla="*/ 127892 w 127892"/>
                  <a:gd name="csY4" fmla="*/ 35604 h 164891"/>
                  <a:gd name="csX5" fmla="*/ 127892 w 127892"/>
                  <a:gd name="csY5" fmla="*/ 129287 h 164891"/>
                  <a:gd name="csX6" fmla="*/ 92288 w 127892"/>
                  <a:gd name="csY6" fmla="*/ 164891 h 164891"/>
                  <a:gd name="csX7" fmla="*/ 35604 w 127892"/>
                  <a:gd name="csY7" fmla="*/ 164891 h 164891"/>
                  <a:gd name="csX8" fmla="*/ 0 w 127892"/>
                  <a:gd name="csY8" fmla="*/ 129287 h 164891"/>
                  <a:gd name="csX9" fmla="*/ 0 w 127892"/>
                  <a:gd name="csY9" fmla="*/ 127023 h 164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92" h="164891">
                    <a:moveTo>
                      <a:pt x="0" y="37869"/>
                    </a:moveTo>
                    <a:lnTo>
                      <a:pt x="0" y="35604"/>
                    </a:lnTo>
                    <a:cubicBezTo>
                      <a:pt x="0" y="15940"/>
                      <a:pt x="15940" y="0"/>
                      <a:pt x="35604" y="0"/>
                    </a:cubicBezTo>
                    <a:lnTo>
                      <a:pt x="92288" y="0"/>
                    </a:lnTo>
                    <a:cubicBezTo>
                      <a:pt x="111952" y="0"/>
                      <a:pt x="127892" y="15940"/>
                      <a:pt x="127892" y="35604"/>
                    </a:cubicBezTo>
                    <a:lnTo>
                      <a:pt x="127892" y="129287"/>
                    </a:lnTo>
                    <a:cubicBezTo>
                      <a:pt x="127892" y="148951"/>
                      <a:pt x="111952" y="164891"/>
                      <a:pt x="92288" y="164891"/>
                    </a:cubicBezTo>
                    <a:lnTo>
                      <a:pt x="35604" y="164891"/>
                    </a:lnTo>
                    <a:cubicBezTo>
                      <a:pt x="15940" y="164891"/>
                      <a:pt x="0" y="148951"/>
                      <a:pt x="0" y="129287"/>
                    </a:cubicBezTo>
                    <a:lnTo>
                      <a:pt x="0" y="127023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C1683445-1DD5-1736-3999-25EA97861A5D}"/>
                  </a:ext>
                </a:extLst>
              </p:cNvPr>
              <p:cNvGrpSpPr/>
              <p:nvPr/>
            </p:nvGrpSpPr>
            <p:grpSpPr>
              <a:xfrm rot="5400000">
                <a:off x="3673707" y="1629790"/>
                <a:ext cx="61180" cy="86019"/>
                <a:chOff x="4214225" y="1770397"/>
                <a:chExt cx="66820" cy="93947"/>
              </a:xfrm>
            </p:grpSpPr>
            <p:sp>
              <p:nvSpPr>
                <p:cNvPr id="132" name="이등변 삼각형 76">
                  <a:extLst>
                    <a:ext uri="{FF2B5EF4-FFF2-40B4-BE49-F238E27FC236}">
                      <a16:creationId xmlns:a16="http://schemas.microsoft.com/office/drawing/2014/main" id="{50503EB0-F7B1-228B-66D6-D69214AE1C5E}"/>
                    </a:ext>
                  </a:extLst>
                </p:cNvPr>
                <p:cNvSpPr/>
                <p:nvPr/>
              </p:nvSpPr>
              <p:spPr>
                <a:xfrm>
                  <a:off x="4214225" y="1770398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64ABF1EB-C5FF-20F2-FAE9-EE092287F53F}"/>
                    </a:ext>
                  </a:extLst>
                </p:cNvPr>
                <p:cNvCxnSpPr>
                  <a:cxnSpLocks/>
                  <a:stCxn id="132" idx="1"/>
                </p:cNvCxnSpPr>
                <p:nvPr/>
              </p:nvCxnSpPr>
              <p:spPr>
                <a:xfrm rot="16200000" flipH="1">
                  <a:off x="4200662" y="1817371"/>
                  <a:ext cx="93947" cy="0"/>
                </a:xfrm>
                <a:prstGeom prst="line">
                  <a:avLst/>
                </a:pr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921794CC-B089-01A4-C74B-21363CE956C1}"/>
              </a:ext>
            </a:extLst>
          </p:cNvPr>
          <p:cNvSpPr txBox="1"/>
          <p:nvPr/>
        </p:nvSpPr>
        <p:spPr>
          <a:xfrm>
            <a:off x="1934728" y="420660"/>
            <a:ext cx="1259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556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900FB-C90D-C8EB-E84E-DC1A1C7F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188BC8B1-DDFD-94D3-F08F-BA527C787F6C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7E8B3EB-2CE1-8029-5A45-2537F51DCC87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BD0C40E-23BA-47BB-2C46-77D0310014FB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DAE7448-6296-7736-6632-D2713754387B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74E22B1-C326-BC25-20E9-9B79E357E931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E35A9DE-625F-F71C-6752-973DCA99C97B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285ACB9-CC14-82BF-E40B-CCF7A444812C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124770C-C11A-5EDF-43A0-41431DAC525D}"/>
              </a:ext>
            </a:extLst>
          </p:cNvPr>
          <p:cNvSpPr txBox="1"/>
          <p:nvPr/>
        </p:nvSpPr>
        <p:spPr>
          <a:xfrm>
            <a:off x="388740" y="457912"/>
            <a:ext cx="43517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Draw your time</a:t>
            </a:r>
            <a:endParaRPr lang="ko-KR" altLang="en-US" sz="45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B0A314F-743E-4E14-0B03-9961147494A2}"/>
              </a:ext>
            </a:extLst>
          </p:cNvPr>
          <p:cNvSpPr txBox="1"/>
          <p:nvPr/>
        </p:nvSpPr>
        <p:spPr>
          <a:xfrm>
            <a:off x="1988603" y="6516794"/>
            <a:ext cx="1152007" cy="32374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289EC-6E5F-0118-03F8-50DB0A2C4E6E}"/>
              </a:ext>
            </a:extLst>
          </p:cNvPr>
          <p:cNvSpPr txBox="1"/>
          <p:nvPr/>
        </p:nvSpPr>
        <p:spPr>
          <a:xfrm>
            <a:off x="0" y="2819"/>
            <a:ext cx="4686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새 스케치북 추가 버튼 클릭 화면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705C4-B866-98C4-5F30-709FA98BF638}"/>
              </a:ext>
            </a:extLst>
          </p:cNvPr>
          <p:cNvSpPr txBox="1"/>
          <p:nvPr/>
        </p:nvSpPr>
        <p:spPr>
          <a:xfrm>
            <a:off x="1934728" y="420660"/>
            <a:ext cx="1259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959EA33-2B77-56CD-8F27-68A528D27D3F}"/>
              </a:ext>
            </a:extLst>
          </p:cNvPr>
          <p:cNvSpPr/>
          <p:nvPr/>
        </p:nvSpPr>
        <p:spPr>
          <a:xfrm>
            <a:off x="1034606" y="1540058"/>
            <a:ext cx="3060000" cy="4608000"/>
          </a:xfrm>
          <a:prstGeom prst="roundRect">
            <a:avLst>
              <a:gd name="adj" fmla="val 96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23F37E1-6033-FF90-4000-A453208D24D7}"/>
              </a:ext>
            </a:extLst>
          </p:cNvPr>
          <p:cNvGrpSpPr/>
          <p:nvPr/>
        </p:nvGrpSpPr>
        <p:grpSpPr>
          <a:xfrm>
            <a:off x="1394979" y="1864648"/>
            <a:ext cx="2339254" cy="344060"/>
            <a:chOff x="1394979" y="2001080"/>
            <a:chExt cx="2339254" cy="34406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1781722-EC9B-BE44-22A6-800345744238}"/>
                </a:ext>
              </a:extLst>
            </p:cNvPr>
            <p:cNvSpPr/>
            <p:nvPr/>
          </p:nvSpPr>
          <p:spPr>
            <a:xfrm>
              <a:off x="1394979" y="2001080"/>
              <a:ext cx="2339254" cy="34406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01A4AD-BB66-A790-6366-6DEEDDBF3160}"/>
                </a:ext>
              </a:extLst>
            </p:cNvPr>
            <p:cNvSpPr txBox="1"/>
            <p:nvPr/>
          </p:nvSpPr>
          <p:spPr>
            <a:xfrm>
              <a:off x="1481667" y="2050000"/>
              <a:ext cx="160326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스케치북 이름 입력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0A172B9-6CF6-ECAC-3D69-6171043975FF}"/>
              </a:ext>
            </a:extLst>
          </p:cNvPr>
          <p:cNvSpPr txBox="1"/>
          <p:nvPr/>
        </p:nvSpPr>
        <p:spPr>
          <a:xfrm>
            <a:off x="3318585" y="5727805"/>
            <a:ext cx="5206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5A9116-627B-25D5-FFCE-E8D5DC36D814}"/>
              </a:ext>
            </a:extLst>
          </p:cNvPr>
          <p:cNvSpPr txBox="1"/>
          <p:nvPr/>
        </p:nvSpPr>
        <p:spPr>
          <a:xfrm>
            <a:off x="1298449" y="5727805"/>
            <a:ext cx="5206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취소</a:t>
            </a:r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97C5D839-2FDD-98C0-9003-27DB12A6C48C}"/>
              </a:ext>
            </a:extLst>
          </p:cNvPr>
          <p:cNvSpPr/>
          <p:nvPr/>
        </p:nvSpPr>
        <p:spPr>
          <a:xfrm rot="10800000">
            <a:off x="1531910" y="2571942"/>
            <a:ext cx="487390" cy="692680"/>
          </a:xfrm>
          <a:custGeom>
            <a:avLst/>
            <a:gdLst>
              <a:gd name="csX0" fmla="*/ 487390 w 487390"/>
              <a:gd name="csY0" fmla="*/ 692680 h 692680"/>
              <a:gd name="csX1" fmla="*/ 144000 w 487390"/>
              <a:gd name="csY1" fmla="*/ 692680 h 692680"/>
              <a:gd name="csX2" fmla="*/ 0 w 487390"/>
              <a:gd name="csY2" fmla="*/ 548680 h 692680"/>
              <a:gd name="csX3" fmla="*/ 0 w 487390"/>
              <a:gd name="csY3" fmla="*/ 0 h 692680"/>
              <a:gd name="csX4" fmla="*/ 487390 w 487390"/>
              <a:gd name="csY4" fmla="*/ 0 h 692680"/>
              <a:gd name="csX5" fmla="*/ 487390 w 487390"/>
              <a:gd name="csY5" fmla="*/ 692680 h 692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7390" h="692680">
                <a:moveTo>
                  <a:pt x="487390" y="692680"/>
                </a:moveTo>
                <a:lnTo>
                  <a:pt x="144000" y="692680"/>
                </a:lnTo>
                <a:lnTo>
                  <a:pt x="0" y="548680"/>
                </a:lnTo>
                <a:lnTo>
                  <a:pt x="0" y="0"/>
                </a:lnTo>
                <a:lnTo>
                  <a:pt x="487390" y="0"/>
                </a:lnTo>
                <a:lnTo>
                  <a:pt x="487390" y="69268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각 삼각형 50">
            <a:extLst>
              <a:ext uri="{FF2B5EF4-FFF2-40B4-BE49-F238E27FC236}">
                <a16:creationId xmlns:a16="http://schemas.microsoft.com/office/drawing/2014/main" id="{383E7D50-4CE9-3287-87D0-ABAA2016DCAC}"/>
              </a:ext>
            </a:extLst>
          </p:cNvPr>
          <p:cNvSpPr/>
          <p:nvPr/>
        </p:nvSpPr>
        <p:spPr>
          <a:xfrm>
            <a:off x="1875299" y="2571942"/>
            <a:ext cx="144000" cy="144000"/>
          </a:xfrm>
          <a:prstGeom prst="rtTriangle">
            <a:avLst/>
          </a:prstGeom>
          <a:solidFill>
            <a:schemeClr val="bg1"/>
          </a:solidFill>
          <a:ln w="15875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1B208-CF75-F2AB-50AF-402968FC1046}"/>
              </a:ext>
            </a:extLst>
          </p:cNvPr>
          <p:cNvSpPr txBox="1"/>
          <p:nvPr/>
        </p:nvSpPr>
        <p:spPr>
          <a:xfrm>
            <a:off x="1583701" y="2845580"/>
            <a:ext cx="3838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519EC1-F891-4E26-4D98-684073CE0EC4}"/>
              </a:ext>
            </a:extLst>
          </p:cNvPr>
          <p:cNvSpPr txBox="1"/>
          <p:nvPr/>
        </p:nvSpPr>
        <p:spPr>
          <a:xfrm>
            <a:off x="1481667" y="3257717"/>
            <a:ext cx="5878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148x210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8" name="자유형: 도형 67">
            <a:extLst>
              <a:ext uri="{FF2B5EF4-FFF2-40B4-BE49-F238E27FC236}">
                <a16:creationId xmlns:a16="http://schemas.microsoft.com/office/drawing/2014/main" id="{50262454-7EE6-7C76-7FC5-CEF9FC7306BC}"/>
              </a:ext>
            </a:extLst>
          </p:cNvPr>
          <p:cNvSpPr/>
          <p:nvPr/>
        </p:nvSpPr>
        <p:spPr>
          <a:xfrm rot="10800000">
            <a:off x="2347718" y="2571942"/>
            <a:ext cx="487390" cy="692680"/>
          </a:xfrm>
          <a:custGeom>
            <a:avLst/>
            <a:gdLst>
              <a:gd name="csX0" fmla="*/ 487390 w 487390"/>
              <a:gd name="csY0" fmla="*/ 692680 h 692680"/>
              <a:gd name="csX1" fmla="*/ 144000 w 487390"/>
              <a:gd name="csY1" fmla="*/ 692680 h 692680"/>
              <a:gd name="csX2" fmla="*/ 0 w 487390"/>
              <a:gd name="csY2" fmla="*/ 548680 h 692680"/>
              <a:gd name="csX3" fmla="*/ 0 w 487390"/>
              <a:gd name="csY3" fmla="*/ 0 h 692680"/>
              <a:gd name="csX4" fmla="*/ 487390 w 487390"/>
              <a:gd name="csY4" fmla="*/ 0 h 692680"/>
              <a:gd name="csX5" fmla="*/ 487390 w 487390"/>
              <a:gd name="csY5" fmla="*/ 692680 h 692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7390" h="692680">
                <a:moveTo>
                  <a:pt x="487390" y="692680"/>
                </a:moveTo>
                <a:lnTo>
                  <a:pt x="144000" y="692680"/>
                </a:lnTo>
                <a:lnTo>
                  <a:pt x="0" y="548680"/>
                </a:lnTo>
                <a:lnTo>
                  <a:pt x="0" y="0"/>
                </a:lnTo>
                <a:lnTo>
                  <a:pt x="487390" y="0"/>
                </a:lnTo>
                <a:lnTo>
                  <a:pt x="487390" y="69268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각 삼각형 76">
            <a:extLst>
              <a:ext uri="{FF2B5EF4-FFF2-40B4-BE49-F238E27FC236}">
                <a16:creationId xmlns:a16="http://schemas.microsoft.com/office/drawing/2014/main" id="{1EC68F10-5D06-7ABD-BECA-81609710D8B0}"/>
              </a:ext>
            </a:extLst>
          </p:cNvPr>
          <p:cNvSpPr/>
          <p:nvPr/>
        </p:nvSpPr>
        <p:spPr>
          <a:xfrm>
            <a:off x="2691107" y="2571942"/>
            <a:ext cx="144000" cy="144000"/>
          </a:xfrm>
          <a:prstGeom prst="rtTriangle">
            <a:avLst/>
          </a:prstGeom>
          <a:solidFill>
            <a:schemeClr val="bg1"/>
          </a:solidFill>
          <a:ln w="15875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1C9460-7018-930C-EF03-CEA15B07172E}"/>
              </a:ext>
            </a:extLst>
          </p:cNvPr>
          <p:cNvSpPr txBox="1"/>
          <p:nvPr/>
        </p:nvSpPr>
        <p:spPr>
          <a:xfrm>
            <a:off x="2399509" y="2845580"/>
            <a:ext cx="3838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9B699E-AF32-09AF-B8A3-4F1C5E920D89}"/>
              </a:ext>
            </a:extLst>
          </p:cNvPr>
          <p:cNvSpPr txBox="1"/>
          <p:nvPr/>
        </p:nvSpPr>
        <p:spPr>
          <a:xfrm>
            <a:off x="2297475" y="3257717"/>
            <a:ext cx="5878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210x297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6106A111-3D77-C6BD-5067-27000BFA009E}"/>
              </a:ext>
            </a:extLst>
          </p:cNvPr>
          <p:cNvSpPr/>
          <p:nvPr/>
        </p:nvSpPr>
        <p:spPr>
          <a:xfrm rot="10800000">
            <a:off x="3163526" y="2571942"/>
            <a:ext cx="487390" cy="692680"/>
          </a:xfrm>
          <a:custGeom>
            <a:avLst/>
            <a:gdLst>
              <a:gd name="csX0" fmla="*/ 487390 w 487390"/>
              <a:gd name="csY0" fmla="*/ 692680 h 692680"/>
              <a:gd name="csX1" fmla="*/ 144000 w 487390"/>
              <a:gd name="csY1" fmla="*/ 692680 h 692680"/>
              <a:gd name="csX2" fmla="*/ 0 w 487390"/>
              <a:gd name="csY2" fmla="*/ 548680 h 692680"/>
              <a:gd name="csX3" fmla="*/ 0 w 487390"/>
              <a:gd name="csY3" fmla="*/ 0 h 692680"/>
              <a:gd name="csX4" fmla="*/ 487390 w 487390"/>
              <a:gd name="csY4" fmla="*/ 0 h 692680"/>
              <a:gd name="csX5" fmla="*/ 487390 w 487390"/>
              <a:gd name="csY5" fmla="*/ 692680 h 692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7390" h="692680">
                <a:moveTo>
                  <a:pt x="487390" y="692680"/>
                </a:moveTo>
                <a:lnTo>
                  <a:pt x="144000" y="692680"/>
                </a:lnTo>
                <a:lnTo>
                  <a:pt x="0" y="548680"/>
                </a:lnTo>
                <a:lnTo>
                  <a:pt x="0" y="0"/>
                </a:lnTo>
                <a:lnTo>
                  <a:pt x="487390" y="0"/>
                </a:lnTo>
                <a:lnTo>
                  <a:pt x="487390" y="69268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각 삼각형 84">
            <a:extLst>
              <a:ext uri="{FF2B5EF4-FFF2-40B4-BE49-F238E27FC236}">
                <a16:creationId xmlns:a16="http://schemas.microsoft.com/office/drawing/2014/main" id="{6FC88B27-4379-15F2-D300-2A5D32CFEF87}"/>
              </a:ext>
            </a:extLst>
          </p:cNvPr>
          <p:cNvSpPr/>
          <p:nvPr/>
        </p:nvSpPr>
        <p:spPr>
          <a:xfrm>
            <a:off x="3506915" y="2571942"/>
            <a:ext cx="144000" cy="144000"/>
          </a:xfrm>
          <a:prstGeom prst="rtTriangle">
            <a:avLst/>
          </a:prstGeom>
          <a:solidFill>
            <a:schemeClr val="bg1"/>
          </a:solidFill>
          <a:ln w="15875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9D1124B-8978-EC7C-492F-008AB678C030}"/>
              </a:ext>
            </a:extLst>
          </p:cNvPr>
          <p:cNvSpPr txBox="1"/>
          <p:nvPr/>
        </p:nvSpPr>
        <p:spPr>
          <a:xfrm>
            <a:off x="3215317" y="2845580"/>
            <a:ext cx="3838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CCB1D23-521E-FF78-7AFD-C8529468BD8B}"/>
              </a:ext>
            </a:extLst>
          </p:cNvPr>
          <p:cNvSpPr txBox="1"/>
          <p:nvPr/>
        </p:nvSpPr>
        <p:spPr>
          <a:xfrm>
            <a:off x="3063707" y="3257717"/>
            <a:ext cx="6870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297x420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D8DD76-3F68-94ED-523C-0066A8B6095E}"/>
              </a:ext>
            </a:extLst>
          </p:cNvPr>
          <p:cNvSpPr txBox="1"/>
          <p:nvPr/>
        </p:nvSpPr>
        <p:spPr>
          <a:xfrm>
            <a:off x="1358692" y="2288630"/>
            <a:ext cx="5878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종이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140F411-8DC4-51A9-8D12-EB7938C6BCD0}"/>
              </a:ext>
            </a:extLst>
          </p:cNvPr>
          <p:cNvSpPr txBox="1"/>
          <p:nvPr/>
        </p:nvSpPr>
        <p:spPr>
          <a:xfrm>
            <a:off x="1358691" y="3550017"/>
            <a:ext cx="9990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디스플레이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36B4658D-12D5-9BF2-A249-663A5C461264}"/>
              </a:ext>
            </a:extLst>
          </p:cNvPr>
          <p:cNvGrpSpPr/>
          <p:nvPr/>
        </p:nvGrpSpPr>
        <p:grpSpPr>
          <a:xfrm>
            <a:off x="1432091" y="3853429"/>
            <a:ext cx="687029" cy="547815"/>
            <a:chOff x="1432091" y="3962273"/>
            <a:chExt cx="687029" cy="54781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B5013EB-0421-9220-2A82-7E38566E9B85}"/>
                </a:ext>
              </a:extLst>
            </p:cNvPr>
            <p:cNvSpPr/>
            <p:nvPr/>
          </p:nvSpPr>
          <p:spPr>
            <a:xfrm>
              <a:off x="1432091" y="3962273"/>
              <a:ext cx="687029" cy="473741"/>
            </a:xfrm>
            <a:prstGeom prst="roundRect">
              <a:avLst>
                <a:gd name="adj" fmla="val 10635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79FD9846-84F1-69B2-55B0-8E5CA5C29AB0}"/>
                </a:ext>
              </a:extLst>
            </p:cNvPr>
            <p:cNvCxnSpPr>
              <a:cxnSpLocks/>
            </p:cNvCxnSpPr>
            <p:nvPr/>
          </p:nvCxnSpPr>
          <p:spPr>
            <a:xfrm>
              <a:off x="1775202" y="4436014"/>
              <a:ext cx="807" cy="74074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99EBFA82-42C3-07B2-7417-7841F581FB3B}"/>
                </a:ext>
              </a:extLst>
            </p:cNvPr>
            <p:cNvCxnSpPr>
              <a:cxnSpLocks/>
            </p:cNvCxnSpPr>
            <p:nvPr/>
          </p:nvCxnSpPr>
          <p:spPr>
            <a:xfrm>
              <a:off x="1645561" y="4510088"/>
              <a:ext cx="260088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5C44977-FF38-D2D2-91E9-FCF51DF90F0A}"/>
              </a:ext>
            </a:extLst>
          </p:cNvPr>
          <p:cNvGrpSpPr/>
          <p:nvPr/>
        </p:nvGrpSpPr>
        <p:grpSpPr>
          <a:xfrm>
            <a:off x="2415035" y="3840498"/>
            <a:ext cx="299142" cy="560745"/>
            <a:chOff x="2406651" y="3962273"/>
            <a:chExt cx="369526" cy="69268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EFC78E5-513B-82B6-4C18-382E2C6A4782}"/>
                </a:ext>
              </a:extLst>
            </p:cNvPr>
            <p:cNvSpPr/>
            <p:nvPr/>
          </p:nvSpPr>
          <p:spPr>
            <a:xfrm>
              <a:off x="2406651" y="3962273"/>
              <a:ext cx="369526" cy="69268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CD81EBB2-9955-BC9C-16BB-0B3207C13D33}"/>
                </a:ext>
              </a:extLst>
            </p:cNvPr>
            <p:cNvSpPr/>
            <p:nvPr/>
          </p:nvSpPr>
          <p:spPr>
            <a:xfrm>
              <a:off x="2566946" y="3999364"/>
              <a:ext cx="48936" cy="4893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21E49A1D-AB98-2F40-4F4C-0A7DC1313189}"/>
                </a:ext>
              </a:extLst>
            </p:cNvPr>
            <p:cNvCxnSpPr>
              <a:cxnSpLocks/>
            </p:cNvCxnSpPr>
            <p:nvPr/>
          </p:nvCxnSpPr>
          <p:spPr>
            <a:xfrm>
              <a:off x="2526392" y="4617513"/>
              <a:ext cx="130044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4B956D09-184E-380B-726F-40681416B2B9}"/>
              </a:ext>
            </a:extLst>
          </p:cNvPr>
          <p:cNvGrpSpPr/>
          <p:nvPr/>
        </p:nvGrpSpPr>
        <p:grpSpPr>
          <a:xfrm>
            <a:off x="3063707" y="3876924"/>
            <a:ext cx="687030" cy="524320"/>
            <a:chOff x="3063707" y="4130633"/>
            <a:chExt cx="687030" cy="52432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D1B2C86-C3A2-C107-B516-0D04E90A536D}"/>
                </a:ext>
              </a:extLst>
            </p:cNvPr>
            <p:cNvSpPr/>
            <p:nvPr/>
          </p:nvSpPr>
          <p:spPr>
            <a:xfrm>
              <a:off x="3063707" y="4130633"/>
              <a:ext cx="687030" cy="5243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92BF9142-CB94-0338-8AB8-50F1B91614B2}"/>
                </a:ext>
              </a:extLst>
            </p:cNvPr>
            <p:cNvSpPr/>
            <p:nvPr/>
          </p:nvSpPr>
          <p:spPr>
            <a:xfrm flipH="1" flipV="1">
              <a:off x="3383958" y="4158288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84A40621-CFE5-0AAA-A033-2B61EFBB1D2F}"/>
                </a:ext>
              </a:extLst>
            </p:cNvPr>
            <p:cNvCxnSpPr>
              <a:cxnSpLocks/>
            </p:cNvCxnSpPr>
            <p:nvPr/>
          </p:nvCxnSpPr>
          <p:spPr>
            <a:xfrm>
              <a:off x="3341796" y="4617513"/>
              <a:ext cx="130044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D24B8471-4462-9822-DAF4-B658DDE713DB}"/>
              </a:ext>
            </a:extLst>
          </p:cNvPr>
          <p:cNvSpPr txBox="1"/>
          <p:nvPr/>
        </p:nvSpPr>
        <p:spPr>
          <a:xfrm>
            <a:off x="1432090" y="4410174"/>
            <a:ext cx="6870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1920x1080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A23D727-BAA3-4223-D2A2-262FF0AB1B3A}"/>
              </a:ext>
            </a:extLst>
          </p:cNvPr>
          <p:cNvSpPr txBox="1"/>
          <p:nvPr/>
        </p:nvSpPr>
        <p:spPr>
          <a:xfrm>
            <a:off x="2171181" y="4410174"/>
            <a:ext cx="78685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390x844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A4D4BD6-871C-2467-DF9F-83472295B247}"/>
              </a:ext>
            </a:extLst>
          </p:cNvPr>
          <p:cNvSpPr txBox="1"/>
          <p:nvPr/>
        </p:nvSpPr>
        <p:spPr>
          <a:xfrm>
            <a:off x="3063707" y="4410174"/>
            <a:ext cx="6870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810x1080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C8CF337-2F06-D991-6129-4026EE8B062C}"/>
              </a:ext>
            </a:extLst>
          </p:cNvPr>
          <p:cNvSpPr txBox="1"/>
          <p:nvPr/>
        </p:nvSpPr>
        <p:spPr>
          <a:xfrm>
            <a:off x="1358691" y="4812283"/>
            <a:ext cx="9990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배경</a:t>
            </a: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2EEE2CDF-2676-BC53-9368-0A92CA9A734E}"/>
              </a:ext>
            </a:extLst>
          </p:cNvPr>
          <p:cNvCxnSpPr>
            <a:cxnSpLocks/>
          </p:cNvCxnSpPr>
          <p:nvPr/>
        </p:nvCxnSpPr>
        <p:spPr>
          <a:xfrm>
            <a:off x="1493812" y="4757259"/>
            <a:ext cx="2218825" cy="0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bg1">
                <a:lumMod val="8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53" name="그림 152">
            <a:extLst>
              <a:ext uri="{FF2B5EF4-FFF2-40B4-BE49-F238E27FC236}">
                <a16:creationId xmlns:a16="http://schemas.microsoft.com/office/drawing/2014/main" id="{04A9F143-9A2A-9081-7DE0-9CC3CF3273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22" t="43879" r="47930" b="22405"/>
          <a:stretch>
            <a:fillRect/>
          </a:stretch>
        </p:blipFill>
        <p:spPr>
          <a:xfrm>
            <a:off x="1487715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0FFE6239-34D2-8292-FC2F-2AA0876978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44" t="40574" r="49887" b="15879"/>
          <a:stretch>
            <a:fillRect/>
          </a:stretch>
        </p:blipFill>
        <p:spPr>
          <a:xfrm>
            <a:off x="1945433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9" name="그림 158">
            <a:extLst>
              <a:ext uri="{FF2B5EF4-FFF2-40B4-BE49-F238E27FC236}">
                <a16:creationId xmlns:a16="http://schemas.microsoft.com/office/drawing/2014/main" id="{152F55D5-63F6-B6C8-9E0D-31672CBFB2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13" t="20450" r="17606" b="6068"/>
          <a:stretch>
            <a:fillRect/>
          </a:stretch>
        </p:blipFill>
        <p:spPr>
          <a:xfrm>
            <a:off x="2403151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1741278C-A36A-0AE9-3259-78775503D2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65" t="19106" r="59830" b="45991"/>
          <a:stretch>
            <a:fillRect/>
          </a:stretch>
        </p:blipFill>
        <p:spPr>
          <a:xfrm>
            <a:off x="2860868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5" name="그림 164">
            <a:extLst>
              <a:ext uri="{FF2B5EF4-FFF2-40B4-BE49-F238E27FC236}">
                <a16:creationId xmlns:a16="http://schemas.microsoft.com/office/drawing/2014/main" id="{86632EB9-9479-38F1-54D3-A5F09B21DC0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250" t="33556" r="38724" b="18490"/>
          <a:stretch>
            <a:fillRect/>
          </a:stretch>
        </p:blipFill>
        <p:spPr>
          <a:xfrm>
            <a:off x="3318585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E09A46B3-02BA-3223-7EC0-B6C808BF1C37}"/>
              </a:ext>
            </a:extLst>
          </p:cNvPr>
          <p:cNvSpPr txBox="1"/>
          <p:nvPr/>
        </p:nvSpPr>
        <p:spPr>
          <a:xfrm>
            <a:off x="1734286" y="1243179"/>
            <a:ext cx="15553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가로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425dp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326411F2-E9B2-1057-E5F3-2A20F5DC00C5}"/>
              </a:ext>
            </a:extLst>
          </p:cNvPr>
          <p:cNvCxnSpPr>
            <a:cxnSpLocks/>
          </p:cNvCxnSpPr>
          <p:nvPr/>
        </p:nvCxnSpPr>
        <p:spPr>
          <a:xfrm>
            <a:off x="1048749" y="1554163"/>
            <a:ext cx="3033302" cy="0"/>
          </a:xfrm>
          <a:prstGeom prst="line">
            <a:avLst/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80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33E9B-0609-1121-54A1-73D53126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74D93D4F-4CAF-D75E-42CE-454B771F5F2A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6D74083-571E-330D-C927-78013B918822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B79A03F-B33F-A28A-D273-8C8DB1FE78BE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0C8D65E-E4BC-7665-0147-8953B4E1099B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B6C2D82-3BA5-B58D-598A-941AD89D93B3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DF539D2-C29E-20A5-F8D7-27CF112129A4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5D93541-B3EF-58FB-461D-182EB439EF1A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F51D55E-1CC4-43BA-D014-2F1A23139367}"/>
              </a:ext>
            </a:extLst>
          </p:cNvPr>
          <p:cNvSpPr txBox="1"/>
          <p:nvPr/>
        </p:nvSpPr>
        <p:spPr>
          <a:xfrm>
            <a:off x="388740" y="457912"/>
            <a:ext cx="43517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Draw your time</a:t>
            </a:r>
            <a:endParaRPr lang="ko-KR" altLang="en-US" sz="45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3EDE260-EB0F-D41A-86CD-F0A9EC922673}"/>
              </a:ext>
            </a:extLst>
          </p:cNvPr>
          <p:cNvSpPr txBox="1"/>
          <p:nvPr/>
        </p:nvSpPr>
        <p:spPr>
          <a:xfrm>
            <a:off x="1988603" y="6516794"/>
            <a:ext cx="1152007" cy="323744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3729C-3A1A-3E2E-51B2-0161F781BA91}"/>
              </a:ext>
            </a:extLst>
          </p:cNvPr>
          <p:cNvSpPr txBox="1"/>
          <p:nvPr/>
        </p:nvSpPr>
        <p:spPr>
          <a:xfrm>
            <a:off x="0" y="2819"/>
            <a:ext cx="4686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새 스케치북 추가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공유 스케치북 추가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공유 스케치북 참여 버튼 클릭 화면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608DC-C9F1-82E3-B93C-31800E563C61}"/>
              </a:ext>
            </a:extLst>
          </p:cNvPr>
          <p:cNvSpPr txBox="1"/>
          <p:nvPr/>
        </p:nvSpPr>
        <p:spPr>
          <a:xfrm>
            <a:off x="1934728" y="420660"/>
            <a:ext cx="1259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B7B2104-10B5-FEA9-2025-43153243C7BB}"/>
              </a:ext>
            </a:extLst>
          </p:cNvPr>
          <p:cNvSpPr/>
          <p:nvPr/>
        </p:nvSpPr>
        <p:spPr>
          <a:xfrm>
            <a:off x="1048749" y="1544638"/>
            <a:ext cx="3033302" cy="4568295"/>
          </a:xfrm>
          <a:prstGeom prst="roundRect">
            <a:avLst>
              <a:gd name="adj" fmla="val 96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00050A30-0D39-35CF-0E41-46C483F37FA3}"/>
              </a:ext>
            </a:extLst>
          </p:cNvPr>
          <p:cNvGrpSpPr/>
          <p:nvPr/>
        </p:nvGrpSpPr>
        <p:grpSpPr>
          <a:xfrm>
            <a:off x="1394979" y="1864648"/>
            <a:ext cx="2339254" cy="344060"/>
            <a:chOff x="1394979" y="2001080"/>
            <a:chExt cx="2339254" cy="34406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6E60165-4D9D-AB41-9697-2AC074C37001}"/>
                </a:ext>
              </a:extLst>
            </p:cNvPr>
            <p:cNvSpPr/>
            <p:nvPr/>
          </p:nvSpPr>
          <p:spPr>
            <a:xfrm>
              <a:off x="1394979" y="2001080"/>
              <a:ext cx="2339254" cy="34406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B8B68D-DABB-2C85-04D6-94344928A365}"/>
                </a:ext>
              </a:extLst>
            </p:cNvPr>
            <p:cNvSpPr txBox="1"/>
            <p:nvPr/>
          </p:nvSpPr>
          <p:spPr>
            <a:xfrm>
              <a:off x="1481667" y="2050000"/>
              <a:ext cx="160326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스케치북 이름 입력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8F1AD2D-FD9F-64E1-C8D3-63FF582AA127}"/>
              </a:ext>
            </a:extLst>
          </p:cNvPr>
          <p:cNvSpPr txBox="1"/>
          <p:nvPr/>
        </p:nvSpPr>
        <p:spPr>
          <a:xfrm>
            <a:off x="3318585" y="5727805"/>
            <a:ext cx="5206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9D18E5-AEDB-996E-06C5-E4939AEF077C}"/>
              </a:ext>
            </a:extLst>
          </p:cNvPr>
          <p:cNvSpPr txBox="1"/>
          <p:nvPr/>
        </p:nvSpPr>
        <p:spPr>
          <a:xfrm>
            <a:off x="1298449" y="5727805"/>
            <a:ext cx="5206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취소</a:t>
            </a:r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8B7AF7BA-B154-B744-6285-61A398E25B84}"/>
              </a:ext>
            </a:extLst>
          </p:cNvPr>
          <p:cNvSpPr/>
          <p:nvPr/>
        </p:nvSpPr>
        <p:spPr>
          <a:xfrm rot="10800000">
            <a:off x="1531910" y="2571942"/>
            <a:ext cx="487390" cy="692680"/>
          </a:xfrm>
          <a:custGeom>
            <a:avLst/>
            <a:gdLst>
              <a:gd name="csX0" fmla="*/ 487390 w 487390"/>
              <a:gd name="csY0" fmla="*/ 692680 h 692680"/>
              <a:gd name="csX1" fmla="*/ 144000 w 487390"/>
              <a:gd name="csY1" fmla="*/ 692680 h 692680"/>
              <a:gd name="csX2" fmla="*/ 0 w 487390"/>
              <a:gd name="csY2" fmla="*/ 548680 h 692680"/>
              <a:gd name="csX3" fmla="*/ 0 w 487390"/>
              <a:gd name="csY3" fmla="*/ 0 h 692680"/>
              <a:gd name="csX4" fmla="*/ 487390 w 487390"/>
              <a:gd name="csY4" fmla="*/ 0 h 692680"/>
              <a:gd name="csX5" fmla="*/ 487390 w 487390"/>
              <a:gd name="csY5" fmla="*/ 692680 h 692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7390" h="692680">
                <a:moveTo>
                  <a:pt x="487390" y="692680"/>
                </a:moveTo>
                <a:lnTo>
                  <a:pt x="144000" y="692680"/>
                </a:lnTo>
                <a:lnTo>
                  <a:pt x="0" y="548680"/>
                </a:lnTo>
                <a:lnTo>
                  <a:pt x="0" y="0"/>
                </a:lnTo>
                <a:lnTo>
                  <a:pt x="487390" y="0"/>
                </a:lnTo>
                <a:lnTo>
                  <a:pt x="487390" y="69268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각 삼각형 50">
            <a:extLst>
              <a:ext uri="{FF2B5EF4-FFF2-40B4-BE49-F238E27FC236}">
                <a16:creationId xmlns:a16="http://schemas.microsoft.com/office/drawing/2014/main" id="{F2EED827-486E-037F-FE2D-C0A1046D4F14}"/>
              </a:ext>
            </a:extLst>
          </p:cNvPr>
          <p:cNvSpPr/>
          <p:nvPr/>
        </p:nvSpPr>
        <p:spPr>
          <a:xfrm>
            <a:off x="1875299" y="2571942"/>
            <a:ext cx="144000" cy="144000"/>
          </a:xfrm>
          <a:prstGeom prst="rtTriangle">
            <a:avLst/>
          </a:prstGeom>
          <a:solidFill>
            <a:schemeClr val="bg1"/>
          </a:solidFill>
          <a:ln w="15875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B1D813-3A5C-DCC8-EB14-D3C079B95638}"/>
              </a:ext>
            </a:extLst>
          </p:cNvPr>
          <p:cNvSpPr txBox="1"/>
          <p:nvPr/>
        </p:nvSpPr>
        <p:spPr>
          <a:xfrm>
            <a:off x="1583701" y="2845580"/>
            <a:ext cx="3838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A5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62C682-72DF-C6BF-052A-2F6C0180A20A}"/>
              </a:ext>
            </a:extLst>
          </p:cNvPr>
          <p:cNvSpPr txBox="1"/>
          <p:nvPr/>
        </p:nvSpPr>
        <p:spPr>
          <a:xfrm>
            <a:off x="1481667" y="3257717"/>
            <a:ext cx="5878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148x210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8" name="자유형: 도형 67">
            <a:extLst>
              <a:ext uri="{FF2B5EF4-FFF2-40B4-BE49-F238E27FC236}">
                <a16:creationId xmlns:a16="http://schemas.microsoft.com/office/drawing/2014/main" id="{C1335E91-568C-B69D-2070-1DBC056FAC3E}"/>
              </a:ext>
            </a:extLst>
          </p:cNvPr>
          <p:cNvSpPr/>
          <p:nvPr/>
        </p:nvSpPr>
        <p:spPr>
          <a:xfrm rot="10800000">
            <a:off x="2347718" y="2571942"/>
            <a:ext cx="487390" cy="692680"/>
          </a:xfrm>
          <a:custGeom>
            <a:avLst/>
            <a:gdLst>
              <a:gd name="csX0" fmla="*/ 487390 w 487390"/>
              <a:gd name="csY0" fmla="*/ 692680 h 692680"/>
              <a:gd name="csX1" fmla="*/ 144000 w 487390"/>
              <a:gd name="csY1" fmla="*/ 692680 h 692680"/>
              <a:gd name="csX2" fmla="*/ 0 w 487390"/>
              <a:gd name="csY2" fmla="*/ 548680 h 692680"/>
              <a:gd name="csX3" fmla="*/ 0 w 487390"/>
              <a:gd name="csY3" fmla="*/ 0 h 692680"/>
              <a:gd name="csX4" fmla="*/ 487390 w 487390"/>
              <a:gd name="csY4" fmla="*/ 0 h 692680"/>
              <a:gd name="csX5" fmla="*/ 487390 w 487390"/>
              <a:gd name="csY5" fmla="*/ 692680 h 692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7390" h="692680">
                <a:moveTo>
                  <a:pt x="487390" y="692680"/>
                </a:moveTo>
                <a:lnTo>
                  <a:pt x="144000" y="692680"/>
                </a:lnTo>
                <a:lnTo>
                  <a:pt x="0" y="548680"/>
                </a:lnTo>
                <a:lnTo>
                  <a:pt x="0" y="0"/>
                </a:lnTo>
                <a:lnTo>
                  <a:pt x="487390" y="0"/>
                </a:lnTo>
                <a:lnTo>
                  <a:pt x="487390" y="69268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각 삼각형 76">
            <a:extLst>
              <a:ext uri="{FF2B5EF4-FFF2-40B4-BE49-F238E27FC236}">
                <a16:creationId xmlns:a16="http://schemas.microsoft.com/office/drawing/2014/main" id="{A77980D3-9F9B-A9EC-1632-4B9110363BB8}"/>
              </a:ext>
            </a:extLst>
          </p:cNvPr>
          <p:cNvSpPr/>
          <p:nvPr/>
        </p:nvSpPr>
        <p:spPr>
          <a:xfrm>
            <a:off x="2691107" y="2571942"/>
            <a:ext cx="144000" cy="144000"/>
          </a:xfrm>
          <a:prstGeom prst="rtTriangle">
            <a:avLst/>
          </a:prstGeom>
          <a:solidFill>
            <a:schemeClr val="bg1"/>
          </a:solidFill>
          <a:ln w="15875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7E55B1-13F2-B362-A2E7-FC22FEDCAD91}"/>
              </a:ext>
            </a:extLst>
          </p:cNvPr>
          <p:cNvSpPr txBox="1"/>
          <p:nvPr/>
        </p:nvSpPr>
        <p:spPr>
          <a:xfrm>
            <a:off x="2399509" y="2845580"/>
            <a:ext cx="3838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A4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19375D-650B-0A24-EE9B-C9C8FC963318}"/>
              </a:ext>
            </a:extLst>
          </p:cNvPr>
          <p:cNvSpPr txBox="1"/>
          <p:nvPr/>
        </p:nvSpPr>
        <p:spPr>
          <a:xfrm>
            <a:off x="2297475" y="3257717"/>
            <a:ext cx="58787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210x297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1A25D05F-66C0-9BE0-163C-165F30D58CB2}"/>
              </a:ext>
            </a:extLst>
          </p:cNvPr>
          <p:cNvSpPr/>
          <p:nvPr/>
        </p:nvSpPr>
        <p:spPr>
          <a:xfrm rot="10800000">
            <a:off x="3163526" y="2571942"/>
            <a:ext cx="487390" cy="692680"/>
          </a:xfrm>
          <a:custGeom>
            <a:avLst/>
            <a:gdLst>
              <a:gd name="csX0" fmla="*/ 487390 w 487390"/>
              <a:gd name="csY0" fmla="*/ 692680 h 692680"/>
              <a:gd name="csX1" fmla="*/ 144000 w 487390"/>
              <a:gd name="csY1" fmla="*/ 692680 h 692680"/>
              <a:gd name="csX2" fmla="*/ 0 w 487390"/>
              <a:gd name="csY2" fmla="*/ 548680 h 692680"/>
              <a:gd name="csX3" fmla="*/ 0 w 487390"/>
              <a:gd name="csY3" fmla="*/ 0 h 692680"/>
              <a:gd name="csX4" fmla="*/ 487390 w 487390"/>
              <a:gd name="csY4" fmla="*/ 0 h 692680"/>
              <a:gd name="csX5" fmla="*/ 487390 w 487390"/>
              <a:gd name="csY5" fmla="*/ 692680 h 692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7390" h="692680">
                <a:moveTo>
                  <a:pt x="487390" y="692680"/>
                </a:moveTo>
                <a:lnTo>
                  <a:pt x="144000" y="692680"/>
                </a:lnTo>
                <a:lnTo>
                  <a:pt x="0" y="548680"/>
                </a:lnTo>
                <a:lnTo>
                  <a:pt x="0" y="0"/>
                </a:lnTo>
                <a:lnTo>
                  <a:pt x="487390" y="0"/>
                </a:lnTo>
                <a:lnTo>
                  <a:pt x="487390" y="692680"/>
                </a:ln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각 삼각형 84">
            <a:extLst>
              <a:ext uri="{FF2B5EF4-FFF2-40B4-BE49-F238E27FC236}">
                <a16:creationId xmlns:a16="http://schemas.microsoft.com/office/drawing/2014/main" id="{8D4879AA-C151-186C-9315-28A5A60DF1ED}"/>
              </a:ext>
            </a:extLst>
          </p:cNvPr>
          <p:cNvSpPr/>
          <p:nvPr/>
        </p:nvSpPr>
        <p:spPr>
          <a:xfrm>
            <a:off x="3506915" y="2571942"/>
            <a:ext cx="144000" cy="144000"/>
          </a:xfrm>
          <a:prstGeom prst="rtTriangle">
            <a:avLst/>
          </a:prstGeom>
          <a:solidFill>
            <a:schemeClr val="bg1"/>
          </a:solidFill>
          <a:ln w="15875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10E0F5-70DF-6B8E-FEBC-219FBA881F30}"/>
              </a:ext>
            </a:extLst>
          </p:cNvPr>
          <p:cNvSpPr txBox="1"/>
          <p:nvPr/>
        </p:nvSpPr>
        <p:spPr>
          <a:xfrm>
            <a:off x="3215317" y="2845580"/>
            <a:ext cx="3838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A3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98D541-ECB9-DBE5-A9F8-C40DFDBE3A07}"/>
              </a:ext>
            </a:extLst>
          </p:cNvPr>
          <p:cNvSpPr txBox="1"/>
          <p:nvPr/>
        </p:nvSpPr>
        <p:spPr>
          <a:xfrm>
            <a:off x="3063707" y="3257717"/>
            <a:ext cx="6870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297x420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FB8CD70-CC96-1CE1-EC25-455027C0AD97}"/>
              </a:ext>
            </a:extLst>
          </p:cNvPr>
          <p:cNvSpPr txBox="1"/>
          <p:nvPr/>
        </p:nvSpPr>
        <p:spPr>
          <a:xfrm>
            <a:off x="1358692" y="2288630"/>
            <a:ext cx="5878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종이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B446C2-1005-2818-F643-A1499C5D9941}"/>
              </a:ext>
            </a:extLst>
          </p:cNvPr>
          <p:cNvSpPr txBox="1"/>
          <p:nvPr/>
        </p:nvSpPr>
        <p:spPr>
          <a:xfrm>
            <a:off x="1358691" y="3550017"/>
            <a:ext cx="9990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디스플레이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302E348A-0D84-C149-4B53-887B547B11B2}"/>
              </a:ext>
            </a:extLst>
          </p:cNvPr>
          <p:cNvGrpSpPr/>
          <p:nvPr/>
        </p:nvGrpSpPr>
        <p:grpSpPr>
          <a:xfrm>
            <a:off x="1432091" y="3853429"/>
            <a:ext cx="687029" cy="547815"/>
            <a:chOff x="1432091" y="3962273"/>
            <a:chExt cx="687029" cy="54781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D5D2172-7A64-45B4-4BF8-349FD1D4CBE8}"/>
                </a:ext>
              </a:extLst>
            </p:cNvPr>
            <p:cNvSpPr/>
            <p:nvPr/>
          </p:nvSpPr>
          <p:spPr>
            <a:xfrm>
              <a:off x="1432091" y="3962273"/>
              <a:ext cx="687029" cy="473741"/>
            </a:xfrm>
            <a:prstGeom prst="roundRect">
              <a:avLst>
                <a:gd name="adj" fmla="val 10635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3C936F02-2FEF-7D04-2CC8-85753CD5524A}"/>
                </a:ext>
              </a:extLst>
            </p:cNvPr>
            <p:cNvCxnSpPr>
              <a:cxnSpLocks/>
            </p:cNvCxnSpPr>
            <p:nvPr/>
          </p:nvCxnSpPr>
          <p:spPr>
            <a:xfrm>
              <a:off x="1775202" y="4436014"/>
              <a:ext cx="807" cy="74074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B04A9FF9-D07A-B124-635E-FD37B9E2F616}"/>
                </a:ext>
              </a:extLst>
            </p:cNvPr>
            <p:cNvCxnSpPr>
              <a:cxnSpLocks/>
            </p:cNvCxnSpPr>
            <p:nvPr/>
          </p:nvCxnSpPr>
          <p:spPr>
            <a:xfrm>
              <a:off x="1645561" y="4510088"/>
              <a:ext cx="260088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04962C8-FB8E-0D3A-C4C1-06CB5FD1525D}"/>
              </a:ext>
            </a:extLst>
          </p:cNvPr>
          <p:cNvGrpSpPr/>
          <p:nvPr/>
        </p:nvGrpSpPr>
        <p:grpSpPr>
          <a:xfrm>
            <a:off x="2415035" y="3840498"/>
            <a:ext cx="299142" cy="560745"/>
            <a:chOff x="2406651" y="3962273"/>
            <a:chExt cx="369526" cy="69268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D5EBC526-EEC3-2634-787E-5E78890E2469}"/>
                </a:ext>
              </a:extLst>
            </p:cNvPr>
            <p:cNvSpPr/>
            <p:nvPr/>
          </p:nvSpPr>
          <p:spPr>
            <a:xfrm>
              <a:off x="2406651" y="3962273"/>
              <a:ext cx="369526" cy="69268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A799B08C-E362-E63A-DF47-1E3A68EDFDEA}"/>
                </a:ext>
              </a:extLst>
            </p:cNvPr>
            <p:cNvSpPr/>
            <p:nvPr/>
          </p:nvSpPr>
          <p:spPr>
            <a:xfrm>
              <a:off x="2566946" y="3999364"/>
              <a:ext cx="48936" cy="4893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AB553379-1A8F-0D30-0555-002A1BA115D0}"/>
                </a:ext>
              </a:extLst>
            </p:cNvPr>
            <p:cNvCxnSpPr>
              <a:cxnSpLocks/>
            </p:cNvCxnSpPr>
            <p:nvPr/>
          </p:nvCxnSpPr>
          <p:spPr>
            <a:xfrm>
              <a:off x="2526392" y="4617513"/>
              <a:ext cx="130044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244285C-3026-4212-B949-1DFAF2C267F9}"/>
              </a:ext>
            </a:extLst>
          </p:cNvPr>
          <p:cNvGrpSpPr/>
          <p:nvPr/>
        </p:nvGrpSpPr>
        <p:grpSpPr>
          <a:xfrm>
            <a:off x="3063707" y="3876924"/>
            <a:ext cx="687030" cy="524320"/>
            <a:chOff x="3063707" y="4130633"/>
            <a:chExt cx="687030" cy="52432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DABC985E-A674-7A2A-2DFB-A5F25F65ED78}"/>
                </a:ext>
              </a:extLst>
            </p:cNvPr>
            <p:cNvSpPr/>
            <p:nvPr/>
          </p:nvSpPr>
          <p:spPr>
            <a:xfrm>
              <a:off x="3063707" y="4130633"/>
              <a:ext cx="687030" cy="5243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44A6186C-86F9-0EC6-4E97-2103B5E9DB6E}"/>
                </a:ext>
              </a:extLst>
            </p:cNvPr>
            <p:cNvSpPr/>
            <p:nvPr/>
          </p:nvSpPr>
          <p:spPr>
            <a:xfrm flipH="1" flipV="1">
              <a:off x="3383958" y="4158288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4A180107-181C-1B61-4CB9-93D27A24674E}"/>
                </a:ext>
              </a:extLst>
            </p:cNvPr>
            <p:cNvCxnSpPr>
              <a:cxnSpLocks/>
            </p:cNvCxnSpPr>
            <p:nvPr/>
          </p:nvCxnSpPr>
          <p:spPr>
            <a:xfrm>
              <a:off x="3341796" y="4617513"/>
              <a:ext cx="130044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B74AD33A-4BB5-63E3-8693-7ED1435612C4}"/>
              </a:ext>
            </a:extLst>
          </p:cNvPr>
          <p:cNvSpPr txBox="1"/>
          <p:nvPr/>
        </p:nvSpPr>
        <p:spPr>
          <a:xfrm>
            <a:off x="1432090" y="4410174"/>
            <a:ext cx="6870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1920x1080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E87C616-D650-7C51-2AC6-8430CA36C070}"/>
              </a:ext>
            </a:extLst>
          </p:cNvPr>
          <p:cNvSpPr txBox="1"/>
          <p:nvPr/>
        </p:nvSpPr>
        <p:spPr>
          <a:xfrm>
            <a:off x="2171181" y="4410174"/>
            <a:ext cx="78685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390x844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C246E80-2F60-4EF1-50E9-54F9803ED5EB}"/>
              </a:ext>
            </a:extLst>
          </p:cNvPr>
          <p:cNvSpPr txBox="1"/>
          <p:nvPr/>
        </p:nvSpPr>
        <p:spPr>
          <a:xfrm>
            <a:off x="3063707" y="4410174"/>
            <a:ext cx="6870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810x1080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D3FD2C0-0008-B11B-4071-5AF0AA4BA075}"/>
              </a:ext>
            </a:extLst>
          </p:cNvPr>
          <p:cNvSpPr txBox="1"/>
          <p:nvPr/>
        </p:nvSpPr>
        <p:spPr>
          <a:xfrm>
            <a:off x="1358691" y="4812283"/>
            <a:ext cx="9990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배경</a:t>
            </a: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0AF0B8E6-2463-4DA5-FC83-AE39C3CD9A91}"/>
              </a:ext>
            </a:extLst>
          </p:cNvPr>
          <p:cNvCxnSpPr>
            <a:cxnSpLocks/>
          </p:cNvCxnSpPr>
          <p:nvPr/>
        </p:nvCxnSpPr>
        <p:spPr>
          <a:xfrm>
            <a:off x="1493812" y="4757259"/>
            <a:ext cx="2218825" cy="0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bg1">
                <a:lumMod val="8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53" name="그림 152">
            <a:extLst>
              <a:ext uri="{FF2B5EF4-FFF2-40B4-BE49-F238E27FC236}">
                <a16:creationId xmlns:a16="http://schemas.microsoft.com/office/drawing/2014/main" id="{F3EAC895-1325-0CDF-640F-67652296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22" t="43879" r="47930" b="22405"/>
          <a:stretch>
            <a:fillRect/>
          </a:stretch>
        </p:blipFill>
        <p:spPr>
          <a:xfrm>
            <a:off x="1487715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25D3A761-9778-16BE-3D2C-E89B0E940E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44" t="40574" r="49887" b="15879"/>
          <a:stretch>
            <a:fillRect/>
          </a:stretch>
        </p:blipFill>
        <p:spPr>
          <a:xfrm>
            <a:off x="1945433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9" name="그림 158">
            <a:extLst>
              <a:ext uri="{FF2B5EF4-FFF2-40B4-BE49-F238E27FC236}">
                <a16:creationId xmlns:a16="http://schemas.microsoft.com/office/drawing/2014/main" id="{5992C24F-4883-9EA5-5696-7A1644091C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413" t="20450" r="17606" b="6068"/>
          <a:stretch>
            <a:fillRect/>
          </a:stretch>
        </p:blipFill>
        <p:spPr>
          <a:xfrm>
            <a:off x="2403151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4F3FE13A-54D5-5872-2A23-99776EB8B1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65" t="19106" r="59830" b="45991"/>
          <a:stretch>
            <a:fillRect/>
          </a:stretch>
        </p:blipFill>
        <p:spPr>
          <a:xfrm>
            <a:off x="2860868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5" name="그림 164">
            <a:extLst>
              <a:ext uri="{FF2B5EF4-FFF2-40B4-BE49-F238E27FC236}">
                <a16:creationId xmlns:a16="http://schemas.microsoft.com/office/drawing/2014/main" id="{14BBA116-7815-5080-C2DF-CCA80626196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250" t="33556" r="38724" b="18490"/>
          <a:stretch>
            <a:fillRect/>
          </a:stretch>
        </p:blipFill>
        <p:spPr>
          <a:xfrm>
            <a:off x="3318585" y="5092700"/>
            <a:ext cx="352260" cy="35226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4073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5ED3A-0FEA-99DF-CABE-9E17AB33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384086B9-13F9-6D13-07C5-313E1621A088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8F18FC0-1CEE-EDBD-F4ED-C661EF39FFBF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A7EAAAE-4808-3A21-7C37-B98B407B0F54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BE454D1-C755-2C9D-DBFA-FC7D01E4CAF4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30C1E77-9B7E-3A93-BA5C-94444E609B12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30B4BA1-EF6C-A038-0582-F04452C2F0C0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82943D8-A0D7-1B90-E3FD-24E70D16DFA8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C08E9B0-DC3E-585F-2156-F465DBBC42AD}"/>
              </a:ext>
            </a:extLst>
          </p:cNvPr>
          <p:cNvSpPr/>
          <p:nvPr/>
        </p:nvSpPr>
        <p:spPr>
          <a:xfrm>
            <a:off x="544979" y="6093161"/>
            <a:ext cx="4039254" cy="423635"/>
          </a:xfrm>
          <a:prstGeom prst="roundRect">
            <a:avLst>
              <a:gd name="adj" fmla="val 500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0B86A2D-A95A-78AC-C5DF-C619E35B88B7}"/>
              </a:ext>
            </a:extLst>
          </p:cNvPr>
          <p:cNvSpPr/>
          <p:nvPr/>
        </p:nvSpPr>
        <p:spPr>
          <a:xfrm>
            <a:off x="690734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98DB92-02E9-3C30-BF96-7D7116F116F5}"/>
              </a:ext>
            </a:extLst>
          </p:cNvPr>
          <p:cNvSpPr/>
          <p:nvPr/>
        </p:nvSpPr>
        <p:spPr>
          <a:xfrm>
            <a:off x="1039390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71E0AE8-C776-6485-101B-1D9EF8778C2A}"/>
              </a:ext>
            </a:extLst>
          </p:cNvPr>
          <p:cNvSpPr/>
          <p:nvPr/>
        </p:nvSpPr>
        <p:spPr>
          <a:xfrm>
            <a:off x="1388046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A66BDA4-C61F-0E13-C890-0A6F5883D430}"/>
              </a:ext>
            </a:extLst>
          </p:cNvPr>
          <p:cNvSpPr/>
          <p:nvPr/>
        </p:nvSpPr>
        <p:spPr>
          <a:xfrm>
            <a:off x="1736702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37A3555-202D-FD75-DF8B-DC16B40EC304}"/>
              </a:ext>
            </a:extLst>
          </p:cNvPr>
          <p:cNvSpPr/>
          <p:nvPr/>
        </p:nvSpPr>
        <p:spPr>
          <a:xfrm>
            <a:off x="2085358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6C2ECE4-A5A1-2F41-BB6B-8A071F280F9C}"/>
              </a:ext>
            </a:extLst>
          </p:cNvPr>
          <p:cNvSpPr/>
          <p:nvPr/>
        </p:nvSpPr>
        <p:spPr>
          <a:xfrm>
            <a:off x="2434014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5BD61D5-A30A-63A2-8F5D-6237C0CA80AF}"/>
              </a:ext>
            </a:extLst>
          </p:cNvPr>
          <p:cNvSpPr/>
          <p:nvPr/>
        </p:nvSpPr>
        <p:spPr>
          <a:xfrm>
            <a:off x="2782670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1A09726-A10D-19C1-4E28-CC58529E3619}"/>
              </a:ext>
            </a:extLst>
          </p:cNvPr>
          <p:cNvSpPr/>
          <p:nvPr/>
        </p:nvSpPr>
        <p:spPr>
          <a:xfrm>
            <a:off x="3131326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0E5D379-4041-CDBE-C878-B95C244E3F3B}"/>
              </a:ext>
            </a:extLst>
          </p:cNvPr>
          <p:cNvSpPr/>
          <p:nvPr/>
        </p:nvSpPr>
        <p:spPr>
          <a:xfrm>
            <a:off x="3479982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D33DCCF-0365-4664-6D9D-F29DE598222F}"/>
              </a:ext>
            </a:extLst>
          </p:cNvPr>
          <p:cNvSpPr/>
          <p:nvPr/>
        </p:nvSpPr>
        <p:spPr>
          <a:xfrm>
            <a:off x="3828638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F5A017A-1E1A-52C9-F554-3C8B9DC2F240}"/>
              </a:ext>
            </a:extLst>
          </p:cNvPr>
          <p:cNvSpPr/>
          <p:nvPr/>
        </p:nvSpPr>
        <p:spPr>
          <a:xfrm>
            <a:off x="4177294" y="6173410"/>
            <a:ext cx="263136" cy="2631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254CC0-0283-C330-979E-9128317D52E4}"/>
              </a:ext>
            </a:extLst>
          </p:cNvPr>
          <p:cNvSpPr txBox="1"/>
          <p:nvPr/>
        </p:nvSpPr>
        <p:spPr>
          <a:xfrm>
            <a:off x="1214405" y="3085653"/>
            <a:ext cx="27004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버튼바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설정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색상 즐겨찾기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뒤로가기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앞으로가기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펜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지우개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스포이드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표지 설정 분리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최대화 모드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 독도 숨김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펜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색깔만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세부디테일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슬라이드로 굴기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투명도 조절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색상 팔레트 추가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8" name="그래픽 27" descr="기타 단색으로 채워진">
            <a:extLst>
              <a:ext uri="{FF2B5EF4-FFF2-40B4-BE49-F238E27FC236}">
                <a16:creationId xmlns:a16="http://schemas.microsoft.com/office/drawing/2014/main" id="{5EB963C1-92A5-7A74-E662-EBCED0FEE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8175" y="457200"/>
            <a:ext cx="328275" cy="32827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8891F2-2C04-3AEA-609F-E8146404D3B9}"/>
              </a:ext>
            </a:extLst>
          </p:cNvPr>
          <p:cNvSpPr txBox="1"/>
          <p:nvPr/>
        </p:nvSpPr>
        <p:spPr>
          <a:xfrm>
            <a:off x="767489" y="1191069"/>
            <a:ext cx="3594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펜 별 기본 굵기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최소 굵기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최대 굵기 수치화 </a:t>
            </a:r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할것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F293ED6-CC7B-E412-06BB-3EE959314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044" y="789070"/>
            <a:ext cx="329406" cy="32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83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39D3A-74C5-D8B7-8556-911462A5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BCF716E3-2094-9454-5460-01DE3545024A}"/>
              </a:ext>
            </a:extLst>
          </p:cNvPr>
          <p:cNvGrpSpPr/>
          <p:nvPr/>
        </p:nvGrpSpPr>
        <p:grpSpPr>
          <a:xfrm>
            <a:off x="544978" y="3978879"/>
            <a:ext cx="1122687" cy="1689671"/>
            <a:chOff x="2138045" y="3527386"/>
            <a:chExt cx="2425965" cy="3651137"/>
          </a:xfrm>
        </p:grpSpPr>
        <p:sp>
          <p:nvSpPr>
            <p:cNvPr id="56" name="사각형: 둥근 위쪽 모서리 55">
              <a:extLst>
                <a:ext uri="{FF2B5EF4-FFF2-40B4-BE49-F238E27FC236}">
                  <a16:creationId xmlns:a16="http://schemas.microsoft.com/office/drawing/2014/main" id="{8FE6909C-355B-31F8-017B-85483989BF4F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517C5D3-D7AE-763E-3E8F-671AB6DEF981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BC8CB03-BD07-D010-A6EC-A8C7FD61EAAE}"/>
              </a:ext>
            </a:extLst>
          </p:cNvPr>
          <p:cNvGrpSpPr/>
          <p:nvPr/>
        </p:nvGrpSpPr>
        <p:grpSpPr>
          <a:xfrm>
            <a:off x="2003263" y="3978879"/>
            <a:ext cx="1122687" cy="1689671"/>
            <a:chOff x="2138045" y="3527386"/>
            <a:chExt cx="2425965" cy="3651137"/>
          </a:xfrm>
        </p:grpSpPr>
        <p:sp>
          <p:nvSpPr>
            <p:cNvPr id="59" name="사각형: 둥근 위쪽 모서리 58">
              <a:extLst>
                <a:ext uri="{FF2B5EF4-FFF2-40B4-BE49-F238E27FC236}">
                  <a16:creationId xmlns:a16="http://schemas.microsoft.com/office/drawing/2014/main" id="{B0715384-108B-ABC0-4364-ABAEF2A09CAC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A26DEBB-5C47-8E32-B2B5-27C6EBA99E1C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95E216D-C379-D432-5D99-CD86C4CBE546}"/>
              </a:ext>
            </a:extLst>
          </p:cNvPr>
          <p:cNvGrpSpPr/>
          <p:nvPr/>
        </p:nvGrpSpPr>
        <p:grpSpPr>
          <a:xfrm>
            <a:off x="3461546" y="3978879"/>
            <a:ext cx="1122687" cy="1689671"/>
            <a:chOff x="2138045" y="3527386"/>
            <a:chExt cx="2425965" cy="3651137"/>
          </a:xfrm>
        </p:grpSpPr>
        <p:sp>
          <p:nvSpPr>
            <p:cNvPr id="62" name="사각형: 둥근 위쪽 모서리 61">
              <a:extLst>
                <a:ext uri="{FF2B5EF4-FFF2-40B4-BE49-F238E27FC236}">
                  <a16:creationId xmlns:a16="http://schemas.microsoft.com/office/drawing/2014/main" id="{AA88D522-B216-A2CF-8A00-5D34AA5A6DAC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2FE6DC2F-7D0F-BD15-8951-B92BB6F5583C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50A9D28-2267-47FB-ED22-8B0B401ACBFF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235D374A-B437-4C88-D168-C1C355495534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52147A7-B38A-DC8C-A0D9-76E5B0164A1E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196D0CF-84E3-6013-4694-CD09E304CDD0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D85D6C1-17E9-8751-64F9-1129E92AE7B7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2458CE7-E2AD-F29C-EA36-A132B4ECB258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E494D71-FC56-2A34-48E1-9253F3F16DCD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148468C-5FDC-2145-882C-F2A0B04C7072}"/>
              </a:ext>
            </a:extLst>
          </p:cNvPr>
          <p:cNvGrpSpPr/>
          <p:nvPr/>
        </p:nvGrpSpPr>
        <p:grpSpPr>
          <a:xfrm>
            <a:off x="544978" y="1931459"/>
            <a:ext cx="1122687" cy="1689671"/>
            <a:chOff x="2138045" y="3527386"/>
            <a:chExt cx="2425965" cy="3651137"/>
          </a:xfrm>
        </p:grpSpPr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533D9A82-CED1-E5D3-5F13-98BD8B8C6893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6F4EEE4-BD71-B643-D627-41F1D00EE952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8805128-38EA-E7E0-2743-D3A6FD3A6131}"/>
              </a:ext>
            </a:extLst>
          </p:cNvPr>
          <p:cNvGrpSpPr/>
          <p:nvPr/>
        </p:nvGrpSpPr>
        <p:grpSpPr>
          <a:xfrm>
            <a:off x="2003263" y="1931459"/>
            <a:ext cx="1122687" cy="1689671"/>
            <a:chOff x="2138045" y="3527386"/>
            <a:chExt cx="2425965" cy="3651137"/>
          </a:xfrm>
        </p:grpSpPr>
        <p:sp>
          <p:nvSpPr>
            <p:cNvPr id="48" name="사각형: 둥근 위쪽 모서리 47">
              <a:extLst>
                <a:ext uri="{FF2B5EF4-FFF2-40B4-BE49-F238E27FC236}">
                  <a16:creationId xmlns:a16="http://schemas.microsoft.com/office/drawing/2014/main" id="{2ECF0CB9-6617-C0D4-5D56-CB58D463DC26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A58782F-F5B6-317E-AAF2-39AC77964C02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43315AC-21BA-8CAF-6167-C28F4B9E7339}"/>
              </a:ext>
            </a:extLst>
          </p:cNvPr>
          <p:cNvGrpSpPr/>
          <p:nvPr/>
        </p:nvGrpSpPr>
        <p:grpSpPr>
          <a:xfrm>
            <a:off x="3461546" y="1931459"/>
            <a:ext cx="1122687" cy="1689671"/>
            <a:chOff x="2138045" y="3527386"/>
            <a:chExt cx="2425965" cy="3651137"/>
          </a:xfrm>
        </p:grpSpPr>
        <p:sp>
          <p:nvSpPr>
            <p:cNvPr id="51" name="사각형: 둥근 위쪽 모서리 50">
              <a:extLst>
                <a:ext uri="{FF2B5EF4-FFF2-40B4-BE49-F238E27FC236}">
                  <a16:creationId xmlns:a16="http://schemas.microsoft.com/office/drawing/2014/main" id="{E53900AD-C9F3-A382-E0CD-D4521C5CF0A7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D997888-5A12-C327-0674-A5AA33046F93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D0889A2-1FA1-4651-E8F8-CEC35E39E67B}"/>
              </a:ext>
            </a:extLst>
          </p:cNvPr>
          <p:cNvSpPr/>
          <p:nvPr/>
        </p:nvSpPr>
        <p:spPr>
          <a:xfrm>
            <a:off x="-1988055" y="2182180"/>
            <a:ext cx="520044" cy="420310"/>
          </a:xfrm>
          <a:custGeom>
            <a:avLst/>
            <a:gdLst>
              <a:gd name="csX0" fmla="*/ 695325 w 695324"/>
              <a:gd name="csY0" fmla="*/ 228600 h 561975"/>
              <a:gd name="csX1" fmla="*/ 422910 w 695324"/>
              <a:gd name="csY1" fmla="*/ 0 h 561975"/>
              <a:gd name="csX2" fmla="*/ 422910 w 695324"/>
              <a:gd name="csY2" fmla="*/ 133350 h 561975"/>
              <a:gd name="csX3" fmla="*/ 0 w 695324"/>
              <a:gd name="csY3" fmla="*/ 561975 h 561975"/>
              <a:gd name="csX4" fmla="*/ 422910 w 695324"/>
              <a:gd name="csY4" fmla="*/ 333375 h 561975"/>
              <a:gd name="csX5" fmla="*/ 422910 w 695324"/>
              <a:gd name="csY5" fmla="*/ 457200 h 561975"/>
              <a:gd name="csX6" fmla="*/ 695325 w 695324"/>
              <a:gd name="csY6" fmla="*/ 228600 h 561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5324" h="561975">
                <a:moveTo>
                  <a:pt x="695325" y="228600"/>
                </a:moveTo>
                <a:lnTo>
                  <a:pt x="422910" y="0"/>
                </a:lnTo>
                <a:lnTo>
                  <a:pt x="422910" y="133350"/>
                </a:lnTo>
                <a:cubicBezTo>
                  <a:pt x="5715" y="137160"/>
                  <a:pt x="0" y="561975"/>
                  <a:pt x="0" y="561975"/>
                </a:cubicBezTo>
                <a:cubicBezTo>
                  <a:pt x="0" y="561975"/>
                  <a:pt x="88582" y="336233"/>
                  <a:pt x="422910" y="333375"/>
                </a:cubicBezTo>
                <a:lnTo>
                  <a:pt x="422910" y="457200"/>
                </a:lnTo>
                <a:lnTo>
                  <a:pt x="695325" y="2286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1007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06D729CB-EF7D-0E54-DE43-A8A2F1BB1829}"/>
              </a:ext>
            </a:extLst>
          </p:cNvPr>
          <p:cNvSpPr/>
          <p:nvPr/>
        </p:nvSpPr>
        <p:spPr>
          <a:xfrm>
            <a:off x="-2074967" y="2210675"/>
            <a:ext cx="527169" cy="527169"/>
          </a:xfrm>
          <a:custGeom>
            <a:avLst/>
            <a:gdLst>
              <a:gd name="csX0" fmla="*/ 647700 w 704850"/>
              <a:gd name="csY0" fmla="*/ 404813 h 704850"/>
              <a:gd name="csX1" fmla="*/ 647700 w 704850"/>
              <a:gd name="csY1" fmla="*/ 647700 h 704850"/>
              <a:gd name="csX2" fmla="*/ 57150 w 704850"/>
              <a:gd name="csY2" fmla="*/ 647700 h 704850"/>
              <a:gd name="csX3" fmla="*/ 57150 w 704850"/>
              <a:gd name="csY3" fmla="*/ 57150 h 704850"/>
              <a:gd name="csX4" fmla="*/ 481965 w 704850"/>
              <a:gd name="csY4" fmla="*/ 57150 h 704850"/>
              <a:gd name="csX5" fmla="*/ 481965 w 704850"/>
              <a:gd name="csY5" fmla="*/ 0 h 704850"/>
              <a:gd name="csX6" fmla="*/ 0 w 704850"/>
              <a:gd name="csY6" fmla="*/ 0 h 704850"/>
              <a:gd name="csX7" fmla="*/ 0 w 704850"/>
              <a:gd name="csY7" fmla="*/ 704850 h 704850"/>
              <a:gd name="csX8" fmla="*/ 704850 w 704850"/>
              <a:gd name="csY8" fmla="*/ 701993 h 704850"/>
              <a:gd name="csX9" fmla="*/ 704850 w 704850"/>
              <a:gd name="csY9" fmla="*/ 356235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4850" h="704850">
                <a:moveTo>
                  <a:pt x="647700" y="404813"/>
                </a:moveTo>
                <a:lnTo>
                  <a:pt x="647700" y="647700"/>
                </a:lnTo>
                <a:lnTo>
                  <a:pt x="57150" y="647700"/>
                </a:lnTo>
                <a:lnTo>
                  <a:pt x="57150" y="57150"/>
                </a:lnTo>
                <a:lnTo>
                  <a:pt x="481965" y="57150"/>
                </a:lnTo>
                <a:lnTo>
                  <a:pt x="481965" y="0"/>
                </a:lnTo>
                <a:lnTo>
                  <a:pt x="0" y="0"/>
                </a:lnTo>
                <a:lnTo>
                  <a:pt x="0" y="704850"/>
                </a:lnTo>
                <a:lnTo>
                  <a:pt x="704850" y="701993"/>
                </a:lnTo>
                <a:lnTo>
                  <a:pt x="704850" y="35623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1007"/>
          </a:p>
        </p:txBody>
      </p:sp>
      <p:pic>
        <p:nvPicPr>
          <p:cNvPr id="67" name="그래픽 66" descr="모임 단색으로 채워진">
            <a:extLst>
              <a:ext uri="{FF2B5EF4-FFF2-40B4-BE49-F238E27FC236}">
                <a16:creationId xmlns:a16="http://schemas.microsoft.com/office/drawing/2014/main" id="{6CAB6FC4-DD97-DA72-C705-9B2FC1227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995" y="1336808"/>
            <a:ext cx="450559" cy="450559"/>
          </a:xfrm>
          <a:prstGeom prst="rect">
            <a:avLst/>
          </a:prstGeom>
        </p:spPr>
      </p:pic>
      <p:pic>
        <p:nvPicPr>
          <p:cNvPr id="69" name="그래픽 68" descr="사용자 단색으로 채워진">
            <a:extLst>
              <a:ext uri="{FF2B5EF4-FFF2-40B4-BE49-F238E27FC236}">
                <a16:creationId xmlns:a16="http://schemas.microsoft.com/office/drawing/2014/main" id="{69FF15CD-8133-45E4-B68E-4A909671E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978" y="1366569"/>
            <a:ext cx="386015" cy="386015"/>
          </a:xfrm>
          <a:prstGeom prst="rect">
            <a:avLst/>
          </a:prstGeom>
        </p:spPr>
      </p:pic>
      <p:pic>
        <p:nvPicPr>
          <p:cNvPr id="71" name="그래픽 70" descr="기타 단색으로 채워진">
            <a:extLst>
              <a:ext uri="{FF2B5EF4-FFF2-40B4-BE49-F238E27FC236}">
                <a16:creationId xmlns:a16="http://schemas.microsoft.com/office/drawing/2014/main" id="{DA277593-F3DB-F1DF-B818-2D392D329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13437" y="2667090"/>
            <a:ext cx="683895" cy="683895"/>
          </a:xfrm>
          <a:prstGeom prst="rect">
            <a:avLst/>
          </a:prstGeom>
        </p:spPr>
      </p:pic>
      <p:pic>
        <p:nvPicPr>
          <p:cNvPr id="73" name="그래픽 72" descr="햄버거 메뉴 아이콘 단색으로 채워진">
            <a:extLst>
              <a:ext uri="{FF2B5EF4-FFF2-40B4-BE49-F238E27FC236}">
                <a16:creationId xmlns:a16="http://schemas.microsoft.com/office/drawing/2014/main" id="{4A9122C9-86B7-B761-5DA5-50BDA49AB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51906" y="3091590"/>
            <a:ext cx="683895" cy="683895"/>
          </a:xfrm>
          <a:prstGeom prst="rect">
            <a:avLst/>
          </a:prstGeom>
        </p:spPr>
      </p:pic>
      <p:pic>
        <p:nvPicPr>
          <p:cNvPr id="75" name="그래픽 74" descr="쓰레기 단색으로 채워진">
            <a:extLst>
              <a:ext uri="{FF2B5EF4-FFF2-40B4-BE49-F238E27FC236}">
                <a16:creationId xmlns:a16="http://schemas.microsoft.com/office/drawing/2014/main" id="{5C326071-D381-B920-6A6C-E8D2093F3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58683" y="3876269"/>
            <a:ext cx="683895" cy="68389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13E13FA-ADDE-EB6E-A3FB-7703BD1FB6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66909" y="1455875"/>
            <a:ext cx="662981" cy="662981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408E997-323A-7B83-FF91-DB46947165C6}"/>
              </a:ext>
            </a:extLst>
          </p:cNvPr>
          <p:cNvGrpSpPr/>
          <p:nvPr/>
        </p:nvGrpSpPr>
        <p:grpSpPr>
          <a:xfrm>
            <a:off x="544979" y="5929338"/>
            <a:ext cx="4039254" cy="587458"/>
            <a:chOff x="544979" y="5929338"/>
            <a:chExt cx="4039254" cy="58745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E158FB05-AC6A-D51D-44CC-986BF8B80E65}"/>
                </a:ext>
              </a:extLst>
            </p:cNvPr>
            <p:cNvSpPr/>
            <p:nvPr/>
          </p:nvSpPr>
          <p:spPr>
            <a:xfrm>
              <a:off x="544979" y="6093161"/>
              <a:ext cx="4039254" cy="423635"/>
            </a:xfrm>
            <a:prstGeom prst="roundRect">
              <a:avLst>
                <a:gd name="adj" fmla="val 50000"/>
              </a:avLst>
            </a:prstGeom>
            <a:solidFill>
              <a:srgbClr val="FEFDF8"/>
            </a:solidFill>
            <a:ln>
              <a:noFill/>
            </a:ln>
            <a:effectLst>
              <a:outerShdw blurRad="114300" dist="76200" dir="3420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19" name="그래픽 9" descr="단일 톱니바퀴 단색으로 채워진">
              <a:extLst>
                <a:ext uri="{FF2B5EF4-FFF2-40B4-BE49-F238E27FC236}">
                  <a16:creationId xmlns:a16="http://schemas.microsoft.com/office/drawing/2014/main" id="{E2059D7D-2575-C016-645A-268CACE45C86}"/>
                </a:ext>
              </a:extLst>
            </p:cNvPr>
            <p:cNvSpPr/>
            <p:nvPr/>
          </p:nvSpPr>
          <p:spPr>
            <a:xfrm>
              <a:off x="3960860" y="6194615"/>
              <a:ext cx="220727" cy="220727"/>
            </a:xfrm>
            <a:custGeom>
              <a:avLst/>
              <a:gdLst>
                <a:gd name="csX0" fmla="*/ 323850 w 648652"/>
                <a:gd name="csY0" fmla="*/ 438150 h 647700"/>
                <a:gd name="csX1" fmla="*/ 209550 w 648652"/>
                <a:gd name="csY1" fmla="*/ 323850 h 647700"/>
                <a:gd name="csX2" fmla="*/ 323850 w 648652"/>
                <a:gd name="csY2" fmla="*/ 209550 h 647700"/>
                <a:gd name="csX3" fmla="*/ 438150 w 648652"/>
                <a:gd name="csY3" fmla="*/ 323850 h 647700"/>
                <a:gd name="csX4" fmla="*/ 323850 w 648652"/>
                <a:gd name="csY4" fmla="*/ 438150 h 647700"/>
                <a:gd name="csX5" fmla="*/ 581025 w 648652"/>
                <a:gd name="csY5" fmla="*/ 252413 h 647700"/>
                <a:gd name="csX6" fmla="*/ 556260 w 648652"/>
                <a:gd name="csY6" fmla="*/ 193358 h 647700"/>
                <a:gd name="csX7" fmla="*/ 580073 w 648652"/>
                <a:gd name="csY7" fmla="*/ 121920 h 647700"/>
                <a:gd name="csX8" fmla="*/ 525780 w 648652"/>
                <a:gd name="csY8" fmla="*/ 67628 h 647700"/>
                <a:gd name="csX9" fmla="*/ 454343 w 648652"/>
                <a:gd name="csY9" fmla="*/ 91440 h 647700"/>
                <a:gd name="csX10" fmla="*/ 394335 w 648652"/>
                <a:gd name="csY10" fmla="*/ 66675 h 647700"/>
                <a:gd name="csX11" fmla="*/ 361950 w 648652"/>
                <a:gd name="csY11" fmla="*/ 0 h 647700"/>
                <a:gd name="csX12" fmla="*/ 285750 w 648652"/>
                <a:gd name="csY12" fmla="*/ 0 h 647700"/>
                <a:gd name="csX13" fmla="*/ 252413 w 648652"/>
                <a:gd name="csY13" fmla="*/ 66675 h 647700"/>
                <a:gd name="csX14" fmla="*/ 193358 w 648652"/>
                <a:gd name="csY14" fmla="*/ 91440 h 647700"/>
                <a:gd name="csX15" fmla="*/ 121920 w 648652"/>
                <a:gd name="csY15" fmla="*/ 67628 h 647700"/>
                <a:gd name="csX16" fmla="*/ 67628 w 648652"/>
                <a:gd name="csY16" fmla="*/ 121920 h 647700"/>
                <a:gd name="csX17" fmla="*/ 91440 w 648652"/>
                <a:gd name="csY17" fmla="*/ 193358 h 647700"/>
                <a:gd name="csX18" fmla="*/ 66675 w 648652"/>
                <a:gd name="csY18" fmla="*/ 253365 h 647700"/>
                <a:gd name="csX19" fmla="*/ 0 w 648652"/>
                <a:gd name="csY19" fmla="*/ 285750 h 647700"/>
                <a:gd name="csX20" fmla="*/ 0 w 648652"/>
                <a:gd name="csY20" fmla="*/ 361950 h 647700"/>
                <a:gd name="csX21" fmla="*/ 66675 w 648652"/>
                <a:gd name="csY21" fmla="*/ 395288 h 647700"/>
                <a:gd name="csX22" fmla="*/ 91440 w 648652"/>
                <a:gd name="csY22" fmla="*/ 454343 h 647700"/>
                <a:gd name="csX23" fmla="*/ 67628 w 648652"/>
                <a:gd name="csY23" fmla="*/ 525780 h 647700"/>
                <a:gd name="csX24" fmla="*/ 121920 w 648652"/>
                <a:gd name="csY24" fmla="*/ 580073 h 647700"/>
                <a:gd name="csX25" fmla="*/ 193358 w 648652"/>
                <a:gd name="csY25" fmla="*/ 556260 h 647700"/>
                <a:gd name="csX26" fmla="*/ 253365 w 648652"/>
                <a:gd name="csY26" fmla="*/ 581025 h 647700"/>
                <a:gd name="csX27" fmla="*/ 286703 w 648652"/>
                <a:gd name="csY27" fmla="*/ 647700 h 647700"/>
                <a:gd name="csX28" fmla="*/ 362903 w 648652"/>
                <a:gd name="csY28" fmla="*/ 647700 h 647700"/>
                <a:gd name="csX29" fmla="*/ 396240 w 648652"/>
                <a:gd name="csY29" fmla="*/ 581025 h 647700"/>
                <a:gd name="csX30" fmla="*/ 455295 w 648652"/>
                <a:gd name="csY30" fmla="*/ 556260 h 647700"/>
                <a:gd name="csX31" fmla="*/ 526733 w 648652"/>
                <a:gd name="csY31" fmla="*/ 580073 h 647700"/>
                <a:gd name="csX32" fmla="*/ 581025 w 648652"/>
                <a:gd name="csY32" fmla="*/ 525780 h 647700"/>
                <a:gd name="csX33" fmla="*/ 557213 w 648652"/>
                <a:gd name="csY33" fmla="*/ 454343 h 647700"/>
                <a:gd name="csX34" fmla="*/ 581978 w 648652"/>
                <a:gd name="csY34" fmla="*/ 394335 h 647700"/>
                <a:gd name="csX35" fmla="*/ 648653 w 648652"/>
                <a:gd name="csY35" fmla="*/ 360998 h 647700"/>
                <a:gd name="csX36" fmla="*/ 648653 w 648652"/>
                <a:gd name="csY36" fmla="*/ 284798 h 647700"/>
                <a:gd name="csX37" fmla="*/ 581025 w 648652"/>
                <a:gd name="csY37" fmla="*/ 252413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48652" h="647700">
                  <a:moveTo>
                    <a:pt x="323850" y="438150"/>
                  </a:moveTo>
                  <a:cubicBezTo>
                    <a:pt x="260985" y="438150"/>
                    <a:pt x="209550" y="386715"/>
                    <a:pt x="209550" y="323850"/>
                  </a:cubicBezTo>
                  <a:cubicBezTo>
                    <a:pt x="209550" y="260985"/>
                    <a:pt x="260985" y="209550"/>
                    <a:pt x="323850" y="209550"/>
                  </a:cubicBezTo>
                  <a:cubicBezTo>
                    <a:pt x="386715" y="209550"/>
                    <a:pt x="438150" y="260985"/>
                    <a:pt x="438150" y="323850"/>
                  </a:cubicBezTo>
                  <a:cubicBezTo>
                    <a:pt x="438150" y="386715"/>
                    <a:pt x="386715" y="438150"/>
                    <a:pt x="323850" y="438150"/>
                  </a:cubicBezTo>
                  <a:close/>
                  <a:moveTo>
                    <a:pt x="581025" y="252413"/>
                  </a:moveTo>
                  <a:cubicBezTo>
                    <a:pt x="575310" y="231458"/>
                    <a:pt x="566738" y="211455"/>
                    <a:pt x="556260" y="193358"/>
                  </a:cubicBezTo>
                  <a:lnTo>
                    <a:pt x="580073" y="121920"/>
                  </a:lnTo>
                  <a:lnTo>
                    <a:pt x="525780" y="67628"/>
                  </a:lnTo>
                  <a:lnTo>
                    <a:pt x="454343" y="91440"/>
                  </a:lnTo>
                  <a:cubicBezTo>
                    <a:pt x="435293" y="80963"/>
                    <a:pt x="415290" y="72390"/>
                    <a:pt x="394335" y="66675"/>
                  </a:cubicBezTo>
                  <a:lnTo>
                    <a:pt x="361950" y="0"/>
                  </a:lnTo>
                  <a:lnTo>
                    <a:pt x="285750" y="0"/>
                  </a:lnTo>
                  <a:lnTo>
                    <a:pt x="252413" y="66675"/>
                  </a:lnTo>
                  <a:cubicBezTo>
                    <a:pt x="231458" y="72390"/>
                    <a:pt x="211455" y="80963"/>
                    <a:pt x="193358" y="91440"/>
                  </a:cubicBezTo>
                  <a:lnTo>
                    <a:pt x="121920" y="67628"/>
                  </a:lnTo>
                  <a:lnTo>
                    <a:pt x="67628" y="121920"/>
                  </a:lnTo>
                  <a:lnTo>
                    <a:pt x="91440" y="193358"/>
                  </a:lnTo>
                  <a:cubicBezTo>
                    <a:pt x="80963" y="212408"/>
                    <a:pt x="72390" y="232410"/>
                    <a:pt x="66675" y="253365"/>
                  </a:cubicBezTo>
                  <a:lnTo>
                    <a:pt x="0" y="285750"/>
                  </a:lnTo>
                  <a:lnTo>
                    <a:pt x="0" y="361950"/>
                  </a:lnTo>
                  <a:lnTo>
                    <a:pt x="66675" y="395288"/>
                  </a:lnTo>
                  <a:cubicBezTo>
                    <a:pt x="72390" y="416243"/>
                    <a:pt x="80963" y="436245"/>
                    <a:pt x="91440" y="454343"/>
                  </a:cubicBezTo>
                  <a:lnTo>
                    <a:pt x="67628" y="525780"/>
                  </a:lnTo>
                  <a:lnTo>
                    <a:pt x="121920" y="580073"/>
                  </a:lnTo>
                  <a:lnTo>
                    <a:pt x="193358" y="556260"/>
                  </a:lnTo>
                  <a:cubicBezTo>
                    <a:pt x="212408" y="566738"/>
                    <a:pt x="232410" y="575310"/>
                    <a:pt x="253365" y="581025"/>
                  </a:cubicBezTo>
                  <a:lnTo>
                    <a:pt x="286703" y="647700"/>
                  </a:lnTo>
                  <a:lnTo>
                    <a:pt x="362903" y="647700"/>
                  </a:lnTo>
                  <a:lnTo>
                    <a:pt x="396240" y="581025"/>
                  </a:lnTo>
                  <a:cubicBezTo>
                    <a:pt x="417195" y="575310"/>
                    <a:pt x="437198" y="566738"/>
                    <a:pt x="455295" y="556260"/>
                  </a:cubicBezTo>
                  <a:lnTo>
                    <a:pt x="526733" y="580073"/>
                  </a:lnTo>
                  <a:lnTo>
                    <a:pt x="581025" y="525780"/>
                  </a:lnTo>
                  <a:lnTo>
                    <a:pt x="557213" y="454343"/>
                  </a:lnTo>
                  <a:cubicBezTo>
                    <a:pt x="567690" y="435293"/>
                    <a:pt x="576263" y="415290"/>
                    <a:pt x="581978" y="394335"/>
                  </a:cubicBezTo>
                  <a:lnTo>
                    <a:pt x="648653" y="360998"/>
                  </a:lnTo>
                  <a:lnTo>
                    <a:pt x="648653" y="284798"/>
                  </a:lnTo>
                  <a:lnTo>
                    <a:pt x="581025" y="25241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AC6C9B8-041F-52A4-B794-D9DB18781251}"/>
                </a:ext>
              </a:extLst>
            </p:cNvPr>
            <p:cNvGrpSpPr/>
            <p:nvPr/>
          </p:nvGrpSpPr>
          <p:grpSpPr>
            <a:xfrm>
              <a:off x="2917858" y="6194615"/>
              <a:ext cx="220727" cy="220727"/>
              <a:chOff x="4086962" y="8350256"/>
              <a:chExt cx="295122" cy="295122"/>
            </a:xfrm>
          </p:grpSpPr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58DED603-F907-4741-1D85-ABB83317C2EE}"/>
                  </a:ext>
                </a:extLst>
              </p:cNvPr>
              <p:cNvSpPr/>
              <p:nvPr/>
            </p:nvSpPr>
            <p:spPr>
              <a:xfrm>
                <a:off x="4086962" y="8402336"/>
                <a:ext cx="295122" cy="243042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 dirty="0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F060F7EA-B06F-B746-AEF0-1ECDA6916757}"/>
                  </a:ext>
                </a:extLst>
              </p:cNvPr>
              <p:cNvSpPr/>
              <p:nvPr/>
            </p:nvSpPr>
            <p:spPr>
              <a:xfrm>
                <a:off x="4086962" y="8350256"/>
                <a:ext cx="295122" cy="347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/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F40FDC3-9955-BBC5-5105-25F6B155C714}"/>
                </a:ext>
              </a:extLst>
            </p:cNvPr>
            <p:cNvGrpSpPr/>
            <p:nvPr/>
          </p:nvGrpSpPr>
          <p:grpSpPr>
            <a:xfrm>
              <a:off x="1775606" y="5929338"/>
              <a:ext cx="430600" cy="430600"/>
              <a:chOff x="1775606" y="5929338"/>
              <a:chExt cx="430600" cy="430600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2680AA74-50A5-C80A-1D21-8F42A750F1D7}"/>
                  </a:ext>
                </a:extLst>
              </p:cNvPr>
              <p:cNvSpPr/>
              <p:nvPr/>
            </p:nvSpPr>
            <p:spPr>
              <a:xfrm>
                <a:off x="1775606" y="5929338"/>
                <a:ext cx="430600" cy="430600"/>
              </a:xfrm>
              <a:prstGeom prst="ellipse">
                <a:avLst/>
              </a:prstGeom>
              <a:solidFill>
                <a:srgbClr val="1E2D4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41F18CAF-1298-9034-D416-57093F7C5ABC}"/>
                  </a:ext>
                </a:extLst>
              </p:cNvPr>
              <p:cNvGrpSpPr/>
              <p:nvPr/>
            </p:nvGrpSpPr>
            <p:grpSpPr>
              <a:xfrm>
                <a:off x="1885961" y="6034275"/>
                <a:ext cx="209890" cy="220727"/>
                <a:chOff x="7230961" y="4648200"/>
                <a:chExt cx="533400" cy="762000"/>
              </a:xfrm>
            </p:grpSpPr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1447ECD5-D4D1-8AAC-8A58-20D31BC5FD9D}"/>
                    </a:ext>
                  </a:extLst>
                </p:cNvPr>
                <p:cNvSpPr/>
                <p:nvPr/>
              </p:nvSpPr>
              <p:spPr>
                <a:xfrm>
                  <a:off x="7230961" y="4650105"/>
                  <a:ext cx="57150" cy="760095"/>
                </a:xfrm>
                <a:prstGeom prst="rect">
                  <a:avLst/>
                </a:prstGeom>
                <a:solidFill>
                  <a:srgbClr val="FAF8F4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0" name="자유형: 도형 29">
                  <a:extLst>
                    <a:ext uri="{FF2B5EF4-FFF2-40B4-BE49-F238E27FC236}">
                      <a16:creationId xmlns:a16="http://schemas.microsoft.com/office/drawing/2014/main" id="{C9C93682-57A7-DD76-5C7C-7F8547083898}"/>
                    </a:ext>
                  </a:extLst>
                </p:cNvPr>
                <p:cNvSpPr/>
                <p:nvPr/>
              </p:nvSpPr>
              <p:spPr>
                <a:xfrm>
                  <a:off x="7326211" y="4648200"/>
                  <a:ext cx="438150" cy="762000"/>
                </a:xfrm>
                <a:custGeom>
                  <a:avLst/>
                  <a:gdLst>
                    <a:gd name="csX0" fmla="*/ 352425 w 438150"/>
                    <a:gd name="csY0" fmla="*/ 285750 h 762000"/>
                    <a:gd name="csX1" fmla="*/ 85725 w 438150"/>
                    <a:gd name="csY1" fmla="*/ 285750 h 762000"/>
                    <a:gd name="csX2" fmla="*/ 85725 w 438150"/>
                    <a:gd name="csY2" fmla="*/ 228600 h 762000"/>
                    <a:gd name="csX3" fmla="*/ 352425 w 438150"/>
                    <a:gd name="csY3" fmla="*/ 228600 h 762000"/>
                    <a:gd name="csX4" fmla="*/ 352425 w 438150"/>
                    <a:gd name="csY4" fmla="*/ 285750 h 762000"/>
                    <a:gd name="csX5" fmla="*/ 295275 w 438150"/>
                    <a:gd name="csY5" fmla="*/ 381000 h 762000"/>
                    <a:gd name="csX6" fmla="*/ 147638 w 438150"/>
                    <a:gd name="csY6" fmla="*/ 381000 h 762000"/>
                    <a:gd name="csX7" fmla="*/ 147638 w 438150"/>
                    <a:gd name="csY7" fmla="*/ 342900 h 762000"/>
                    <a:gd name="csX8" fmla="*/ 295275 w 438150"/>
                    <a:gd name="csY8" fmla="*/ 342900 h 762000"/>
                    <a:gd name="csX9" fmla="*/ 295275 w 438150"/>
                    <a:gd name="csY9" fmla="*/ 381000 h 762000"/>
                    <a:gd name="csX10" fmla="*/ 400050 w 438150"/>
                    <a:gd name="csY10" fmla="*/ 0 h 762000"/>
                    <a:gd name="csX11" fmla="*/ 0 w 438150"/>
                    <a:gd name="csY11" fmla="*/ 1905 h 762000"/>
                    <a:gd name="csX12" fmla="*/ 0 w 438150"/>
                    <a:gd name="csY12" fmla="*/ 762000 h 762000"/>
                    <a:gd name="csX13" fmla="*/ 400050 w 438150"/>
                    <a:gd name="csY13" fmla="*/ 762000 h 762000"/>
                    <a:gd name="csX14" fmla="*/ 438150 w 438150"/>
                    <a:gd name="csY14" fmla="*/ 723900 h 762000"/>
                    <a:gd name="csX15" fmla="*/ 438150 w 438150"/>
                    <a:gd name="csY15" fmla="*/ 38100 h 762000"/>
                    <a:gd name="csX16" fmla="*/ 400050 w 438150"/>
                    <a:gd name="csY16" fmla="*/ 0 h 762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438150" h="762000">
                      <a:moveTo>
                        <a:pt x="352425" y="285750"/>
                      </a:moveTo>
                      <a:lnTo>
                        <a:pt x="85725" y="285750"/>
                      </a:lnTo>
                      <a:lnTo>
                        <a:pt x="85725" y="228600"/>
                      </a:lnTo>
                      <a:lnTo>
                        <a:pt x="352425" y="228600"/>
                      </a:lnTo>
                      <a:lnTo>
                        <a:pt x="352425" y="285750"/>
                      </a:lnTo>
                      <a:close/>
                      <a:moveTo>
                        <a:pt x="295275" y="381000"/>
                      </a:moveTo>
                      <a:lnTo>
                        <a:pt x="147638" y="381000"/>
                      </a:lnTo>
                      <a:lnTo>
                        <a:pt x="147638" y="342900"/>
                      </a:lnTo>
                      <a:lnTo>
                        <a:pt x="295275" y="342900"/>
                      </a:lnTo>
                      <a:lnTo>
                        <a:pt x="295275" y="381000"/>
                      </a:lnTo>
                      <a:close/>
                      <a:moveTo>
                        <a:pt x="400050" y="0"/>
                      </a:moveTo>
                      <a:lnTo>
                        <a:pt x="0" y="1905"/>
                      </a:lnTo>
                      <a:lnTo>
                        <a:pt x="0" y="762000"/>
                      </a:lnTo>
                      <a:lnTo>
                        <a:pt x="400050" y="762000"/>
                      </a:lnTo>
                      <a:cubicBezTo>
                        <a:pt x="421005" y="762000"/>
                        <a:pt x="438150" y="744855"/>
                        <a:pt x="438150" y="723900"/>
                      </a:cubicBezTo>
                      <a:lnTo>
                        <a:pt x="438150" y="38100"/>
                      </a:lnTo>
                      <a:cubicBezTo>
                        <a:pt x="438150" y="17145"/>
                        <a:pt x="421005" y="0"/>
                        <a:pt x="400050" y="0"/>
                      </a:cubicBezTo>
                      <a:close/>
                    </a:path>
                  </a:pathLst>
                </a:custGeom>
                <a:solidFill>
                  <a:srgbClr val="FAF8F4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23" name="그래픽 15" descr="주택 윤곽선">
              <a:extLst>
                <a:ext uri="{FF2B5EF4-FFF2-40B4-BE49-F238E27FC236}">
                  <a16:creationId xmlns:a16="http://schemas.microsoft.com/office/drawing/2014/main" id="{C6A296B6-63DA-4FAD-377A-FD789E028D2A}"/>
                </a:ext>
              </a:extLst>
            </p:cNvPr>
            <p:cNvSpPr>
              <a:spLocks/>
            </p:cNvSpPr>
            <p:nvPr/>
          </p:nvSpPr>
          <p:spPr>
            <a:xfrm>
              <a:off x="947625" y="6194615"/>
              <a:ext cx="220727" cy="220727"/>
            </a:xfrm>
            <a:custGeom>
              <a:avLst/>
              <a:gdLst>
                <a:gd name="csX0" fmla="*/ 0 w 789298"/>
                <a:gd name="csY0" fmla="*/ 374885 h 699134"/>
                <a:gd name="csX1" fmla="*/ 61808 w 789298"/>
                <a:gd name="csY1" fmla="*/ 436683 h 699134"/>
                <a:gd name="csX2" fmla="*/ 108899 w 789298"/>
                <a:gd name="csY2" fmla="*/ 392087 h 699134"/>
                <a:gd name="csX3" fmla="*/ 108899 w 789298"/>
                <a:gd name="csY3" fmla="*/ 698906 h 699134"/>
                <a:gd name="csX4" fmla="*/ 347024 w 789298"/>
                <a:gd name="csY4" fmla="*/ 699002 h 699134"/>
                <a:gd name="csX5" fmla="*/ 347024 w 789298"/>
                <a:gd name="csY5" fmla="*/ 461172 h 699134"/>
                <a:gd name="csX6" fmla="*/ 442274 w 789298"/>
                <a:gd name="csY6" fmla="*/ 461172 h 699134"/>
                <a:gd name="csX7" fmla="*/ 442274 w 789298"/>
                <a:gd name="csY7" fmla="*/ 699040 h 699134"/>
                <a:gd name="csX8" fmla="*/ 680399 w 789298"/>
                <a:gd name="csY8" fmla="*/ 699135 h 699134"/>
                <a:gd name="csX9" fmla="*/ 680399 w 789298"/>
                <a:gd name="csY9" fmla="*/ 391687 h 699134"/>
                <a:gd name="csX10" fmla="*/ 727729 w 789298"/>
                <a:gd name="csY10" fmla="*/ 436455 h 699134"/>
                <a:gd name="csX11" fmla="*/ 789299 w 789298"/>
                <a:gd name="csY11" fmla="*/ 374894 h 699134"/>
                <a:gd name="csX12" fmla="*/ 394649 w 789298"/>
                <a:gd name="csY12" fmla="*/ 0 h 699134"/>
                <a:gd name="csX13" fmla="*/ 661349 w 789298"/>
                <a:gd name="csY13" fmla="*/ 680085 h 699134"/>
                <a:gd name="csX14" fmla="*/ 461324 w 789298"/>
                <a:gd name="csY14" fmla="*/ 679999 h 699134"/>
                <a:gd name="csX15" fmla="*/ 461324 w 789298"/>
                <a:gd name="csY15" fmla="*/ 442122 h 699134"/>
                <a:gd name="csX16" fmla="*/ 327974 w 789298"/>
                <a:gd name="csY16" fmla="*/ 442122 h 699134"/>
                <a:gd name="csX17" fmla="*/ 327974 w 789298"/>
                <a:gd name="csY17" fmla="*/ 679942 h 699134"/>
                <a:gd name="csX18" fmla="*/ 127949 w 789298"/>
                <a:gd name="csY18" fmla="*/ 679866 h 699134"/>
                <a:gd name="csX19" fmla="*/ 127949 w 789298"/>
                <a:gd name="csY19" fmla="*/ 374047 h 699134"/>
                <a:gd name="csX20" fmla="*/ 394649 w 789298"/>
                <a:gd name="csY20" fmla="*/ 121482 h 699134"/>
                <a:gd name="csX21" fmla="*/ 661349 w 789298"/>
                <a:gd name="csY21" fmla="*/ 373675 h 699134"/>
                <a:gd name="csX22" fmla="*/ 62170 w 789298"/>
                <a:gd name="csY22" fmla="*/ 410108 h 699134"/>
                <a:gd name="csX23" fmla="*/ 27299 w 789298"/>
                <a:gd name="csY23" fmla="*/ 375285 h 699134"/>
                <a:gd name="csX24" fmla="*/ 394649 w 789298"/>
                <a:gd name="csY24" fmla="*/ 26251 h 699134"/>
                <a:gd name="csX25" fmla="*/ 762000 w 789298"/>
                <a:gd name="csY25" fmla="*/ 375285 h 699134"/>
                <a:gd name="csX26" fmla="*/ 727358 w 789298"/>
                <a:gd name="csY26" fmla="*/ 409880 h 699134"/>
                <a:gd name="csX27" fmla="*/ 394649 w 789298"/>
                <a:gd name="csY27" fmla="*/ 95250 h 699134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394649 w 789299"/>
                <a:gd name="csY28" fmla="*/ 95250 h 699135"/>
                <a:gd name="csX29" fmla="*/ 62170 w 789299"/>
                <a:gd name="csY29" fmla="*/ 410108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62170 w 789299"/>
                <a:gd name="csY28" fmla="*/ 410108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394649 w 789299"/>
                <a:gd name="csY23" fmla="*/ 121482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27" fmla="*/ 486089 w 789299"/>
                <a:gd name="csY27" fmla="*/ 117691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28" fmla="*/ 490852 w 789299"/>
                <a:gd name="csY28" fmla="*/ 119279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661349 w 789299"/>
                <a:gd name="csY23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661349 w 789299"/>
                <a:gd name="csY22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661349 w 789299"/>
                <a:gd name="csY21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661349 w 789299"/>
                <a:gd name="csY20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661349 w 789299"/>
                <a:gd name="csY19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661349 w 789299"/>
                <a:gd name="csY18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0" fmla="*/ 762000 w 789299"/>
                <a:gd name="csY0" fmla="*/ 3752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762000 w 789299"/>
                <a:gd name="csY14" fmla="*/ 375285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89299" h="699135">
                  <a:moveTo>
                    <a:pt x="0" y="374885"/>
                  </a:moveTo>
                  <a:lnTo>
                    <a:pt x="61808" y="436683"/>
                  </a:lnTo>
                  <a:lnTo>
                    <a:pt x="108899" y="392087"/>
                  </a:lnTo>
                  <a:lnTo>
                    <a:pt x="108899" y="698906"/>
                  </a:lnTo>
                  <a:lnTo>
                    <a:pt x="347024" y="699002"/>
                  </a:lnTo>
                  <a:lnTo>
                    <a:pt x="347024" y="461172"/>
                  </a:lnTo>
                  <a:lnTo>
                    <a:pt x="442274" y="461172"/>
                  </a:lnTo>
                  <a:lnTo>
                    <a:pt x="442274" y="699040"/>
                  </a:lnTo>
                  <a:lnTo>
                    <a:pt x="680399" y="699135"/>
                  </a:lnTo>
                  <a:lnTo>
                    <a:pt x="680399" y="391687"/>
                  </a:lnTo>
                  <a:lnTo>
                    <a:pt x="727729" y="436455"/>
                  </a:lnTo>
                  <a:lnTo>
                    <a:pt x="789299" y="374894"/>
                  </a:lnTo>
                  <a:lnTo>
                    <a:pt x="394649" y="0"/>
                  </a:lnTo>
                  <a:lnTo>
                    <a:pt x="0" y="37488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F70288D-E82C-DA3F-D3B4-9A99F828AAE3}"/>
              </a:ext>
            </a:extLst>
          </p:cNvPr>
          <p:cNvSpPr txBox="1"/>
          <p:nvPr/>
        </p:nvSpPr>
        <p:spPr>
          <a:xfrm>
            <a:off x="388740" y="457912"/>
            <a:ext cx="43517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Sketchbook list</a:t>
            </a:r>
            <a:endParaRPr lang="ko-KR" altLang="en-US" sz="45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0F90F3-0F5B-806D-48A9-4359042AB5E6}"/>
              </a:ext>
            </a:extLst>
          </p:cNvPr>
          <p:cNvSpPr txBox="1"/>
          <p:nvPr/>
        </p:nvSpPr>
        <p:spPr>
          <a:xfrm>
            <a:off x="1934728" y="420660"/>
            <a:ext cx="1259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4A7317-39E6-04B1-19B6-606661428730}"/>
              </a:ext>
            </a:extLst>
          </p:cNvPr>
          <p:cNvSpPr txBox="1"/>
          <p:nvPr/>
        </p:nvSpPr>
        <p:spPr>
          <a:xfrm>
            <a:off x="2016982" y="2182180"/>
            <a:ext cx="27004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길게 눌러 편집모드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삭제 여부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표지 수정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이름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생성일 표시</a:t>
            </a:r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53" name="그래픽 52" descr="햄버거 메뉴 아이콘 단색으로 채워진">
            <a:extLst>
              <a:ext uri="{FF2B5EF4-FFF2-40B4-BE49-F238E27FC236}">
                <a16:creationId xmlns:a16="http://schemas.microsoft.com/office/drawing/2014/main" id="{F1234E26-E6B9-4D07-86BA-B924F3D49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1587" y="1234422"/>
            <a:ext cx="458057" cy="45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4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93D7E-06B3-2FEF-980B-8324F2D0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타원 61">
            <a:extLst>
              <a:ext uri="{FF2B5EF4-FFF2-40B4-BE49-F238E27FC236}">
                <a16:creationId xmlns:a16="http://schemas.microsoft.com/office/drawing/2014/main" id="{7A0A1A81-EB72-24F0-DFD3-37151FFE197C}"/>
              </a:ext>
            </a:extLst>
          </p:cNvPr>
          <p:cNvSpPr/>
          <p:nvPr/>
        </p:nvSpPr>
        <p:spPr>
          <a:xfrm>
            <a:off x="2454532" y="4999157"/>
            <a:ext cx="215400" cy="215400"/>
          </a:xfrm>
          <a:prstGeom prst="ellipse">
            <a:avLst/>
          </a:prstGeom>
          <a:solidFill>
            <a:srgbClr val="CFC0B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FD0CE357-0B3A-EE5E-2F81-6B110B5BC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366607"/>
              </p:ext>
            </p:extLst>
          </p:nvPr>
        </p:nvGraphicFramePr>
        <p:xfrm>
          <a:off x="373321" y="3418485"/>
          <a:ext cx="4382574" cy="260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082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3844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37056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370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370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370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370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37056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B0825C-A659-DE57-626D-8BE05FBD79D6}"/>
              </a:ext>
            </a:extLst>
          </p:cNvPr>
          <p:cNvSpPr/>
          <p:nvPr/>
        </p:nvSpPr>
        <p:spPr>
          <a:xfrm>
            <a:off x="544979" y="6093159"/>
            <a:ext cx="4039254" cy="423635"/>
          </a:xfrm>
          <a:prstGeom prst="roundRect">
            <a:avLst>
              <a:gd name="adj" fmla="val 500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11" name="그래픽 9" descr="단일 톱니바퀴 단색으로 채워진">
            <a:extLst>
              <a:ext uri="{FF2B5EF4-FFF2-40B4-BE49-F238E27FC236}">
                <a16:creationId xmlns:a16="http://schemas.microsoft.com/office/drawing/2014/main" id="{2A67313A-11C4-7870-C36D-BC40CA329719}"/>
              </a:ext>
            </a:extLst>
          </p:cNvPr>
          <p:cNvSpPr/>
          <p:nvPr/>
        </p:nvSpPr>
        <p:spPr>
          <a:xfrm>
            <a:off x="3960860" y="6194613"/>
            <a:ext cx="220727" cy="220727"/>
          </a:xfrm>
          <a:custGeom>
            <a:avLst/>
            <a:gdLst>
              <a:gd name="csX0" fmla="*/ 323850 w 648652"/>
              <a:gd name="csY0" fmla="*/ 438150 h 647700"/>
              <a:gd name="csX1" fmla="*/ 209550 w 648652"/>
              <a:gd name="csY1" fmla="*/ 323850 h 647700"/>
              <a:gd name="csX2" fmla="*/ 323850 w 648652"/>
              <a:gd name="csY2" fmla="*/ 209550 h 647700"/>
              <a:gd name="csX3" fmla="*/ 438150 w 648652"/>
              <a:gd name="csY3" fmla="*/ 323850 h 647700"/>
              <a:gd name="csX4" fmla="*/ 323850 w 648652"/>
              <a:gd name="csY4" fmla="*/ 438150 h 647700"/>
              <a:gd name="csX5" fmla="*/ 581025 w 648652"/>
              <a:gd name="csY5" fmla="*/ 252413 h 647700"/>
              <a:gd name="csX6" fmla="*/ 556260 w 648652"/>
              <a:gd name="csY6" fmla="*/ 193358 h 647700"/>
              <a:gd name="csX7" fmla="*/ 580073 w 648652"/>
              <a:gd name="csY7" fmla="*/ 121920 h 647700"/>
              <a:gd name="csX8" fmla="*/ 525780 w 648652"/>
              <a:gd name="csY8" fmla="*/ 67628 h 647700"/>
              <a:gd name="csX9" fmla="*/ 454343 w 648652"/>
              <a:gd name="csY9" fmla="*/ 91440 h 647700"/>
              <a:gd name="csX10" fmla="*/ 394335 w 648652"/>
              <a:gd name="csY10" fmla="*/ 66675 h 647700"/>
              <a:gd name="csX11" fmla="*/ 361950 w 648652"/>
              <a:gd name="csY11" fmla="*/ 0 h 647700"/>
              <a:gd name="csX12" fmla="*/ 285750 w 648652"/>
              <a:gd name="csY12" fmla="*/ 0 h 647700"/>
              <a:gd name="csX13" fmla="*/ 252413 w 648652"/>
              <a:gd name="csY13" fmla="*/ 66675 h 647700"/>
              <a:gd name="csX14" fmla="*/ 193358 w 648652"/>
              <a:gd name="csY14" fmla="*/ 91440 h 647700"/>
              <a:gd name="csX15" fmla="*/ 121920 w 648652"/>
              <a:gd name="csY15" fmla="*/ 67628 h 647700"/>
              <a:gd name="csX16" fmla="*/ 67628 w 648652"/>
              <a:gd name="csY16" fmla="*/ 121920 h 647700"/>
              <a:gd name="csX17" fmla="*/ 91440 w 648652"/>
              <a:gd name="csY17" fmla="*/ 193358 h 647700"/>
              <a:gd name="csX18" fmla="*/ 66675 w 648652"/>
              <a:gd name="csY18" fmla="*/ 253365 h 647700"/>
              <a:gd name="csX19" fmla="*/ 0 w 648652"/>
              <a:gd name="csY19" fmla="*/ 285750 h 647700"/>
              <a:gd name="csX20" fmla="*/ 0 w 648652"/>
              <a:gd name="csY20" fmla="*/ 361950 h 647700"/>
              <a:gd name="csX21" fmla="*/ 66675 w 648652"/>
              <a:gd name="csY21" fmla="*/ 395288 h 647700"/>
              <a:gd name="csX22" fmla="*/ 91440 w 648652"/>
              <a:gd name="csY22" fmla="*/ 454343 h 647700"/>
              <a:gd name="csX23" fmla="*/ 67628 w 648652"/>
              <a:gd name="csY23" fmla="*/ 525780 h 647700"/>
              <a:gd name="csX24" fmla="*/ 121920 w 648652"/>
              <a:gd name="csY24" fmla="*/ 580073 h 647700"/>
              <a:gd name="csX25" fmla="*/ 193358 w 648652"/>
              <a:gd name="csY25" fmla="*/ 556260 h 647700"/>
              <a:gd name="csX26" fmla="*/ 253365 w 648652"/>
              <a:gd name="csY26" fmla="*/ 581025 h 647700"/>
              <a:gd name="csX27" fmla="*/ 286703 w 648652"/>
              <a:gd name="csY27" fmla="*/ 647700 h 647700"/>
              <a:gd name="csX28" fmla="*/ 362903 w 648652"/>
              <a:gd name="csY28" fmla="*/ 647700 h 647700"/>
              <a:gd name="csX29" fmla="*/ 396240 w 648652"/>
              <a:gd name="csY29" fmla="*/ 581025 h 647700"/>
              <a:gd name="csX30" fmla="*/ 455295 w 648652"/>
              <a:gd name="csY30" fmla="*/ 556260 h 647700"/>
              <a:gd name="csX31" fmla="*/ 526733 w 648652"/>
              <a:gd name="csY31" fmla="*/ 580073 h 647700"/>
              <a:gd name="csX32" fmla="*/ 581025 w 648652"/>
              <a:gd name="csY32" fmla="*/ 525780 h 647700"/>
              <a:gd name="csX33" fmla="*/ 557213 w 648652"/>
              <a:gd name="csY33" fmla="*/ 454343 h 647700"/>
              <a:gd name="csX34" fmla="*/ 581978 w 648652"/>
              <a:gd name="csY34" fmla="*/ 394335 h 647700"/>
              <a:gd name="csX35" fmla="*/ 648653 w 648652"/>
              <a:gd name="csY35" fmla="*/ 360998 h 647700"/>
              <a:gd name="csX36" fmla="*/ 648653 w 648652"/>
              <a:gd name="csY36" fmla="*/ 284798 h 647700"/>
              <a:gd name="csX37" fmla="*/ 581025 w 648652"/>
              <a:gd name="csY37" fmla="*/ 25241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48652" h="647700">
                <a:moveTo>
                  <a:pt x="323850" y="438150"/>
                </a:moveTo>
                <a:cubicBezTo>
                  <a:pt x="260985" y="438150"/>
                  <a:pt x="209550" y="386715"/>
                  <a:pt x="209550" y="323850"/>
                </a:cubicBezTo>
                <a:cubicBezTo>
                  <a:pt x="209550" y="260985"/>
                  <a:pt x="260985" y="209550"/>
                  <a:pt x="323850" y="209550"/>
                </a:cubicBezTo>
                <a:cubicBezTo>
                  <a:pt x="386715" y="209550"/>
                  <a:pt x="438150" y="260985"/>
                  <a:pt x="438150" y="323850"/>
                </a:cubicBezTo>
                <a:cubicBezTo>
                  <a:pt x="438150" y="386715"/>
                  <a:pt x="386715" y="438150"/>
                  <a:pt x="323850" y="438150"/>
                </a:cubicBezTo>
                <a:close/>
                <a:moveTo>
                  <a:pt x="581025" y="252413"/>
                </a:moveTo>
                <a:cubicBezTo>
                  <a:pt x="575310" y="231458"/>
                  <a:pt x="566738" y="211455"/>
                  <a:pt x="556260" y="193358"/>
                </a:cubicBezTo>
                <a:lnTo>
                  <a:pt x="580073" y="121920"/>
                </a:lnTo>
                <a:lnTo>
                  <a:pt x="525780" y="67628"/>
                </a:lnTo>
                <a:lnTo>
                  <a:pt x="454343" y="91440"/>
                </a:lnTo>
                <a:cubicBezTo>
                  <a:pt x="435293" y="80963"/>
                  <a:pt x="415290" y="72390"/>
                  <a:pt x="394335" y="66675"/>
                </a:cubicBezTo>
                <a:lnTo>
                  <a:pt x="361950" y="0"/>
                </a:lnTo>
                <a:lnTo>
                  <a:pt x="285750" y="0"/>
                </a:lnTo>
                <a:lnTo>
                  <a:pt x="252413" y="66675"/>
                </a:lnTo>
                <a:cubicBezTo>
                  <a:pt x="231458" y="72390"/>
                  <a:pt x="211455" y="80963"/>
                  <a:pt x="193358" y="91440"/>
                </a:cubicBezTo>
                <a:lnTo>
                  <a:pt x="121920" y="67628"/>
                </a:lnTo>
                <a:lnTo>
                  <a:pt x="67628" y="121920"/>
                </a:lnTo>
                <a:lnTo>
                  <a:pt x="91440" y="193358"/>
                </a:lnTo>
                <a:cubicBezTo>
                  <a:pt x="80963" y="212408"/>
                  <a:pt x="72390" y="232410"/>
                  <a:pt x="66675" y="253365"/>
                </a:cubicBezTo>
                <a:lnTo>
                  <a:pt x="0" y="285750"/>
                </a:lnTo>
                <a:lnTo>
                  <a:pt x="0" y="361950"/>
                </a:lnTo>
                <a:lnTo>
                  <a:pt x="66675" y="395288"/>
                </a:lnTo>
                <a:cubicBezTo>
                  <a:pt x="72390" y="416243"/>
                  <a:pt x="80963" y="436245"/>
                  <a:pt x="91440" y="454343"/>
                </a:cubicBezTo>
                <a:lnTo>
                  <a:pt x="67628" y="525780"/>
                </a:lnTo>
                <a:lnTo>
                  <a:pt x="121920" y="580073"/>
                </a:lnTo>
                <a:lnTo>
                  <a:pt x="193358" y="556260"/>
                </a:lnTo>
                <a:cubicBezTo>
                  <a:pt x="212408" y="566738"/>
                  <a:pt x="232410" y="575310"/>
                  <a:pt x="253365" y="581025"/>
                </a:cubicBezTo>
                <a:lnTo>
                  <a:pt x="286703" y="647700"/>
                </a:lnTo>
                <a:lnTo>
                  <a:pt x="362903" y="647700"/>
                </a:lnTo>
                <a:lnTo>
                  <a:pt x="396240" y="581025"/>
                </a:lnTo>
                <a:cubicBezTo>
                  <a:pt x="417195" y="575310"/>
                  <a:pt x="437198" y="566738"/>
                  <a:pt x="455295" y="556260"/>
                </a:cubicBezTo>
                <a:lnTo>
                  <a:pt x="526733" y="580073"/>
                </a:lnTo>
                <a:lnTo>
                  <a:pt x="581025" y="525780"/>
                </a:lnTo>
                <a:lnTo>
                  <a:pt x="557213" y="454343"/>
                </a:lnTo>
                <a:cubicBezTo>
                  <a:pt x="567690" y="435293"/>
                  <a:pt x="576263" y="415290"/>
                  <a:pt x="581978" y="394335"/>
                </a:cubicBezTo>
                <a:lnTo>
                  <a:pt x="648653" y="360998"/>
                </a:lnTo>
                <a:lnTo>
                  <a:pt x="648653" y="284798"/>
                </a:lnTo>
                <a:lnTo>
                  <a:pt x="581025" y="2524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2081"/>
          </a:p>
        </p:txBody>
      </p:sp>
      <p:sp>
        <p:nvSpPr>
          <p:cNvPr id="17" name="그래픽 15" descr="주택 윤곽선">
            <a:extLst>
              <a:ext uri="{FF2B5EF4-FFF2-40B4-BE49-F238E27FC236}">
                <a16:creationId xmlns:a16="http://schemas.microsoft.com/office/drawing/2014/main" id="{A7DD32EA-D26F-47C1-BC71-375BCE6EA669}"/>
              </a:ext>
            </a:extLst>
          </p:cNvPr>
          <p:cNvSpPr>
            <a:spLocks/>
          </p:cNvSpPr>
          <p:nvPr/>
        </p:nvSpPr>
        <p:spPr>
          <a:xfrm>
            <a:off x="947625" y="6194613"/>
            <a:ext cx="220727" cy="220727"/>
          </a:xfrm>
          <a:custGeom>
            <a:avLst/>
            <a:gdLst>
              <a:gd name="csX0" fmla="*/ 0 w 789298"/>
              <a:gd name="csY0" fmla="*/ 374885 h 699134"/>
              <a:gd name="csX1" fmla="*/ 61808 w 789298"/>
              <a:gd name="csY1" fmla="*/ 436683 h 699134"/>
              <a:gd name="csX2" fmla="*/ 108899 w 789298"/>
              <a:gd name="csY2" fmla="*/ 392087 h 699134"/>
              <a:gd name="csX3" fmla="*/ 108899 w 789298"/>
              <a:gd name="csY3" fmla="*/ 698906 h 699134"/>
              <a:gd name="csX4" fmla="*/ 347024 w 789298"/>
              <a:gd name="csY4" fmla="*/ 699002 h 699134"/>
              <a:gd name="csX5" fmla="*/ 347024 w 789298"/>
              <a:gd name="csY5" fmla="*/ 461172 h 699134"/>
              <a:gd name="csX6" fmla="*/ 442274 w 789298"/>
              <a:gd name="csY6" fmla="*/ 461172 h 699134"/>
              <a:gd name="csX7" fmla="*/ 442274 w 789298"/>
              <a:gd name="csY7" fmla="*/ 699040 h 699134"/>
              <a:gd name="csX8" fmla="*/ 680399 w 789298"/>
              <a:gd name="csY8" fmla="*/ 699135 h 699134"/>
              <a:gd name="csX9" fmla="*/ 680399 w 789298"/>
              <a:gd name="csY9" fmla="*/ 391687 h 699134"/>
              <a:gd name="csX10" fmla="*/ 727729 w 789298"/>
              <a:gd name="csY10" fmla="*/ 436455 h 699134"/>
              <a:gd name="csX11" fmla="*/ 789299 w 789298"/>
              <a:gd name="csY11" fmla="*/ 374894 h 699134"/>
              <a:gd name="csX12" fmla="*/ 394649 w 789298"/>
              <a:gd name="csY12" fmla="*/ 0 h 699134"/>
              <a:gd name="csX13" fmla="*/ 661349 w 789298"/>
              <a:gd name="csY13" fmla="*/ 680085 h 699134"/>
              <a:gd name="csX14" fmla="*/ 461324 w 789298"/>
              <a:gd name="csY14" fmla="*/ 679999 h 699134"/>
              <a:gd name="csX15" fmla="*/ 461324 w 789298"/>
              <a:gd name="csY15" fmla="*/ 442122 h 699134"/>
              <a:gd name="csX16" fmla="*/ 327974 w 789298"/>
              <a:gd name="csY16" fmla="*/ 442122 h 699134"/>
              <a:gd name="csX17" fmla="*/ 327974 w 789298"/>
              <a:gd name="csY17" fmla="*/ 679942 h 699134"/>
              <a:gd name="csX18" fmla="*/ 127949 w 789298"/>
              <a:gd name="csY18" fmla="*/ 679866 h 699134"/>
              <a:gd name="csX19" fmla="*/ 127949 w 789298"/>
              <a:gd name="csY19" fmla="*/ 374047 h 699134"/>
              <a:gd name="csX20" fmla="*/ 394649 w 789298"/>
              <a:gd name="csY20" fmla="*/ 121482 h 699134"/>
              <a:gd name="csX21" fmla="*/ 661349 w 789298"/>
              <a:gd name="csY21" fmla="*/ 373675 h 699134"/>
              <a:gd name="csX22" fmla="*/ 62170 w 789298"/>
              <a:gd name="csY22" fmla="*/ 410108 h 699134"/>
              <a:gd name="csX23" fmla="*/ 27299 w 789298"/>
              <a:gd name="csY23" fmla="*/ 375285 h 699134"/>
              <a:gd name="csX24" fmla="*/ 394649 w 789298"/>
              <a:gd name="csY24" fmla="*/ 26251 h 699134"/>
              <a:gd name="csX25" fmla="*/ 762000 w 789298"/>
              <a:gd name="csY25" fmla="*/ 375285 h 699134"/>
              <a:gd name="csX26" fmla="*/ 727358 w 789298"/>
              <a:gd name="csY26" fmla="*/ 409880 h 699134"/>
              <a:gd name="csX27" fmla="*/ 394649 w 789298"/>
              <a:gd name="csY27" fmla="*/ 95250 h 699134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394649 w 789299"/>
              <a:gd name="csY28" fmla="*/ 95250 h 699135"/>
              <a:gd name="csX29" fmla="*/ 62170 w 789299"/>
              <a:gd name="csY29" fmla="*/ 410108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62170 w 789299"/>
              <a:gd name="csY28" fmla="*/ 410108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394649 w 789299"/>
              <a:gd name="csY23" fmla="*/ 121482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27" fmla="*/ 486089 w 789299"/>
              <a:gd name="csY27" fmla="*/ 117691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28" fmla="*/ 490852 w 789299"/>
              <a:gd name="csY28" fmla="*/ 119279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661349 w 789299"/>
              <a:gd name="csY23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661349 w 789299"/>
              <a:gd name="csY22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661349 w 789299"/>
              <a:gd name="csY21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661349 w 789299"/>
              <a:gd name="csY20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661349 w 789299"/>
              <a:gd name="csY19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661349 w 789299"/>
              <a:gd name="csY18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0" fmla="*/ 762000 w 789299"/>
              <a:gd name="csY0" fmla="*/ 3752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762000 w 789299"/>
              <a:gd name="csY14" fmla="*/ 375285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789299" h="699135">
                <a:moveTo>
                  <a:pt x="0" y="374885"/>
                </a:moveTo>
                <a:lnTo>
                  <a:pt x="61808" y="436683"/>
                </a:lnTo>
                <a:lnTo>
                  <a:pt x="108899" y="392087"/>
                </a:lnTo>
                <a:lnTo>
                  <a:pt x="108899" y="698906"/>
                </a:lnTo>
                <a:lnTo>
                  <a:pt x="347024" y="699002"/>
                </a:lnTo>
                <a:lnTo>
                  <a:pt x="347024" y="461172"/>
                </a:lnTo>
                <a:lnTo>
                  <a:pt x="442274" y="461172"/>
                </a:lnTo>
                <a:lnTo>
                  <a:pt x="442274" y="699040"/>
                </a:lnTo>
                <a:lnTo>
                  <a:pt x="680399" y="699135"/>
                </a:lnTo>
                <a:lnTo>
                  <a:pt x="680399" y="391687"/>
                </a:lnTo>
                <a:lnTo>
                  <a:pt x="727729" y="436455"/>
                </a:lnTo>
                <a:lnTo>
                  <a:pt x="789299" y="374894"/>
                </a:lnTo>
                <a:lnTo>
                  <a:pt x="394649" y="0"/>
                </a:lnTo>
                <a:lnTo>
                  <a:pt x="0" y="37488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2081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48996F6-8F62-C0D0-BFB3-D63AE9CB9136}"/>
              </a:ext>
            </a:extLst>
          </p:cNvPr>
          <p:cNvGrpSpPr/>
          <p:nvPr/>
        </p:nvGrpSpPr>
        <p:grpSpPr>
          <a:xfrm>
            <a:off x="1885692" y="6194613"/>
            <a:ext cx="209890" cy="220727"/>
            <a:chOff x="7230961" y="4648200"/>
            <a:chExt cx="533400" cy="76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B7BF645-7289-4005-D2E2-D79E5BB1313D}"/>
                </a:ext>
              </a:extLst>
            </p:cNvPr>
            <p:cNvSpPr/>
            <p:nvPr/>
          </p:nvSpPr>
          <p:spPr>
            <a:xfrm>
              <a:off x="7230961" y="4650105"/>
              <a:ext cx="57150" cy="7600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B4C371E3-86E2-15BF-8DE8-3AA21CD66367}"/>
                </a:ext>
              </a:extLst>
            </p:cNvPr>
            <p:cNvSpPr/>
            <p:nvPr/>
          </p:nvSpPr>
          <p:spPr>
            <a:xfrm>
              <a:off x="7326211" y="4648200"/>
              <a:ext cx="438150" cy="762000"/>
            </a:xfrm>
            <a:custGeom>
              <a:avLst/>
              <a:gdLst>
                <a:gd name="csX0" fmla="*/ 352425 w 438150"/>
                <a:gd name="csY0" fmla="*/ 285750 h 762000"/>
                <a:gd name="csX1" fmla="*/ 85725 w 438150"/>
                <a:gd name="csY1" fmla="*/ 285750 h 762000"/>
                <a:gd name="csX2" fmla="*/ 85725 w 438150"/>
                <a:gd name="csY2" fmla="*/ 228600 h 762000"/>
                <a:gd name="csX3" fmla="*/ 352425 w 438150"/>
                <a:gd name="csY3" fmla="*/ 228600 h 762000"/>
                <a:gd name="csX4" fmla="*/ 352425 w 438150"/>
                <a:gd name="csY4" fmla="*/ 285750 h 762000"/>
                <a:gd name="csX5" fmla="*/ 295275 w 438150"/>
                <a:gd name="csY5" fmla="*/ 381000 h 762000"/>
                <a:gd name="csX6" fmla="*/ 147638 w 438150"/>
                <a:gd name="csY6" fmla="*/ 381000 h 762000"/>
                <a:gd name="csX7" fmla="*/ 147638 w 438150"/>
                <a:gd name="csY7" fmla="*/ 342900 h 762000"/>
                <a:gd name="csX8" fmla="*/ 295275 w 438150"/>
                <a:gd name="csY8" fmla="*/ 342900 h 762000"/>
                <a:gd name="csX9" fmla="*/ 295275 w 438150"/>
                <a:gd name="csY9" fmla="*/ 381000 h 762000"/>
                <a:gd name="csX10" fmla="*/ 400050 w 438150"/>
                <a:gd name="csY10" fmla="*/ 0 h 762000"/>
                <a:gd name="csX11" fmla="*/ 0 w 438150"/>
                <a:gd name="csY11" fmla="*/ 1905 h 762000"/>
                <a:gd name="csX12" fmla="*/ 0 w 438150"/>
                <a:gd name="csY12" fmla="*/ 762000 h 762000"/>
                <a:gd name="csX13" fmla="*/ 400050 w 438150"/>
                <a:gd name="csY13" fmla="*/ 762000 h 762000"/>
                <a:gd name="csX14" fmla="*/ 438150 w 438150"/>
                <a:gd name="csY14" fmla="*/ 723900 h 762000"/>
                <a:gd name="csX15" fmla="*/ 438150 w 438150"/>
                <a:gd name="csY15" fmla="*/ 38100 h 762000"/>
                <a:gd name="csX16" fmla="*/ 400050 w 4381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38150" h="762000">
                  <a:moveTo>
                    <a:pt x="352425" y="285750"/>
                  </a:moveTo>
                  <a:lnTo>
                    <a:pt x="85725" y="285750"/>
                  </a:lnTo>
                  <a:lnTo>
                    <a:pt x="85725" y="228600"/>
                  </a:lnTo>
                  <a:lnTo>
                    <a:pt x="352425" y="228600"/>
                  </a:lnTo>
                  <a:lnTo>
                    <a:pt x="352425" y="285750"/>
                  </a:lnTo>
                  <a:close/>
                  <a:moveTo>
                    <a:pt x="295275" y="381000"/>
                  </a:moveTo>
                  <a:lnTo>
                    <a:pt x="147638" y="381000"/>
                  </a:lnTo>
                  <a:lnTo>
                    <a:pt x="147638" y="342900"/>
                  </a:lnTo>
                  <a:lnTo>
                    <a:pt x="295275" y="342900"/>
                  </a:lnTo>
                  <a:lnTo>
                    <a:pt x="295275" y="381000"/>
                  </a:lnTo>
                  <a:close/>
                  <a:moveTo>
                    <a:pt x="400050" y="0"/>
                  </a:moveTo>
                  <a:lnTo>
                    <a:pt x="0" y="1905"/>
                  </a:lnTo>
                  <a:lnTo>
                    <a:pt x="0" y="762000"/>
                  </a:lnTo>
                  <a:lnTo>
                    <a:pt x="400050" y="762000"/>
                  </a:lnTo>
                  <a:cubicBezTo>
                    <a:pt x="421005" y="762000"/>
                    <a:pt x="438150" y="744855"/>
                    <a:pt x="438150" y="723900"/>
                  </a:cubicBezTo>
                  <a:lnTo>
                    <a:pt x="438150" y="38100"/>
                  </a:lnTo>
                  <a:cubicBezTo>
                    <a:pt x="438150" y="17145"/>
                    <a:pt x="421005" y="0"/>
                    <a:pt x="400050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9C27FB2-6FB1-42F6-6BD8-0CD61B69BAA1}"/>
              </a:ext>
            </a:extLst>
          </p:cNvPr>
          <p:cNvGrpSpPr/>
          <p:nvPr/>
        </p:nvGrpSpPr>
        <p:grpSpPr>
          <a:xfrm>
            <a:off x="2812921" y="5929335"/>
            <a:ext cx="430600" cy="430600"/>
            <a:chOff x="3946657" y="8209951"/>
            <a:chExt cx="575732" cy="575732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77A58CF9-0662-3CE2-B7C7-E1BACCD7CC05}"/>
                </a:ext>
              </a:extLst>
            </p:cNvPr>
            <p:cNvSpPr/>
            <p:nvPr/>
          </p:nvSpPr>
          <p:spPr>
            <a:xfrm>
              <a:off x="3946657" y="8209951"/>
              <a:ext cx="575732" cy="575732"/>
            </a:xfrm>
            <a:prstGeom prst="ellipse">
              <a:avLst/>
            </a:prstGeom>
            <a:solidFill>
              <a:srgbClr val="1E2D4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43C0E857-E007-084A-8EB6-A72F5C6ED5E8}"/>
                </a:ext>
              </a:extLst>
            </p:cNvPr>
            <p:cNvGrpSpPr/>
            <p:nvPr/>
          </p:nvGrpSpPr>
          <p:grpSpPr>
            <a:xfrm>
              <a:off x="4086962" y="8350256"/>
              <a:ext cx="295122" cy="295122"/>
              <a:chOff x="4086962" y="8350256"/>
              <a:chExt cx="295122" cy="295122"/>
            </a:xfrm>
          </p:grpSpPr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E7E01E62-8C8B-3BC0-F297-4A2390E58513}"/>
                  </a:ext>
                </a:extLst>
              </p:cNvPr>
              <p:cNvSpPr/>
              <p:nvPr/>
            </p:nvSpPr>
            <p:spPr>
              <a:xfrm>
                <a:off x="4086962" y="8402336"/>
                <a:ext cx="295122" cy="243042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9CCC3B44-F2DB-74DB-B44E-C9A8E9FCDB31}"/>
                  </a:ext>
                </a:extLst>
              </p:cNvPr>
              <p:cNvSpPr/>
              <p:nvPr/>
            </p:nvSpPr>
            <p:spPr>
              <a:xfrm>
                <a:off x="4086962" y="8350256"/>
                <a:ext cx="295122" cy="34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/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38E8943-37CF-9EC8-84C1-CDAD3207CFC2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8323ABC-BE2C-E552-E2A1-7FEB5F7C617C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FD578A-8BD9-C11B-FA3C-4072B5FF4762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A668BE8-4F81-9ECA-1928-05E610DC1113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A7A6B25-953B-C2C4-36F2-29A4084A79C4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409F9B4-BD8D-EE48-4FDA-C9ABA3219407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E142DCF-B4C8-4B3D-725B-AD34DB8AFDF2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55" name="타원 54">
            <a:extLst>
              <a:ext uri="{FF2B5EF4-FFF2-40B4-BE49-F238E27FC236}">
                <a16:creationId xmlns:a16="http://schemas.microsoft.com/office/drawing/2014/main" id="{0C8B9AB5-E34A-BC84-7268-97BC971CFB53}"/>
              </a:ext>
            </a:extLst>
          </p:cNvPr>
          <p:cNvSpPr/>
          <p:nvPr/>
        </p:nvSpPr>
        <p:spPr>
          <a:xfrm>
            <a:off x="1908180" y="5252034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8448811A-73D9-E6F0-D1C8-B83346E6C954}"/>
              </a:ext>
            </a:extLst>
          </p:cNvPr>
          <p:cNvSpPr/>
          <p:nvPr/>
        </p:nvSpPr>
        <p:spPr>
          <a:xfrm>
            <a:off x="2544524" y="5252034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C2CB7A73-C90B-E86E-93FF-D323C9C65AA4}"/>
              </a:ext>
            </a:extLst>
          </p:cNvPr>
          <p:cNvSpPr/>
          <p:nvPr/>
        </p:nvSpPr>
        <p:spPr>
          <a:xfrm>
            <a:off x="3155596" y="4458279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73FCC674-5FD9-A1B1-1A83-F8DEFB1BC158}"/>
              </a:ext>
            </a:extLst>
          </p:cNvPr>
          <p:cNvSpPr/>
          <p:nvPr/>
        </p:nvSpPr>
        <p:spPr>
          <a:xfrm>
            <a:off x="2542149" y="4458279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65BA0EA7-45EF-5327-7012-4DDEEE7EAD60}"/>
              </a:ext>
            </a:extLst>
          </p:cNvPr>
          <p:cNvSpPr/>
          <p:nvPr/>
        </p:nvSpPr>
        <p:spPr>
          <a:xfrm>
            <a:off x="1269239" y="4458279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E257C6FF-9547-3843-2C78-9779CBD0A947}"/>
              </a:ext>
            </a:extLst>
          </p:cNvPr>
          <p:cNvSpPr/>
          <p:nvPr/>
        </p:nvSpPr>
        <p:spPr>
          <a:xfrm>
            <a:off x="1908180" y="4847678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7BA774B-F22E-620A-D2CD-7FC7D4B7911A}"/>
              </a:ext>
            </a:extLst>
          </p:cNvPr>
          <p:cNvSpPr/>
          <p:nvPr/>
        </p:nvSpPr>
        <p:spPr>
          <a:xfrm>
            <a:off x="2535307" y="4847678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46092C2-3923-98BE-30C3-4C55D7AFF4F8}"/>
              </a:ext>
            </a:extLst>
          </p:cNvPr>
          <p:cNvGrpSpPr/>
          <p:nvPr/>
        </p:nvGrpSpPr>
        <p:grpSpPr>
          <a:xfrm>
            <a:off x="512763" y="1160495"/>
            <a:ext cx="4185962" cy="1578841"/>
            <a:chOff x="512763" y="516750"/>
            <a:chExt cx="4185962" cy="1578841"/>
          </a:xfrm>
        </p:grpSpPr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10735FF9-813C-726C-F707-0E197B192E02}"/>
                </a:ext>
              </a:extLst>
            </p:cNvPr>
            <p:cNvSpPr/>
            <p:nvPr/>
          </p:nvSpPr>
          <p:spPr>
            <a:xfrm rot="16200000">
              <a:off x="477701" y="1983473"/>
              <a:ext cx="147180" cy="77056"/>
            </a:xfrm>
            <a:custGeom>
              <a:avLst/>
              <a:gdLst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  <a:gd name="csX3" fmla="*/ 0 w 503933"/>
                <a:gd name="csY3" fmla="*/ 180027 h 180027"/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  <a:gd name="csX3" fmla="*/ 277281 w 503933"/>
                <a:gd name="csY3" fmla="*/ 180027 h 180027"/>
                <a:gd name="csX4" fmla="*/ 0 w 503933"/>
                <a:gd name="csY4" fmla="*/ 180027 h 180027"/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  <a:gd name="csX3" fmla="*/ 0 w 503933"/>
                <a:gd name="csY3" fmla="*/ 180027 h 180027"/>
                <a:gd name="csX0" fmla="*/ 0 w 503933"/>
                <a:gd name="csY0" fmla="*/ 180027 h 189552"/>
                <a:gd name="csX1" fmla="*/ 251967 w 503933"/>
                <a:gd name="csY1" fmla="*/ 0 h 189552"/>
                <a:gd name="csX2" fmla="*/ 503933 w 503933"/>
                <a:gd name="csY2" fmla="*/ 180027 h 189552"/>
                <a:gd name="csX3" fmla="*/ 340781 w 503933"/>
                <a:gd name="csY3" fmla="*/ 189552 h 189552"/>
                <a:gd name="csX4" fmla="*/ 0 w 503933"/>
                <a:gd name="csY4" fmla="*/ 180027 h 189552"/>
                <a:gd name="csX0" fmla="*/ 340781 w 503933"/>
                <a:gd name="csY0" fmla="*/ 189552 h 280992"/>
                <a:gd name="csX1" fmla="*/ 0 w 503933"/>
                <a:gd name="csY1" fmla="*/ 180027 h 280992"/>
                <a:gd name="csX2" fmla="*/ 251967 w 503933"/>
                <a:gd name="csY2" fmla="*/ 0 h 280992"/>
                <a:gd name="csX3" fmla="*/ 503933 w 503933"/>
                <a:gd name="csY3" fmla="*/ 180027 h 280992"/>
                <a:gd name="csX4" fmla="*/ 432221 w 503933"/>
                <a:gd name="csY4" fmla="*/ 280992 h 280992"/>
                <a:gd name="csX0" fmla="*/ 340781 w 503933"/>
                <a:gd name="csY0" fmla="*/ 189552 h 189552"/>
                <a:gd name="csX1" fmla="*/ 0 w 503933"/>
                <a:gd name="csY1" fmla="*/ 180027 h 189552"/>
                <a:gd name="csX2" fmla="*/ 251967 w 503933"/>
                <a:gd name="csY2" fmla="*/ 0 h 189552"/>
                <a:gd name="csX3" fmla="*/ 503933 w 503933"/>
                <a:gd name="csY3" fmla="*/ 180027 h 189552"/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03933" h="180027">
                  <a:moveTo>
                    <a:pt x="0" y="180027"/>
                  </a:moveTo>
                  <a:lnTo>
                    <a:pt x="251967" y="0"/>
                  </a:lnTo>
                  <a:lnTo>
                    <a:pt x="503933" y="180027"/>
                  </a:lnTo>
                </a:path>
              </a:pathLst>
            </a:custGeom>
            <a:noFill/>
            <a:ln w="25400" cap="flat">
              <a:solidFill>
                <a:schemeClr val="tx1">
                  <a:lumMod val="95000"/>
                  <a:lumOff val="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78" name="이등변 삼각형 76">
              <a:extLst>
                <a:ext uri="{FF2B5EF4-FFF2-40B4-BE49-F238E27FC236}">
                  <a16:creationId xmlns:a16="http://schemas.microsoft.com/office/drawing/2014/main" id="{C48C4759-8824-C166-1E0C-F6ED04C8901E}"/>
                </a:ext>
              </a:extLst>
            </p:cNvPr>
            <p:cNvSpPr/>
            <p:nvPr/>
          </p:nvSpPr>
          <p:spPr>
            <a:xfrm rot="5400000">
              <a:off x="4504332" y="1983473"/>
              <a:ext cx="147180" cy="77056"/>
            </a:xfrm>
            <a:custGeom>
              <a:avLst/>
              <a:gdLst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  <a:gd name="csX3" fmla="*/ 0 w 503933"/>
                <a:gd name="csY3" fmla="*/ 180027 h 180027"/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  <a:gd name="csX3" fmla="*/ 277281 w 503933"/>
                <a:gd name="csY3" fmla="*/ 180027 h 180027"/>
                <a:gd name="csX4" fmla="*/ 0 w 503933"/>
                <a:gd name="csY4" fmla="*/ 180027 h 180027"/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  <a:gd name="csX3" fmla="*/ 0 w 503933"/>
                <a:gd name="csY3" fmla="*/ 180027 h 180027"/>
                <a:gd name="csX0" fmla="*/ 0 w 503933"/>
                <a:gd name="csY0" fmla="*/ 180027 h 189552"/>
                <a:gd name="csX1" fmla="*/ 251967 w 503933"/>
                <a:gd name="csY1" fmla="*/ 0 h 189552"/>
                <a:gd name="csX2" fmla="*/ 503933 w 503933"/>
                <a:gd name="csY2" fmla="*/ 180027 h 189552"/>
                <a:gd name="csX3" fmla="*/ 340781 w 503933"/>
                <a:gd name="csY3" fmla="*/ 189552 h 189552"/>
                <a:gd name="csX4" fmla="*/ 0 w 503933"/>
                <a:gd name="csY4" fmla="*/ 180027 h 189552"/>
                <a:gd name="csX0" fmla="*/ 340781 w 503933"/>
                <a:gd name="csY0" fmla="*/ 189552 h 280992"/>
                <a:gd name="csX1" fmla="*/ 0 w 503933"/>
                <a:gd name="csY1" fmla="*/ 180027 h 280992"/>
                <a:gd name="csX2" fmla="*/ 251967 w 503933"/>
                <a:gd name="csY2" fmla="*/ 0 h 280992"/>
                <a:gd name="csX3" fmla="*/ 503933 w 503933"/>
                <a:gd name="csY3" fmla="*/ 180027 h 280992"/>
                <a:gd name="csX4" fmla="*/ 432221 w 503933"/>
                <a:gd name="csY4" fmla="*/ 280992 h 280992"/>
                <a:gd name="csX0" fmla="*/ 340781 w 503933"/>
                <a:gd name="csY0" fmla="*/ 189552 h 189552"/>
                <a:gd name="csX1" fmla="*/ 0 w 503933"/>
                <a:gd name="csY1" fmla="*/ 180027 h 189552"/>
                <a:gd name="csX2" fmla="*/ 251967 w 503933"/>
                <a:gd name="csY2" fmla="*/ 0 h 189552"/>
                <a:gd name="csX3" fmla="*/ 503933 w 503933"/>
                <a:gd name="csY3" fmla="*/ 180027 h 189552"/>
                <a:gd name="csX0" fmla="*/ 0 w 503933"/>
                <a:gd name="csY0" fmla="*/ 180027 h 180027"/>
                <a:gd name="csX1" fmla="*/ 251967 w 503933"/>
                <a:gd name="csY1" fmla="*/ 0 h 180027"/>
                <a:gd name="csX2" fmla="*/ 503933 w 503933"/>
                <a:gd name="csY2" fmla="*/ 180027 h 180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03933" h="180027">
                  <a:moveTo>
                    <a:pt x="0" y="180027"/>
                  </a:moveTo>
                  <a:lnTo>
                    <a:pt x="251967" y="0"/>
                  </a:lnTo>
                  <a:lnTo>
                    <a:pt x="503933" y="180027"/>
                  </a:lnTo>
                </a:path>
              </a:pathLst>
            </a:custGeom>
            <a:noFill/>
            <a:ln w="25400" cap="flat">
              <a:solidFill>
                <a:schemeClr val="tx1">
                  <a:lumMod val="95000"/>
                  <a:lumOff val="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70112A62-7C87-4F0D-6962-665DDBB74880}"/>
                </a:ext>
              </a:extLst>
            </p:cNvPr>
            <p:cNvSpPr/>
            <p:nvPr/>
          </p:nvSpPr>
          <p:spPr>
            <a:xfrm>
              <a:off x="4514409" y="998351"/>
              <a:ext cx="66040" cy="65753"/>
            </a:xfrm>
            <a:custGeom>
              <a:avLst/>
              <a:gdLst>
                <a:gd name="csX0" fmla="*/ 188595 w 199908"/>
                <a:gd name="csY0" fmla="*/ 79058 h 199072"/>
                <a:gd name="csX1" fmla="*/ 120968 w 199908"/>
                <a:gd name="csY1" fmla="*/ 11430 h 199072"/>
                <a:gd name="csX2" fmla="*/ 66675 w 199908"/>
                <a:gd name="csY2" fmla="*/ 11430 h 199072"/>
                <a:gd name="csX3" fmla="*/ 0 w 199908"/>
                <a:gd name="csY3" fmla="*/ 78105 h 199072"/>
                <a:gd name="csX4" fmla="*/ 120968 w 199908"/>
                <a:gd name="csY4" fmla="*/ 199072 h 199072"/>
                <a:gd name="csX5" fmla="*/ 187643 w 199908"/>
                <a:gd name="csY5" fmla="*/ 132397 h 199072"/>
                <a:gd name="csX6" fmla="*/ 188595 w 199908"/>
                <a:gd name="csY6" fmla="*/ 79058 h 199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08" h="199072">
                  <a:moveTo>
                    <a:pt x="188595" y="79058"/>
                  </a:moveTo>
                  <a:lnTo>
                    <a:pt x="120968" y="11430"/>
                  </a:lnTo>
                  <a:cubicBezTo>
                    <a:pt x="105727" y="-3810"/>
                    <a:pt x="81915" y="-3810"/>
                    <a:pt x="66675" y="11430"/>
                  </a:cubicBezTo>
                  <a:lnTo>
                    <a:pt x="0" y="78105"/>
                  </a:lnTo>
                  <a:lnTo>
                    <a:pt x="120968" y="199072"/>
                  </a:lnTo>
                  <a:lnTo>
                    <a:pt x="187643" y="132397"/>
                  </a:lnTo>
                  <a:cubicBezTo>
                    <a:pt x="203835" y="118110"/>
                    <a:pt x="203835" y="94297"/>
                    <a:pt x="188595" y="79058"/>
                  </a:cubicBezTo>
                  <a:close/>
                </a:path>
              </a:pathLst>
            </a:custGeom>
            <a:solidFill>
              <a:srgbClr val="1E2D4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63CF3DB-5EDF-B9E6-CD49-2EF659F3ACA7}"/>
                </a:ext>
              </a:extLst>
            </p:cNvPr>
            <p:cNvSpPr txBox="1"/>
            <p:nvPr/>
          </p:nvSpPr>
          <p:spPr>
            <a:xfrm>
              <a:off x="3770648" y="516750"/>
              <a:ext cx="92807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아이콘 </a:t>
              </a:r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35*35dp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BC701A9-74C2-68EE-DF5A-A43B394AF245}"/>
              </a:ext>
            </a:extLst>
          </p:cNvPr>
          <p:cNvSpPr txBox="1"/>
          <p:nvPr/>
        </p:nvSpPr>
        <p:spPr>
          <a:xfrm>
            <a:off x="409860" y="3241422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요일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E152AA-06A4-CCF0-2CD1-F5A318D05F87}"/>
              </a:ext>
            </a:extLst>
          </p:cNvPr>
          <p:cNvSpPr txBox="1"/>
          <p:nvPr/>
        </p:nvSpPr>
        <p:spPr>
          <a:xfrm>
            <a:off x="382935" y="4009351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일자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21sp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E31216B-C14C-FEC9-2BB9-AA6D2F541CEB}"/>
              </a:ext>
            </a:extLst>
          </p:cNvPr>
          <p:cNvGrpSpPr/>
          <p:nvPr/>
        </p:nvGrpSpPr>
        <p:grpSpPr>
          <a:xfrm>
            <a:off x="-1" y="3206741"/>
            <a:ext cx="5129214" cy="3633797"/>
            <a:chOff x="-1" y="3206741"/>
            <a:chExt cx="5129214" cy="363379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11F5B9-68D4-2913-F37D-0A43B1D51143}"/>
                </a:ext>
              </a:extLst>
            </p:cNvPr>
            <p:cNvSpPr txBox="1"/>
            <p:nvPr/>
          </p:nvSpPr>
          <p:spPr>
            <a:xfrm>
              <a:off x="-1" y="3206741"/>
              <a:ext cx="512763" cy="42705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여백</a:t>
              </a:r>
              <a:endPara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71dp</a:t>
              </a:r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C4EA9CB-5D83-A2EE-BF09-D35ED5114D1D}"/>
                </a:ext>
              </a:extLst>
            </p:cNvPr>
            <p:cNvSpPr txBox="1"/>
            <p:nvPr/>
          </p:nvSpPr>
          <p:spPr>
            <a:xfrm>
              <a:off x="4616450" y="3206741"/>
              <a:ext cx="512763" cy="42705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여백</a:t>
              </a:r>
              <a:endPara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71dp</a:t>
              </a:r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590C7F-5478-E52D-D426-B4C3173F63BE}"/>
                </a:ext>
              </a:extLst>
            </p:cNvPr>
            <p:cNvSpPr txBox="1"/>
            <p:nvPr/>
          </p:nvSpPr>
          <p:spPr>
            <a:xfrm>
              <a:off x="1988603" y="6516794"/>
              <a:ext cx="1152007" cy="323744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여백 </a:t>
              </a:r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45dp</a:t>
              </a:r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E244D53-FD7A-2283-70AE-D5C3718CCCF9}"/>
              </a:ext>
            </a:extLst>
          </p:cNvPr>
          <p:cNvSpPr txBox="1"/>
          <p:nvPr/>
        </p:nvSpPr>
        <p:spPr>
          <a:xfrm>
            <a:off x="388740" y="457912"/>
            <a:ext cx="43517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A piece of today</a:t>
            </a:r>
            <a:endParaRPr lang="ko-KR" altLang="en-US" sz="4500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FF55FA-80C5-71A1-6072-D3962AF277F1}"/>
              </a:ext>
            </a:extLst>
          </p:cNvPr>
          <p:cNvSpPr txBox="1"/>
          <p:nvPr/>
        </p:nvSpPr>
        <p:spPr>
          <a:xfrm>
            <a:off x="1934728" y="420660"/>
            <a:ext cx="1259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12EB9F-A92A-FED9-2507-7370BF5FE606}"/>
              </a:ext>
            </a:extLst>
          </p:cNvPr>
          <p:cNvSpPr txBox="1"/>
          <p:nvPr/>
        </p:nvSpPr>
        <p:spPr>
          <a:xfrm>
            <a:off x="11905" y="2158900"/>
            <a:ext cx="886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화살표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10x20dp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19C681C-5178-DA1B-0780-8EB462D354E7}"/>
              </a:ext>
            </a:extLst>
          </p:cNvPr>
          <p:cNvSpPr txBox="1"/>
          <p:nvPr/>
        </p:nvSpPr>
        <p:spPr>
          <a:xfrm>
            <a:off x="1727201" y="2395821"/>
            <a:ext cx="16748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2026.01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F5B3EC-2730-281B-0BA5-8FC1F0863C2A}"/>
              </a:ext>
            </a:extLst>
          </p:cNvPr>
          <p:cNvSpPr txBox="1"/>
          <p:nvPr/>
        </p:nvSpPr>
        <p:spPr>
          <a:xfrm>
            <a:off x="1568589" y="2086020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233887-3A49-E885-8CB7-8D009C8D575D}"/>
              </a:ext>
            </a:extLst>
          </p:cNvPr>
          <p:cNvSpPr txBox="1"/>
          <p:nvPr/>
        </p:nvSpPr>
        <p:spPr>
          <a:xfrm>
            <a:off x="1092339" y="2224520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6B0A9B36-05E4-C4A2-83BA-88944D1C51D3}"/>
              </a:ext>
            </a:extLst>
          </p:cNvPr>
          <p:cNvSpPr/>
          <p:nvPr/>
        </p:nvSpPr>
        <p:spPr>
          <a:xfrm>
            <a:off x="4364450" y="1550701"/>
            <a:ext cx="252000" cy="252000"/>
          </a:xfrm>
          <a:prstGeom prst="ellipse">
            <a:avLst/>
          </a:prstGeom>
          <a:solidFill>
            <a:srgbClr val="2746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7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B5D57F76-03D4-65E9-8F75-4BD88B195501}"/>
              </a:ext>
            </a:extLst>
          </p:cNvPr>
          <p:cNvCxnSpPr>
            <a:cxnSpLocks/>
          </p:cNvCxnSpPr>
          <p:nvPr/>
        </p:nvCxnSpPr>
        <p:spPr>
          <a:xfrm>
            <a:off x="4432320" y="1718540"/>
            <a:ext cx="116262" cy="0"/>
          </a:xfrm>
          <a:prstGeom prst="line">
            <a:avLst/>
          </a:prstGeom>
          <a:noFill/>
          <a:ln w="19050" cap="rnd"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1" name="자유형: 도형 90">
            <a:extLst>
              <a:ext uri="{FF2B5EF4-FFF2-40B4-BE49-F238E27FC236}">
                <a16:creationId xmlns:a16="http://schemas.microsoft.com/office/drawing/2014/main" id="{86035CEF-4E45-B7C3-6DDB-667402B8882C}"/>
              </a:ext>
            </a:extLst>
          </p:cNvPr>
          <p:cNvSpPr/>
          <p:nvPr/>
        </p:nvSpPr>
        <p:spPr>
          <a:xfrm>
            <a:off x="4430679" y="1483842"/>
            <a:ext cx="217430" cy="217394"/>
          </a:xfrm>
          <a:custGeom>
            <a:avLst/>
            <a:gdLst>
              <a:gd name="csX0" fmla="*/ 161925 w 658177"/>
              <a:gd name="csY0" fmla="*/ 497205 h 658177"/>
              <a:gd name="csX1" fmla="*/ 161925 w 658177"/>
              <a:gd name="csY1" fmla="*/ 564833 h 658177"/>
              <a:gd name="csX2" fmla="*/ 80963 w 658177"/>
              <a:gd name="csY2" fmla="*/ 591503 h 658177"/>
              <a:gd name="csX3" fmla="*/ 66675 w 658177"/>
              <a:gd name="csY3" fmla="*/ 577215 h 658177"/>
              <a:gd name="csX4" fmla="*/ 93345 w 658177"/>
              <a:gd name="csY4" fmla="*/ 496253 h 658177"/>
              <a:gd name="csX5" fmla="*/ 161925 w 658177"/>
              <a:gd name="csY5" fmla="*/ 497205 h 658177"/>
              <a:gd name="csX6" fmla="*/ 536258 w 658177"/>
              <a:gd name="csY6" fmla="*/ 0 h 658177"/>
              <a:gd name="csX7" fmla="*/ 60008 w 658177"/>
              <a:gd name="csY7" fmla="*/ 477203 h 658177"/>
              <a:gd name="csX8" fmla="*/ 0 w 658177"/>
              <a:gd name="csY8" fmla="*/ 658178 h 658177"/>
              <a:gd name="csX9" fmla="*/ 181928 w 658177"/>
              <a:gd name="csY9" fmla="*/ 598170 h 658177"/>
              <a:gd name="csX10" fmla="*/ 658178 w 658177"/>
              <a:gd name="csY10" fmla="*/ 121920 h 6581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58177" h="658177">
                <a:moveTo>
                  <a:pt x="161925" y="497205"/>
                </a:moveTo>
                <a:cubicBezTo>
                  <a:pt x="180975" y="516255"/>
                  <a:pt x="180975" y="545783"/>
                  <a:pt x="161925" y="564833"/>
                </a:cubicBezTo>
                <a:lnTo>
                  <a:pt x="80963" y="591503"/>
                </a:lnTo>
                <a:lnTo>
                  <a:pt x="66675" y="577215"/>
                </a:lnTo>
                <a:lnTo>
                  <a:pt x="93345" y="496253"/>
                </a:lnTo>
                <a:cubicBezTo>
                  <a:pt x="113348" y="478155"/>
                  <a:pt x="142875" y="478155"/>
                  <a:pt x="161925" y="497205"/>
                </a:cubicBezTo>
                <a:close/>
                <a:moveTo>
                  <a:pt x="536258" y="0"/>
                </a:moveTo>
                <a:lnTo>
                  <a:pt x="60008" y="477203"/>
                </a:lnTo>
                <a:lnTo>
                  <a:pt x="0" y="658178"/>
                </a:lnTo>
                <a:lnTo>
                  <a:pt x="181928" y="598170"/>
                </a:lnTo>
                <a:lnTo>
                  <a:pt x="658178" y="121920"/>
                </a:ln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2081"/>
          </a:p>
        </p:txBody>
      </p:sp>
    </p:spTree>
    <p:extLst>
      <p:ext uri="{BB962C8B-B14F-4D97-AF65-F5344CB8AC3E}">
        <p14:creationId xmlns:p14="http://schemas.microsoft.com/office/powerpoint/2010/main" val="200502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FFBBEB-3BC4-C488-52D9-2CBD24210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5" r="5095"/>
          <a:stretch>
            <a:fillRect/>
          </a:stretch>
        </p:blipFill>
        <p:spPr>
          <a:xfrm>
            <a:off x="3433725" y="3358531"/>
            <a:ext cx="569080" cy="789962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6BE16D3-B366-8045-776F-6ECDB7689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622837"/>
              </p:ext>
            </p:extLst>
          </p:nvPr>
        </p:nvGraphicFramePr>
        <p:xfrm>
          <a:off x="512763" y="1545496"/>
          <a:ext cx="4103687" cy="4984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41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586241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586241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586241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586241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586241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586241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2299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792468"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792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792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792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79246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792468"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8F9B3A-FF60-B994-5ED7-EC56E28A0752}"/>
              </a:ext>
            </a:extLst>
          </p:cNvPr>
          <p:cNvSpPr txBox="1"/>
          <p:nvPr/>
        </p:nvSpPr>
        <p:spPr>
          <a:xfrm>
            <a:off x="1269240" y="403743"/>
            <a:ext cx="2590734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45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077D3-4990-5267-FB23-DA40C2E0B6E4}"/>
              </a:ext>
            </a:extLst>
          </p:cNvPr>
          <p:cNvSpPr txBox="1"/>
          <p:nvPr/>
        </p:nvSpPr>
        <p:spPr>
          <a:xfrm>
            <a:off x="1269240" y="392652"/>
            <a:ext cx="2590734" cy="3225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96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1496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B9779E5-B85E-2A33-DD8D-54C922063441}"/>
              </a:ext>
            </a:extLst>
          </p:cNvPr>
          <p:cNvSpPr/>
          <p:nvPr/>
        </p:nvSpPr>
        <p:spPr>
          <a:xfrm>
            <a:off x="3449901" y="4036881"/>
            <a:ext cx="80775" cy="80775"/>
          </a:xfrm>
          <a:prstGeom prst="ellipse">
            <a:avLst/>
          </a:prstGeom>
          <a:solidFill>
            <a:srgbClr val="1E2D4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748" dirty="0">
              <a:solidFill>
                <a:srgbClr val="FAF8F4"/>
              </a:solidFill>
              <a:latin typeface="Cavorting" panose="000B0504000000000004" pitchFamily="34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1C88877-AF80-6490-A2B0-B530BCB8C8D4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849B4AB-17F1-6B05-8FE0-3A466BF1845D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0C86895-8B82-BC90-CE09-4B74C04B39D1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2B4ED50-0A63-1D55-FF40-DA6441B5B715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5D17896-7D22-23EF-BE3B-85F96910E8CD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A57B3E4-043D-1082-5B70-1DFE2BD3A156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AB2099C-C4AF-3DBB-22C6-A10FFBD405AE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69EA5B4-9875-09A3-4A64-800B3DB926FF}"/>
              </a:ext>
            </a:extLst>
          </p:cNvPr>
          <p:cNvSpPr txBox="1"/>
          <p:nvPr/>
        </p:nvSpPr>
        <p:spPr>
          <a:xfrm>
            <a:off x="1568589" y="318700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1AC4F2-A983-6C56-6D6F-A9054C96ED7A}"/>
              </a:ext>
            </a:extLst>
          </p:cNvPr>
          <p:cNvSpPr txBox="1"/>
          <p:nvPr/>
        </p:nvSpPr>
        <p:spPr>
          <a:xfrm>
            <a:off x="1092339" y="457200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886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08B31-57E1-9BCE-F0CE-A505D3B7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C00D26-FB27-0122-467C-30423137A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0" y="1549163"/>
            <a:ext cx="4039250" cy="4967631"/>
          </a:xfrm>
          <a:custGeom>
            <a:avLst/>
            <a:gdLst>
              <a:gd name="csX0" fmla="*/ 0 w 4039250"/>
              <a:gd name="csY0" fmla="*/ 0 h 4967631"/>
              <a:gd name="csX1" fmla="*/ 632816 w 4039250"/>
              <a:gd name="csY1" fmla="*/ 0 h 4967631"/>
              <a:gd name="csX2" fmla="*/ 1184847 w 4039250"/>
              <a:gd name="csY2" fmla="*/ 0 h 4967631"/>
              <a:gd name="csX3" fmla="*/ 1938840 w 4039250"/>
              <a:gd name="csY3" fmla="*/ 0 h 4967631"/>
              <a:gd name="csX4" fmla="*/ 2571656 w 4039250"/>
              <a:gd name="csY4" fmla="*/ 0 h 4967631"/>
              <a:gd name="csX5" fmla="*/ 3204472 w 4039250"/>
              <a:gd name="csY5" fmla="*/ 0 h 4967631"/>
              <a:gd name="csX6" fmla="*/ 4039250 w 4039250"/>
              <a:gd name="csY6" fmla="*/ 0 h 4967631"/>
              <a:gd name="csX7" fmla="*/ 4039250 w 4039250"/>
              <a:gd name="csY7" fmla="*/ 521601 h 4967631"/>
              <a:gd name="csX8" fmla="*/ 4039250 w 4039250"/>
              <a:gd name="csY8" fmla="*/ 1142555 h 4967631"/>
              <a:gd name="csX9" fmla="*/ 4039250 w 4039250"/>
              <a:gd name="csY9" fmla="*/ 1664156 h 4967631"/>
              <a:gd name="csX10" fmla="*/ 4039250 w 4039250"/>
              <a:gd name="csY10" fmla="*/ 2185758 h 4967631"/>
              <a:gd name="csX11" fmla="*/ 4039250 w 4039250"/>
              <a:gd name="csY11" fmla="*/ 2806712 h 4967631"/>
              <a:gd name="csX12" fmla="*/ 4039250 w 4039250"/>
              <a:gd name="csY12" fmla="*/ 3477342 h 4967631"/>
              <a:gd name="csX13" fmla="*/ 4039250 w 4039250"/>
              <a:gd name="csY13" fmla="*/ 3949267 h 4967631"/>
              <a:gd name="csX14" fmla="*/ 4039250 w 4039250"/>
              <a:gd name="csY14" fmla="*/ 4967631 h 4967631"/>
              <a:gd name="csX15" fmla="*/ 3366042 w 4039250"/>
              <a:gd name="csY15" fmla="*/ 4967631 h 4967631"/>
              <a:gd name="csX16" fmla="*/ 2692833 w 4039250"/>
              <a:gd name="csY16" fmla="*/ 4967631 h 4967631"/>
              <a:gd name="csX17" fmla="*/ 1938840 w 4039250"/>
              <a:gd name="csY17" fmla="*/ 4967631 h 4967631"/>
              <a:gd name="csX18" fmla="*/ 1265632 w 4039250"/>
              <a:gd name="csY18" fmla="*/ 4967631 h 4967631"/>
              <a:gd name="csX19" fmla="*/ 713601 w 4039250"/>
              <a:gd name="csY19" fmla="*/ 4967631 h 4967631"/>
              <a:gd name="csX20" fmla="*/ 0 w 4039250"/>
              <a:gd name="csY20" fmla="*/ 4967631 h 4967631"/>
              <a:gd name="csX21" fmla="*/ 0 w 4039250"/>
              <a:gd name="csY21" fmla="*/ 4247325 h 4967631"/>
              <a:gd name="csX22" fmla="*/ 0 w 4039250"/>
              <a:gd name="csY22" fmla="*/ 3527018 h 4967631"/>
              <a:gd name="csX23" fmla="*/ 0 w 4039250"/>
              <a:gd name="csY23" fmla="*/ 2906064 h 4967631"/>
              <a:gd name="csX24" fmla="*/ 0 w 4039250"/>
              <a:gd name="csY24" fmla="*/ 2334787 h 4967631"/>
              <a:gd name="csX25" fmla="*/ 0 w 4039250"/>
              <a:gd name="csY25" fmla="*/ 1862862 h 4967631"/>
              <a:gd name="csX26" fmla="*/ 0 w 4039250"/>
              <a:gd name="csY26" fmla="*/ 1390937 h 4967631"/>
              <a:gd name="csX27" fmla="*/ 0 w 4039250"/>
              <a:gd name="csY27" fmla="*/ 720306 h 4967631"/>
              <a:gd name="csX28" fmla="*/ 0 w 4039250"/>
              <a:gd name="csY28" fmla="*/ 0 h 49676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039250" h="4967631" extrusionOk="0">
                <a:moveTo>
                  <a:pt x="0" y="0"/>
                </a:moveTo>
                <a:cubicBezTo>
                  <a:pt x="208611" y="9836"/>
                  <a:pt x="416821" y="28679"/>
                  <a:pt x="632816" y="0"/>
                </a:cubicBezTo>
                <a:cubicBezTo>
                  <a:pt x="848811" y="-28679"/>
                  <a:pt x="1022106" y="-19346"/>
                  <a:pt x="1184847" y="0"/>
                </a:cubicBezTo>
                <a:cubicBezTo>
                  <a:pt x="1347588" y="19346"/>
                  <a:pt x="1589287" y="-6160"/>
                  <a:pt x="1938840" y="0"/>
                </a:cubicBezTo>
                <a:cubicBezTo>
                  <a:pt x="2288393" y="6160"/>
                  <a:pt x="2324309" y="26863"/>
                  <a:pt x="2571656" y="0"/>
                </a:cubicBezTo>
                <a:cubicBezTo>
                  <a:pt x="2819003" y="-26863"/>
                  <a:pt x="2895180" y="15226"/>
                  <a:pt x="3204472" y="0"/>
                </a:cubicBezTo>
                <a:cubicBezTo>
                  <a:pt x="3513764" y="-15226"/>
                  <a:pt x="3719181" y="30484"/>
                  <a:pt x="4039250" y="0"/>
                </a:cubicBezTo>
                <a:cubicBezTo>
                  <a:pt x="4053584" y="122598"/>
                  <a:pt x="4017435" y="342461"/>
                  <a:pt x="4039250" y="521601"/>
                </a:cubicBezTo>
                <a:cubicBezTo>
                  <a:pt x="4061065" y="700741"/>
                  <a:pt x="4015802" y="910364"/>
                  <a:pt x="4039250" y="1142555"/>
                </a:cubicBezTo>
                <a:cubicBezTo>
                  <a:pt x="4062698" y="1374746"/>
                  <a:pt x="4054956" y="1501649"/>
                  <a:pt x="4039250" y="1664156"/>
                </a:cubicBezTo>
                <a:cubicBezTo>
                  <a:pt x="4023544" y="1826663"/>
                  <a:pt x="4013615" y="1925106"/>
                  <a:pt x="4039250" y="2185758"/>
                </a:cubicBezTo>
                <a:cubicBezTo>
                  <a:pt x="4064885" y="2446410"/>
                  <a:pt x="4068446" y="2628188"/>
                  <a:pt x="4039250" y="2806712"/>
                </a:cubicBezTo>
                <a:cubicBezTo>
                  <a:pt x="4010054" y="2985236"/>
                  <a:pt x="4029987" y="3275251"/>
                  <a:pt x="4039250" y="3477342"/>
                </a:cubicBezTo>
                <a:cubicBezTo>
                  <a:pt x="4048514" y="3679433"/>
                  <a:pt x="4025034" y="3715677"/>
                  <a:pt x="4039250" y="3949267"/>
                </a:cubicBezTo>
                <a:cubicBezTo>
                  <a:pt x="4053466" y="4182857"/>
                  <a:pt x="3997488" y="4531535"/>
                  <a:pt x="4039250" y="4967631"/>
                </a:cubicBezTo>
                <a:cubicBezTo>
                  <a:pt x="3755445" y="4993816"/>
                  <a:pt x="3677688" y="4995952"/>
                  <a:pt x="3366042" y="4967631"/>
                </a:cubicBezTo>
                <a:cubicBezTo>
                  <a:pt x="3054396" y="4939310"/>
                  <a:pt x="2851390" y="4999121"/>
                  <a:pt x="2692833" y="4967631"/>
                </a:cubicBezTo>
                <a:cubicBezTo>
                  <a:pt x="2534276" y="4936141"/>
                  <a:pt x="2140330" y="4939949"/>
                  <a:pt x="1938840" y="4967631"/>
                </a:cubicBezTo>
                <a:cubicBezTo>
                  <a:pt x="1737350" y="4995313"/>
                  <a:pt x="1414960" y="4959814"/>
                  <a:pt x="1265632" y="4967631"/>
                </a:cubicBezTo>
                <a:cubicBezTo>
                  <a:pt x="1116304" y="4975448"/>
                  <a:pt x="891641" y="4974528"/>
                  <a:pt x="713601" y="4967631"/>
                </a:cubicBezTo>
                <a:cubicBezTo>
                  <a:pt x="535561" y="4960734"/>
                  <a:pt x="187929" y="4993061"/>
                  <a:pt x="0" y="4967631"/>
                </a:cubicBezTo>
                <a:cubicBezTo>
                  <a:pt x="35907" y="4792266"/>
                  <a:pt x="2795" y="4446094"/>
                  <a:pt x="0" y="4247325"/>
                </a:cubicBezTo>
                <a:cubicBezTo>
                  <a:pt x="-2795" y="4048556"/>
                  <a:pt x="-15103" y="3807808"/>
                  <a:pt x="0" y="3527018"/>
                </a:cubicBezTo>
                <a:cubicBezTo>
                  <a:pt x="15103" y="3246228"/>
                  <a:pt x="-14013" y="3175542"/>
                  <a:pt x="0" y="2906064"/>
                </a:cubicBezTo>
                <a:cubicBezTo>
                  <a:pt x="14013" y="2636586"/>
                  <a:pt x="24057" y="2571119"/>
                  <a:pt x="0" y="2334787"/>
                </a:cubicBezTo>
                <a:cubicBezTo>
                  <a:pt x="-24057" y="2098455"/>
                  <a:pt x="-1527" y="1982166"/>
                  <a:pt x="0" y="1862862"/>
                </a:cubicBezTo>
                <a:cubicBezTo>
                  <a:pt x="1527" y="1743559"/>
                  <a:pt x="-7712" y="1599906"/>
                  <a:pt x="0" y="1390937"/>
                </a:cubicBezTo>
                <a:cubicBezTo>
                  <a:pt x="7712" y="1181968"/>
                  <a:pt x="-13126" y="990870"/>
                  <a:pt x="0" y="720306"/>
                </a:cubicBezTo>
                <a:cubicBezTo>
                  <a:pt x="13126" y="449742"/>
                  <a:pt x="287" y="308989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EEE8DC-A5E0-143A-865B-1576BBC39170}"/>
              </a:ext>
            </a:extLst>
          </p:cNvPr>
          <p:cNvSpPr txBox="1"/>
          <p:nvPr/>
        </p:nvSpPr>
        <p:spPr>
          <a:xfrm>
            <a:off x="3498781" y="1019723"/>
            <a:ext cx="1085448" cy="552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2992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16</a:t>
            </a:r>
            <a:r>
              <a:rPr lang="en-US" altLang="ko-KR" sz="2992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th</a:t>
            </a:r>
            <a:endParaRPr lang="ko-KR" altLang="en-US" sz="2992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F9F37-65B4-2904-2E92-3F802BB54753}"/>
              </a:ext>
            </a:extLst>
          </p:cNvPr>
          <p:cNvSpPr txBox="1"/>
          <p:nvPr/>
        </p:nvSpPr>
        <p:spPr>
          <a:xfrm>
            <a:off x="544981" y="1019723"/>
            <a:ext cx="1207800" cy="552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992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Friday</a:t>
            </a:r>
            <a:endParaRPr lang="ko-KR" altLang="en-US" sz="2992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3160C-5D4E-62E3-BF27-55F94C49D95D}"/>
              </a:ext>
            </a:extLst>
          </p:cNvPr>
          <p:cNvSpPr txBox="1"/>
          <p:nvPr/>
        </p:nvSpPr>
        <p:spPr>
          <a:xfrm>
            <a:off x="1269240" y="403743"/>
            <a:ext cx="2590734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45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24B29-26BF-AB9C-53D2-56B9D17F1CBB}"/>
              </a:ext>
            </a:extLst>
          </p:cNvPr>
          <p:cNvSpPr txBox="1"/>
          <p:nvPr/>
        </p:nvSpPr>
        <p:spPr>
          <a:xfrm>
            <a:off x="1269240" y="392652"/>
            <a:ext cx="2590734" cy="3225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96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1496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019E41AA-CCA3-2B0A-A9E3-3F694EB304C6}"/>
              </a:ext>
            </a:extLst>
          </p:cNvPr>
          <p:cNvSpPr txBox="1"/>
          <p:nvPr/>
        </p:nvSpPr>
        <p:spPr>
          <a:xfrm>
            <a:off x="2198247" y="43485"/>
            <a:ext cx="7666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63.5dp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27">
            <a:extLst>
              <a:ext uri="{FF2B5EF4-FFF2-40B4-BE49-F238E27FC236}">
                <a16:creationId xmlns:a16="http://schemas.microsoft.com/office/drawing/2014/main" id="{615844D0-B749-1839-0D79-C9FE5F5258C5}"/>
              </a:ext>
            </a:extLst>
          </p:cNvPr>
          <p:cNvSpPr txBox="1"/>
          <p:nvPr/>
        </p:nvSpPr>
        <p:spPr>
          <a:xfrm>
            <a:off x="2300425" y="6520055"/>
            <a:ext cx="57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45dp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B070B2BD-5D1E-60D5-660D-89CDFE2EEE75}"/>
              </a:ext>
            </a:extLst>
          </p:cNvPr>
          <p:cNvSpPr txBox="1"/>
          <p:nvPr/>
        </p:nvSpPr>
        <p:spPr>
          <a:xfrm>
            <a:off x="-46517" y="3259320"/>
            <a:ext cx="57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04252718-733E-DBF1-1EB4-8D3EAF270925}"/>
              </a:ext>
            </a:extLst>
          </p:cNvPr>
          <p:cNvSpPr txBox="1"/>
          <p:nvPr/>
        </p:nvSpPr>
        <p:spPr>
          <a:xfrm>
            <a:off x="4599467" y="3259320"/>
            <a:ext cx="5762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169EA5B4-9875-09A3-4A64-800B3DB926FF}"/>
              </a:ext>
            </a:extLst>
          </p:cNvPr>
          <p:cNvSpPr txBox="1"/>
          <p:nvPr/>
        </p:nvSpPr>
        <p:spPr>
          <a:xfrm>
            <a:off x="1585571" y="296250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711AC4F2-A983-6C56-6D6F-A9054C96ED7A}"/>
              </a:ext>
            </a:extLst>
          </p:cNvPr>
          <p:cNvSpPr txBox="1"/>
          <p:nvPr/>
        </p:nvSpPr>
        <p:spPr>
          <a:xfrm>
            <a:off x="1109321" y="434750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96C5219-A55D-CC5E-34CB-50CF9E813638}"/>
              </a:ext>
            </a:extLst>
          </p:cNvPr>
          <p:cNvGrpSpPr/>
          <p:nvPr/>
        </p:nvGrpSpPr>
        <p:grpSpPr>
          <a:xfrm>
            <a:off x="4364450" y="459749"/>
            <a:ext cx="252000" cy="252000"/>
            <a:chOff x="4364450" y="459749"/>
            <a:chExt cx="252000" cy="252000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437F2440-5EC7-78BA-5BBC-4DDDD52B6011}"/>
                </a:ext>
              </a:extLst>
            </p:cNvPr>
            <p:cNvSpPr/>
            <p:nvPr/>
          </p:nvSpPr>
          <p:spPr>
            <a:xfrm>
              <a:off x="4364450" y="459749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7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442D43E-F1C7-0648-4677-C1065044BE39}"/>
                </a:ext>
              </a:extLst>
            </p:cNvPr>
            <p:cNvGrpSpPr/>
            <p:nvPr/>
          </p:nvGrpSpPr>
          <p:grpSpPr>
            <a:xfrm>
              <a:off x="4441555" y="533109"/>
              <a:ext cx="97790" cy="105280"/>
              <a:chOff x="4441555" y="533109"/>
              <a:chExt cx="97790" cy="105280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266806CC-22A9-F498-CB47-7B0C45B016F6}"/>
                  </a:ext>
                </a:extLst>
              </p:cNvPr>
              <p:cNvGrpSpPr/>
              <p:nvPr/>
            </p:nvGrpSpPr>
            <p:grpSpPr>
              <a:xfrm rot="10800000">
                <a:off x="4457040" y="533109"/>
                <a:ext cx="66820" cy="72060"/>
                <a:chOff x="4457040" y="533109"/>
                <a:chExt cx="66820" cy="72060"/>
              </a:xfrm>
            </p:grpSpPr>
            <p:sp>
              <p:nvSpPr>
                <p:cNvPr id="22" name="이등변 삼각형 76">
                  <a:extLst>
                    <a:ext uri="{FF2B5EF4-FFF2-40B4-BE49-F238E27FC236}">
                      <a16:creationId xmlns:a16="http://schemas.microsoft.com/office/drawing/2014/main" id="{576FF829-62C9-D209-7974-1BDEE168CB03}"/>
                    </a:ext>
                  </a:extLst>
                </p:cNvPr>
                <p:cNvSpPr/>
                <p:nvPr/>
              </p:nvSpPr>
              <p:spPr>
                <a:xfrm>
                  <a:off x="4457040" y="533109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81"/>
                </a:p>
              </p:txBody>
            </p: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536D487-BD1C-5B0B-0A16-F003E0B5E5D1}"/>
                    </a:ext>
                  </a:extLst>
                </p:cNvPr>
                <p:cNvCxnSpPr>
                  <a:cxnSpLocks/>
                  <a:stCxn id="22" idx="1"/>
                </p:cNvCxnSpPr>
                <p:nvPr/>
              </p:nvCxnSpPr>
              <p:spPr>
                <a:xfrm>
                  <a:off x="4490450" y="533109"/>
                  <a:ext cx="0" cy="72060"/>
                </a:xfrm>
                <a:prstGeom prst="line">
                  <a:avLst/>
                </a:pr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44080040-8AB7-5BD1-2677-9817C630CB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1555" y="638389"/>
                <a:ext cx="97790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855230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98289-DBD3-C563-668C-DA618271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040F479-DBF4-4D06-F140-5AC065FE8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0" y="1549163"/>
            <a:ext cx="4039250" cy="4967631"/>
          </a:xfrm>
          <a:custGeom>
            <a:avLst/>
            <a:gdLst>
              <a:gd name="csX0" fmla="*/ 0 w 4039250"/>
              <a:gd name="csY0" fmla="*/ 0 h 4967631"/>
              <a:gd name="csX1" fmla="*/ 632816 w 4039250"/>
              <a:gd name="csY1" fmla="*/ 0 h 4967631"/>
              <a:gd name="csX2" fmla="*/ 1184847 w 4039250"/>
              <a:gd name="csY2" fmla="*/ 0 h 4967631"/>
              <a:gd name="csX3" fmla="*/ 1938840 w 4039250"/>
              <a:gd name="csY3" fmla="*/ 0 h 4967631"/>
              <a:gd name="csX4" fmla="*/ 2571656 w 4039250"/>
              <a:gd name="csY4" fmla="*/ 0 h 4967631"/>
              <a:gd name="csX5" fmla="*/ 3204472 w 4039250"/>
              <a:gd name="csY5" fmla="*/ 0 h 4967631"/>
              <a:gd name="csX6" fmla="*/ 4039250 w 4039250"/>
              <a:gd name="csY6" fmla="*/ 0 h 4967631"/>
              <a:gd name="csX7" fmla="*/ 4039250 w 4039250"/>
              <a:gd name="csY7" fmla="*/ 521601 h 4967631"/>
              <a:gd name="csX8" fmla="*/ 4039250 w 4039250"/>
              <a:gd name="csY8" fmla="*/ 1142555 h 4967631"/>
              <a:gd name="csX9" fmla="*/ 4039250 w 4039250"/>
              <a:gd name="csY9" fmla="*/ 1664156 h 4967631"/>
              <a:gd name="csX10" fmla="*/ 4039250 w 4039250"/>
              <a:gd name="csY10" fmla="*/ 2185758 h 4967631"/>
              <a:gd name="csX11" fmla="*/ 4039250 w 4039250"/>
              <a:gd name="csY11" fmla="*/ 2806712 h 4967631"/>
              <a:gd name="csX12" fmla="*/ 4039250 w 4039250"/>
              <a:gd name="csY12" fmla="*/ 3477342 h 4967631"/>
              <a:gd name="csX13" fmla="*/ 4039250 w 4039250"/>
              <a:gd name="csY13" fmla="*/ 3949267 h 4967631"/>
              <a:gd name="csX14" fmla="*/ 4039250 w 4039250"/>
              <a:gd name="csY14" fmla="*/ 4967631 h 4967631"/>
              <a:gd name="csX15" fmla="*/ 3366042 w 4039250"/>
              <a:gd name="csY15" fmla="*/ 4967631 h 4967631"/>
              <a:gd name="csX16" fmla="*/ 2692833 w 4039250"/>
              <a:gd name="csY16" fmla="*/ 4967631 h 4967631"/>
              <a:gd name="csX17" fmla="*/ 1938840 w 4039250"/>
              <a:gd name="csY17" fmla="*/ 4967631 h 4967631"/>
              <a:gd name="csX18" fmla="*/ 1265632 w 4039250"/>
              <a:gd name="csY18" fmla="*/ 4967631 h 4967631"/>
              <a:gd name="csX19" fmla="*/ 713601 w 4039250"/>
              <a:gd name="csY19" fmla="*/ 4967631 h 4967631"/>
              <a:gd name="csX20" fmla="*/ 0 w 4039250"/>
              <a:gd name="csY20" fmla="*/ 4967631 h 4967631"/>
              <a:gd name="csX21" fmla="*/ 0 w 4039250"/>
              <a:gd name="csY21" fmla="*/ 4247325 h 4967631"/>
              <a:gd name="csX22" fmla="*/ 0 w 4039250"/>
              <a:gd name="csY22" fmla="*/ 3527018 h 4967631"/>
              <a:gd name="csX23" fmla="*/ 0 w 4039250"/>
              <a:gd name="csY23" fmla="*/ 2906064 h 4967631"/>
              <a:gd name="csX24" fmla="*/ 0 w 4039250"/>
              <a:gd name="csY24" fmla="*/ 2334787 h 4967631"/>
              <a:gd name="csX25" fmla="*/ 0 w 4039250"/>
              <a:gd name="csY25" fmla="*/ 1862862 h 4967631"/>
              <a:gd name="csX26" fmla="*/ 0 w 4039250"/>
              <a:gd name="csY26" fmla="*/ 1390937 h 4967631"/>
              <a:gd name="csX27" fmla="*/ 0 w 4039250"/>
              <a:gd name="csY27" fmla="*/ 720306 h 4967631"/>
              <a:gd name="csX28" fmla="*/ 0 w 4039250"/>
              <a:gd name="csY28" fmla="*/ 0 h 49676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039250" h="4967631" extrusionOk="0">
                <a:moveTo>
                  <a:pt x="0" y="0"/>
                </a:moveTo>
                <a:cubicBezTo>
                  <a:pt x="208611" y="9836"/>
                  <a:pt x="416821" y="28679"/>
                  <a:pt x="632816" y="0"/>
                </a:cubicBezTo>
                <a:cubicBezTo>
                  <a:pt x="848811" y="-28679"/>
                  <a:pt x="1022106" y="-19346"/>
                  <a:pt x="1184847" y="0"/>
                </a:cubicBezTo>
                <a:cubicBezTo>
                  <a:pt x="1347588" y="19346"/>
                  <a:pt x="1589287" y="-6160"/>
                  <a:pt x="1938840" y="0"/>
                </a:cubicBezTo>
                <a:cubicBezTo>
                  <a:pt x="2288393" y="6160"/>
                  <a:pt x="2324309" y="26863"/>
                  <a:pt x="2571656" y="0"/>
                </a:cubicBezTo>
                <a:cubicBezTo>
                  <a:pt x="2819003" y="-26863"/>
                  <a:pt x="2895180" y="15226"/>
                  <a:pt x="3204472" y="0"/>
                </a:cubicBezTo>
                <a:cubicBezTo>
                  <a:pt x="3513764" y="-15226"/>
                  <a:pt x="3719181" y="30484"/>
                  <a:pt x="4039250" y="0"/>
                </a:cubicBezTo>
                <a:cubicBezTo>
                  <a:pt x="4053584" y="122598"/>
                  <a:pt x="4017435" y="342461"/>
                  <a:pt x="4039250" y="521601"/>
                </a:cubicBezTo>
                <a:cubicBezTo>
                  <a:pt x="4061065" y="700741"/>
                  <a:pt x="4015802" y="910364"/>
                  <a:pt x="4039250" y="1142555"/>
                </a:cubicBezTo>
                <a:cubicBezTo>
                  <a:pt x="4062698" y="1374746"/>
                  <a:pt x="4054956" y="1501649"/>
                  <a:pt x="4039250" y="1664156"/>
                </a:cubicBezTo>
                <a:cubicBezTo>
                  <a:pt x="4023544" y="1826663"/>
                  <a:pt x="4013615" y="1925106"/>
                  <a:pt x="4039250" y="2185758"/>
                </a:cubicBezTo>
                <a:cubicBezTo>
                  <a:pt x="4064885" y="2446410"/>
                  <a:pt x="4068446" y="2628188"/>
                  <a:pt x="4039250" y="2806712"/>
                </a:cubicBezTo>
                <a:cubicBezTo>
                  <a:pt x="4010054" y="2985236"/>
                  <a:pt x="4029987" y="3275251"/>
                  <a:pt x="4039250" y="3477342"/>
                </a:cubicBezTo>
                <a:cubicBezTo>
                  <a:pt x="4048514" y="3679433"/>
                  <a:pt x="4025034" y="3715677"/>
                  <a:pt x="4039250" y="3949267"/>
                </a:cubicBezTo>
                <a:cubicBezTo>
                  <a:pt x="4053466" y="4182857"/>
                  <a:pt x="3997488" y="4531535"/>
                  <a:pt x="4039250" y="4967631"/>
                </a:cubicBezTo>
                <a:cubicBezTo>
                  <a:pt x="3755445" y="4993816"/>
                  <a:pt x="3677688" y="4995952"/>
                  <a:pt x="3366042" y="4967631"/>
                </a:cubicBezTo>
                <a:cubicBezTo>
                  <a:pt x="3054396" y="4939310"/>
                  <a:pt x="2851390" y="4999121"/>
                  <a:pt x="2692833" y="4967631"/>
                </a:cubicBezTo>
                <a:cubicBezTo>
                  <a:pt x="2534276" y="4936141"/>
                  <a:pt x="2140330" y="4939949"/>
                  <a:pt x="1938840" y="4967631"/>
                </a:cubicBezTo>
                <a:cubicBezTo>
                  <a:pt x="1737350" y="4995313"/>
                  <a:pt x="1414960" y="4959814"/>
                  <a:pt x="1265632" y="4967631"/>
                </a:cubicBezTo>
                <a:cubicBezTo>
                  <a:pt x="1116304" y="4975448"/>
                  <a:pt x="891641" y="4974528"/>
                  <a:pt x="713601" y="4967631"/>
                </a:cubicBezTo>
                <a:cubicBezTo>
                  <a:pt x="535561" y="4960734"/>
                  <a:pt x="187929" y="4993061"/>
                  <a:pt x="0" y="4967631"/>
                </a:cubicBezTo>
                <a:cubicBezTo>
                  <a:pt x="35907" y="4792266"/>
                  <a:pt x="2795" y="4446094"/>
                  <a:pt x="0" y="4247325"/>
                </a:cubicBezTo>
                <a:cubicBezTo>
                  <a:pt x="-2795" y="4048556"/>
                  <a:pt x="-15103" y="3807808"/>
                  <a:pt x="0" y="3527018"/>
                </a:cubicBezTo>
                <a:cubicBezTo>
                  <a:pt x="15103" y="3246228"/>
                  <a:pt x="-14013" y="3175542"/>
                  <a:pt x="0" y="2906064"/>
                </a:cubicBezTo>
                <a:cubicBezTo>
                  <a:pt x="14013" y="2636586"/>
                  <a:pt x="24057" y="2571119"/>
                  <a:pt x="0" y="2334787"/>
                </a:cubicBezTo>
                <a:cubicBezTo>
                  <a:pt x="-24057" y="2098455"/>
                  <a:pt x="-1527" y="1982166"/>
                  <a:pt x="0" y="1862862"/>
                </a:cubicBezTo>
                <a:cubicBezTo>
                  <a:pt x="1527" y="1743559"/>
                  <a:pt x="-7712" y="1599906"/>
                  <a:pt x="0" y="1390937"/>
                </a:cubicBezTo>
                <a:cubicBezTo>
                  <a:pt x="7712" y="1181968"/>
                  <a:pt x="-13126" y="990870"/>
                  <a:pt x="0" y="720306"/>
                </a:cubicBezTo>
                <a:cubicBezTo>
                  <a:pt x="13126" y="449742"/>
                  <a:pt x="287" y="308989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64F696-71CF-5E7A-3762-7811F73F0D32}"/>
              </a:ext>
            </a:extLst>
          </p:cNvPr>
          <p:cNvSpPr txBox="1"/>
          <p:nvPr/>
        </p:nvSpPr>
        <p:spPr>
          <a:xfrm>
            <a:off x="3498781" y="1019723"/>
            <a:ext cx="1085448" cy="552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2992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16</a:t>
            </a:r>
            <a:r>
              <a:rPr lang="en-US" altLang="ko-KR" sz="2992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th</a:t>
            </a:r>
            <a:endParaRPr lang="ko-KR" altLang="en-US" sz="2992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EF0C9-82F9-E59C-42D1-C524F418CC50}"/>
              </a:ext>
            </a:extLst>
          </p:cNvPr>
          <p:cNvSpPr txBox="1"/>
          <p:nvPr/>
        </p:nvSpPr>
        <p:spPr>
          <a:xfrm>
            <a:off x="544981" y="1019723"/>
            <a:ext cx="1207800" cy="552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992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Friday</a:t>
            </a:r>
            <a:endParaRPr lang="ko-KR" altLang="en-US" sz="2992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E3FF4-1080-3A14-93FE-EA02E9F102B0}"/>
              </a:ext>
            </a:extLst>
          </p:cNvPr>
          <p:cNvSpPr txBox="1"/>
          <p:nvPr/>
        </p:nvSpPr>
        <p:spPr>
          <a:xfrm>
            <a:off x="1269240" y="403743"/>
            <a:ext cx="2590734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45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CEAB1-1BD9-2C04-0C2C-1E0A1B49B146}"/>
              </a:ext>
            </a:extLst>
          </p:cNvPr>
          <p:cNvSpPr txBox="1"/>
          <p:nvPr/>
        </p:nvSpPr>
        <p:spPr>
          <a:xfrm>
            <a:off x="1269240" y="392652"/>
            <a:ext cx="2590734" cy="3225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96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1496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058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43805-365E-2701-F613-9F4CCDE4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96C631-B164-B6DD-7CE0-189A9040B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462" y="1"/>
            <a:ext cx="5562136" cy="6840537"/>
          </a:xfrm>
          <a:custGeom>
            <a:avLst/>
            <a:gdLst>
              <a:gd name="csX0" fmla="*/ 0 w 5562136"/>
              <a:gd name="csY0" fmla="*/ 0 h 6840537"/>
              <a:gd name="csX1" fmla="*/ 639646 w 5562136"/>
              <a:gd name="csY1" fmla="*/ 0 h 6840537"/>
              <a:gd name="csX2" fmla="*/ 1168049 w 5562136"/>
              <a:gd name="csY2" fmla="*/ 0 h 6840537"/>
              <a:gd name="csX3" fmla="*/ 1974558 w 5562136"/>
              <a:gd name="csY3" fmla="*/ 0 h 6840537"/>
              <a:gd name="csX4" fmla="*/ 2614204 w 5562136"/>
              <a:gd name="csY4" fmla="*/ 0 h 6840537"/>
              <a:gd name="csX5" fmla="*/ 3253850 w 5562136"/>
              <a:gd name="csY5" fmla="*/ 0 h 6840537"/>
              <a:gd name="csX6" fmla="*/ 4060359 w 5562136"/>
              <a:gd name="csY6" fmla="*/ 0 h 6840537"/>
              <a:gd name="csX7" fmla="*/ 4644384 w 5562136"/>
              <a:gd name="csY7" fmla="*/ 0 h 6840537"/>
              <a:gd name="csX8" fmla="*/ 5562136 w 5562136"/>
              <a:gd name="csY8" fmla="*/ 0 h 6840537"/>
              <a:gd name="csX9" fmla="*/ 5562136 w 5562136"/>
              <a:gd name="csY9" fmla="*/ 820864 h 6840537"/>
              <a:gd name="csX10" fmla="*/ 5562136 w 5562136"/>
              <a:gd name="csY10" fmla="*/ 1368107 h 6840537"/>
              <a:gd name="csX11" fmla="*/ 5562136 w 5562136"/>
              <a:gd name="csY11" fmla="*/ 2052161 h 6840537"/>
              <a:gd name="csX12" fmla="*/ 5562136 w 5562136"/>
              <a:gd name="csY12" fmla="*/ 2804620 h 6840537"/>
              <a:gd name="csX13" fmla="*/ 5562136 w 5562136"/>
              <a:gd name="csY13" fmla="*/ 3283458 h 6840537"/>
              <a:gd name="csX14" fmla="*/ 5562136 w 5562136"/>
              <a:gd name="csY14" fmla="*/ 3967511 h 6840537"/>
              <a:gd name="csX15" fmla="*/ 5562136 w 5562136"/>
              <a:gd name="csY15" fmla="*/ 4651565 h 6840537"/>
              <a:gd name="csX16" fmla="*/ 5562136 w 5562136"/>
              <a:gd name="csY16" fmla="*/ 5335619 h 6840537"/>
              <a:gd name="csX17" fmla="*/ 5562136 w 5562136"/>
              <a:gd name="csY17" fmla="*/ 6088078 h 6840537"/>
              <a:gd name="csX18" fmla="*/ 5562136 w 5562136"/>
              <a:gd name="csY18" fmla="*/ 6840537 h 6840537"/>
              <a:gd name="csX19" fmla="*/ 4811248 w 5562136"/>
              <a:gd name="csY19" fmla="*/ 6840537 h 6840537"/>
              <a:gd name="csX20" fmla="*/ 4227223 w 5562136"/>
              <a:gd name="csY20" fmla="*/ 6840537 h 6840537"/>
              <a:gd name="csX21" fmla="*/ 3420714 w 5562136"/>
              <a:gd name="csY21" fmla="*/ 6840537 h 6840537"/>
              <a:gd name="csX22" fmla="*/ 2725447 w 5562136"/>
              <a:gd name="csY22" fmla="*/ 6840537 h 6840537"/>
              <a:gd name="csX23" fmla="*/ 2141422 w 5562136"/>
              <a:gd name="csY23" fmla="*/ 6840537 h 6840537"/>
              <a:gd name="csX24" fmla="*/ 1446155 w 5562136"/>
              <a:gd name="csY24" fmla="*/ 6840537 h 6840537"/>
              <a:gd name="csX25" fmla="*/ 917752 w 5562136"/>
              <a:gd name="csY25" fmla="*/ 6840537 h 6840537"/>
              <a:gd name="csX26" fmla="*/ 0 w 5562136"/>
              <a:gd name="csY26" fmla="*/ 6840537 h 6840537"/>
              <a:gd name="csX27" fmla="*/ 0 w 5562136"/>
              <a:gd name="csY27" fmla="*/ 6156483 h 6840537"/>
              <a:gd name="csX28" fmla="*/ 0 w 5562136"/>
              <a:gd name="csY28" fmla="*/ 5609240 h 6840537"/>
              <a:gd name="csX29" fmla="*/ 0 w 5562136"/>
              <a:gd name="csY29" fmla="*/ 4788376 h 6840537"/>
              <a:gd name="csX30" fmla="*/ 0 w 5562136"/>
              <a:gd name="csY30" fmla="*/ 4172728 h 6840537"/>
              <a:gd name="csX31" fmla="*/ 0 w 5562136"/>
              <a:gd name="csY31" fmla="*/ 3693890 h 6840537"/>
              <a:gd name="csX32" fmla="*/ 0 w 5562136"/>
              <a:gd name="csY32" fmla="*/ 2941431 h 6840537"/>
              <a:gd name="csX33" fmla="*/ 0 w 5562136"/>
              <a:gd name="csY33" fmla="*/ 2394188 h 6840537"/>
              <a:gd name="csX34" fmla="*/ 0 w 5562136"/>
              <a:gd name="csY34" fmla="*/ 1641729 h 6840537"/>
              <a:gd name="csX35" fmla="*/ 0 w 5562136"/>
              <a:gd name="csY35" fmla="*/ 820864 h 6840537"/>
              <a:gd name="csX36" fmla="*/ 0 w 5562136"/>
              <a:gd name="csY36" fmla="*/ 0 h 6840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5562136" h="6840537" extrusionOk="0">
                <a:moveTo>
                  <a:pt x="0" y="0"/>
                </a:moveTo>
                <a:cubicBezTo>
                  <a:pt x="176585" y="-24347"/>
                  <a:pt x="416987" y="29421"/>
                  <a:pt x="639646" y="0"/>
                </a:cubicBezTo>
                <a:cubicBezTo>
                  <a:pt x="862305" y="-29421"/>
                  <a:pt x="1051708" y="-19350"/>
                  <a:pt x="1168049" y="0"/>
                </a:cubicBezTo>
                <a:cubicBezTo>
                  <a:pt x="1284390" y="19350"/>
                  <a:pt x="1687597" y="1111"/>
                  <a:pt x="1974558" y="0"/>
                </a:cubicBezTo>
                <a:cubicBezTo>
                  <a:pt x="2261519" y="-1111"/>
                  <a:pt x="2412383" y="-24258"/>
                  <a:pt x="2614204" y="0"/>
                </a:cubicBezTo>
                <a:cubicBezTo>
                  <a:pt x="2816025" y="24258"/>
                  <a:pt x="3047421" y="3703"/>
                  <a:pt x="3253850" y="0"/>
                </a:cubicBezTo>
                <a:cubicBezTo>
                  <a:pt x="3460279" y="-3703"/>
                  <a:pt x="3844715" y="-32154"/>
                  <a:pt x="4060359" y="0"/>
                </a:cubicBezTo>
                <a:cubicBezTo>
                  <a:pt x="4276003" y="32154"/>
                  <a:pt x="4453638" y="9908"/>
                  <a:pt x="4644384" y="0"/>
                </a:cubicBezTo>
                <a:cubicBezTo>
                  <a:pt x="4835131" y="-9908"/>
                  <a:pt x="5266809" y="-28388"/>
                  <a:pt x="5562136" y="0"/>
                </a:cubicBezTo>
                <a:cubicBezTo>
                  <a:pt x="5529472" y="187729"/>
                  <a:pt x="5525190" y="518508"/>
                  <a:pt x="5562136" y="820864"/>
                </a:cubicBezTo>
                <a:cubicBezTo>
                  <a:pt x="5599082" y="1123220"/>
                  <a:pt x="5542543" y="1100271"/>
                  <a:pt x="5562136" y="1368107"/>
                </a:cubicBezTo>
                <a:cubicBezTo>
                  <a:pt x="5581729" y="1635943"/>
                  <a:pt x="5562354" y="1801165"/>
                  <a:pt x="5562136" y="2052161"/>
                </a:cubicBezTo>
                <a:cubicBezTo>
                  <a:pt x="5561918" y="2303157"/>
                  <a:pt x="5531033" y="2510239"/>
                  <a:pt x="5562136" y="2804620"/>
                </a:cubicBezTo>
                <a:cubicBezTo>
                  <a:pt x="5593239" y="3099001"/>
                  <a:pt x="5563969" y="3175895"/>
                  <a:pt x="5562136" y="3283458"/>
                </a:cubicBezTo>
                <a:cubicBezTo>
                  <a:pt x="5560303" y="3391021"/>
                  <a:pt x="5569453" y="3700513"/>
                  <a:pt x="5562136" y="3967511"/>
                </a:cubicBezTo>
                <a:cubicBezTo>
                  <a:pt x="5554819" y="4234509"/>
                  <a:pt x="5553739" y="4355069"/>
                  <a:pt x="5562136" y="4651565"/>
                </a:cubicBezTo>
                <a:cubicBezTo>
                  <a:pt x="5570533" y="4948061"/>
                  <a:pt x="5563858" y="5054057"/>
                  <a:pt x="5562136" y="5335619"/>
                </a:cubicBezTo>
                <a:cubicBezTo>
                  <a:pt x="5560414" y="5617181"/>
                  <a:pt x="5583249" y="5871122"/>
                  <a:pt x="5562136" y="6088078"/>
                </a:cubicBezTo>
                <a:cubicBezTo>
                  <a:pt x="5541023" y="6305034"/>
                  <a:pt x="5564487" y="6664741"/>
                  <a:pt x="5562136" y="6840537"/>
                </a:cubicBezTo>
                <a:cubicBezTo>
                  <a:pt x="5342209" y="6815821"/>
                  <a:pt x="4993556" y="6851091"/>
                  <a:pt x="4811248" y="6840537"/>
                </a:cubicBezTo>
                <a:cubicBezTo>
                  <a:pt x="4628940" y="6829983"/>
                  <a:pt x="4404316" y="6828978"/>
                  <a:pt x="4227223" y="6840537"/>
                </a:cubicBezTo>
                <a:cubicBezTo>
                  <a:pt x="4050130" y="6852096"/>
                  <a:pt x="3669096" y="6819174"/>
                  <a:pt x="3420714" y="6840537"/>
                </a:cubicBezTo>
                <a:cubicBezTo>
                  <a:pt x="3172332" y="6861900"/>
                  <a:pt x="2982270" y="6815219"/>
                  <a:pt x="2725447" y="6840537"/>
                </a:cubicBezTo>
                <a:cubicBezTo>
                  <a:pt x="2468624" y="6865855"/>
                  <a:pt x="2357421" y="6829895"/>
                  <a:pt x="2141422" y="6840537"/>
                </a:cubicBezTo>
                <a:cubicBezTo>
                  <a:pt x="1925423" y="6851179"/>
                  <a:pt x="1678030" y="6838204"/>
                  <a:pt x="1446155" y="6840537"/>
                </a:cubicBezTo>
                <a:cubicBezTo>
                  <a:pt x="1214280" y="6842870"/>
                  <a:pt x="1164192" y="6839565"/>
                  <a:pt x="917752" y="6840537"/>
                </a:cubicBezTo>
                <a:cubicBezTo>
                  <a:pt x="671312" y="6841509"/>
                  <a:pt x="368258" y="6874179"/>
                  <a:pt x="0" y="6840537"/>
                </a:cubicBezTo>
                <a:cubicBezTo>
                  <a:pt x="-13602" y="6650297"/>
                  <a:pt x="25523" y="6355180"/>
                  <a:pt x="0" y="6156483"/>
                </a:cubicBezTo>
                <a:cubicBezTo>
                  <a:pt x="-25523" y="5957786"/>
                  <a:pt x="870" y="5820355"/>
                  <a:pt x="0" y="5609240"/>
                </a:cubicBezTo>
                <a:cubicBezTo>
                  <a:pt x="-870" y="5398125"/>
                  <a:pt x="-2872" y="5100702"/>
                  <a:pt x="0" y="4788376"/>
                </a:cubicBezTo>
                <a:cubicBezTo>
                  <a:pt x="2872" y="4476050"/>
                  <a:pt x="-25710" y="4398817"/>
                  <a:pt x="0" y="4172728"/>
                </a:cubicBezTo>
                <a:cubicBezTo>
                  <a:pt x="25710" y="3946639"/>
                  <a:pt x="-1343" y="3893751"/>
                  <a:pt x="0" y="3693890"/>
                </a:cubicBezTo>
                <a:cubicBezTo>
                  <a:pt x="1343" y="3494029"/>
                  <a:pt x="-24877" y="3218576"/>
                  <a:pt x="0" y="2941431"/>
                </a:cubicBezTo>
                <a:cubicBezTo>
                  <a:pt x="24877" y="2664286"/>
                  <a:pt x="-8778" y="2508346"/>
                  <a:pt x="0" y="2394188"/>
                </a:cubicBezTo>
                <a:cubicBezTo>
                  <a:pt x="8778" y="2280030"/>
                  <a:pt x="29444" y="2005827"/>
                  <a:pt x="0" y="1641729"/>
                </a:cubicBezTo>
                <a:cubicBezTo>
                  <a:pt x="-29444" y="1277631"/>
                  <a:pt x="-34187" y="1216186"/>
                  <a:pt x="0" y="820864"/>
                </a:cubicBezTo>
                <a:cubicBezTo>
                  <a:pt x="34187" y="425542"/>
                  <a:pt x="-27185" y="300987"/>
                  <a:pt x="0" y="0"/>
                </a:cubicBezTo>
                <a:close/>
              </a:path>
            </a:pathLst>
          </a:custGeom>
          <a:noFill/>
          <a:ln w="2540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FAD5545-425E-1933-268F-1F3EBFC565D4}"/>
              </a:ext>
            </a:extLst>
          </p:cNvPr>
          <p:cNvSpPr/>
          <p:nvPr/>
        </p:nvSpPr>
        <p:spPr>
          <a:xfrm>
            <a:off x="1269239" y="-220133"/>
            <a:ext cx="2590734" cy="7162800"/>
          </a:xfrm>
          <a:prstGeom prst="roundRect">
            <a:avLst>
              <a:gd name="adj" fmla="val 9069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E6E7DA9-1297-14A4-0F88-15D90A076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02382"/>
              </p:ext>
            </p:extLst>
          </p:nvPr>
        </p:nvGraphicFramePr>
        <p:xfrm>
          <a:off x="1344349" y="4532003"/>
          <a:ext cx="2440515" cy="16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45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348645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348645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348645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348645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348645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348645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145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24589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245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245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245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245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24589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569DB6A-FB95-A83D-3C31-7FD1CAAE8A73}"/>
              </a:ext>
            </a:extLst>
          </p:cNvPr>
          <p:cNvSpPr txBox="1"/>
          <p:nvPr/>
        </p:nvSpPr>
        <p:spPr>
          <a:xfrm>
            <a:off x="1471614" y="3590657"/>
            <a:ext cx="2185986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45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FE639B-A585-168C-C3B7-C92AB7800069}"/>
              </a:ext>
            </a:extLst>
          </p:cNvPr>
          <p:cNvSpPr txBox="1"/>
          <p:nvPr/>
        </p:nvSpPr>
        <p:spPr>
          <a:xfrm>
            <a:off x="1269240" y="3579566"/>
            <a:ext cx="2590734" cy="3225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96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1496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97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96772-A1A1-D03E-9EA1-BA49E89C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6034882-8445-0AC9-B82C-C0638E90CE31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94FDA7E-510A-90A2-58F1-B983242AFB4D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C2A25EF-410C-3AFA-2976-9000915F7DC2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8516A0E-EDE8-C771-B6DC-CB09DA985F3C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AEFCBC9-41B8-8E64-0C3E-CD8A25C7D8AC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61957D0-E273-236B-6B73-4FF3872AFA18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9A9E7F8-68B1-83F8-89F0-2304D8ADA66D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5536C06-1ECE-0CC7-4F43-A304A37E539B}"/>
              </a:ext>
            </a:extLst>
          </p:cNvPr>
          <p:cNvSpPr txBox="1"/>
          <p:nvPr/>
        </p:nvSpPr>
        <p:spPr>
          <a:xfrm>
            <a:off x="388740" y="457912"/>
            <a:ext cx="4351732" cy="7828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4487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Setting</a:t>
            </a:r>
            <a:endParaRPr lang="ko-KR" altLang="en-US" sz="4487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088CCE-BE5F-8ADE-A995-14630C95B11E}"/>
              </a:ext>
            </a:extLst>
          </p:cNvPr>
          <p:cNvGrpSpPr/>
          <p:nvPr/>
        </p:nvGrpSpPr>
        <p:grpSpPr>
          <a:xfrm>
            <a:off x="544979" y="5929338"/>
            <a:ext cx="4039254" cy="587458"/>
            <a:chOff x="728663" y="7926741"/>
            <a:chExt cx="5400674" cy="785459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0B50207-080B-0127-C76D-E9D5DCDC2BD3}"/>
                </a:ext>
              </a:extLst>
            </p:cNvPr>
            <p:cNvSpPr/>
            <p:nvPr/>
          </p:nvSpPr>
          <p:spPr>
            <a:xfrm>
              <a:off x="728663" y="8145780"/>
              <a:ext cx="5400674" cy="566420"/>
            </a:xfrm>
            <a:prstGeom prst="roundRect">
              <a:avLst>
                <a:gd name="adj" fmla="val 50000"/>
              </a:avLst>
            </a:prstGeom>
            <a:solidFill>
              <a:srgbClr val="FEFDF8"/>
            </a:solidFill>
            <a:ln>
              <a:noFill/>
            </a:ln>
            <a:effectLst>
              <a:outerShdw blurRad="114300" dist="76200" dir="3420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A6CF2F7-9916-7449-609B-B95CE4AAC16B}"/>
                </a:ext>
              </a:extLst>
            </p:cNvPr>
            <p:cNvGrpSpPr/>
            <p:nvPr/>
          </p:nvGrpSpPr>
          <p:grpSpPr>
            <a:xfrm>
              <a:off x="2521259" y="8281429"/>
              <a:ext cx="280633" cy="295122"/>
              <a:chOff x="7230961" y="4648200"/>
              <a:chExt cx="533400" cy="762000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0AFB7206-2A04-C237-7603-11E620DD26BA}"/>
                  </a:ext>
                </a:extLst>
              </p:cNvPr>
              <p:cNvSpPr/>
              <p:nvPr/>
            </p:nvSpPr>
            <p:spPr>
              <a:xfrm>
                <a:off x="7230961" y="4650105"/>
                <a:ext cx="57150" cy="7600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4CD0B96-B692-8F03-44AF-88911CBB4B6C}"/>
                  </a:ext>
                </a:extLst>
              </p:cNvPr>
              <p:cNvSpPr/>
              <p:nvPr/>
            </p:nvSpPr>
            <p:spPr>
              <a:xfrm>
                <a:off x="7326211" y="4648200"/>
                <a:ext cx="438150" cy="762000"/>
              </a:xfrm>
              <a:custGeom>
                <a:avLst/>
                <a:gdLst>
                  <a:gd name="csX0" fmla="*/ 352425 w 438150"/>
                  <a:gd name="csY0" fmla="*/ 285750 h 762000"/>
                  <a:gd name="csX1" fmla="*/ 85725 w 438150"/>
                  <a:gd name="csY1" fmla="*/ 285750 h 762000"/>
                  <a:gd name="csX2" fmla="*/ 85725 w 438150"/>
                  <a:gd name="csY2" fmla="*/ 228600 h 762000"/>
                  <a:gd name="csX3" fmla="*/ 352425 w 438150"/>
                  <a:gd name="csY3" fmla="*/ 228600 h 762000"/>
                  <a:gd name="csX4" fmla="*/ 352425 w 438150"/>
                  <a:gd name="csY4" fmla="*/ 285750 h 762000"/>
                  <a:gd name="csX5" fmla="*/ 295275 w 438150"/>
                  <a:gd name="csY5" fmla="*/ 381000 h 762000"/>
                  <a:gd name="csX6" fmla="*/ 147638 w 438150"/>
                  <a:gd name="csY6" fmla="*/ 381000 h 762000"/>
                  <a:gd name="csX7" fmla="*/ 147638 w 438150"/>
                  <a:gd name="csY7" fmla="*/ 342900 h 762000"/>
                  <a:gd name="csX8" fmla="*/ 295275 w 438150"/>
                  <a:gd name="csY8" fmla="*/ 342900 h 762000"/>
                  <a:gd name="csX9" fmla="*/ 295275 w 438150"/>
                  <a:gd name="csY9" fmla="*/ 381000 h 762000"/>
                  <a:gd name="csX10" fmla="*/ 400050 w 438150"/>
                  <a:gd name="csY10" fmla="*/ 0 h 762000"/>
                  <a:gd name="csX11" fmla="*/ 0 w 438150"/>
                  <a:gd name="csY11" fmla="*/ 1905 h 762000"/>
                  <a:gd name="csX12" fmla="*/ 0 w 438150"/>
                  <a:gd name="csY12" fmla="*/ 762000 h 762000"/>
                  <a:gd name="csX13" fmla="*/ 400050 w 438150"/>
                  <a:gd name="csY13" fmla="*/ 762000 h 762000"/>
                  <a:gd name="csX14" fmla="*/ 438150 w 438150"/>
                  <a:gd name="csY14" fmla="*/ 723900 h 762000"/>
                  <a:gd name="csX15" fmla="*/ 438150 w 438150"/>
                  <a:gd name="csY15" fmla="*/ 38100 h 762000"/>
                  <a:gd name="csX16" fmla="*/ 400050 w 438150"/>
                  <a:gd name="csY16" fmla="*/ 0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438150" h="762000">
                    <a:moveTo>
                      <a:pt x="352425" y="285750"/>
                    </a:moveTo>
                    <a:lnTo>
                      <a:pt x="85725" y="285750"/>
                    </a:lnTo>
                    <a:lnTo>
                      <a:pt x="85725" y="228600"/>
                    </a:lnTo>
                    <a:lnTo>
                      <a:pt x="352425" y="228600"/>
                    </a:lnTo>
                    <a:lnTo>
                      <a:pt x="352425" y="285750"/>
                    </a:lnTo>
                    <a:close/>
                    <a:moveTo>
                      <a:pt x="295275" y="381000"/>
                    </a:moveTo>
                    <a:lnTo>
                      <a:pt x="147638" y="381000"/>
                    </a:lnTo>
                    <a:lnTo>
                      <a:pt x="147638" y="342900"/>
                    </a:lnTo>
                    <a:lnTo>
                      <a:pt x="295275" y="342900"/>
                    </a:lnTo>
                    <a:lnTo>
                      <a:pt x="295275" y="381000"/>
                    </a:lnTo>
                    <a:close/>
                    <a:moveTo>
                      <a:pt x="400050" y="0"/>
                    </a:moveTo>
                    <a:lnTo>
                      <a:pt x="0" y="1905"/>
                    </a:lnTo>
                    <a:lnTo>
                      <a:pt x="0" y="762000"/>
                    </a:lnTo>
                    <a:lnTo>
                      <a:pt x="400050" y="762000"/>
                    </a:lnTo>
                    <a:cubicBezTo>
                      <a:pt x="421005" y="762000"/>
                      <a:pt x="438150" y="744855"/>
                      <a:pt x="438150" y="723900"/>
                    </a:cubicBezTo>
                    <a:lnTo>
                      <a:pt x="438150" y="38100"/>
                    </a:lnTo>
                    <a:cubicBezTo>
                      <a:pt x="438150" y="17145"/>
                      <a:pt x="421005" y="0"/>
                      <a:pt x="400050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/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90EF5EA-0B50-A0E7-DA3B-A4A0FF0C5B8A}"/>
                </a:ext>
              </a:extLst>
            </p:cNvPr>
            <p:cNvGrpSpPr/>
            <p:nvPr/>
          </p:nvGrpSpPr>
          <p:grpSpPr>
            <a:xfrm>
              <a:off x="3901314" y="8281429"/>
              <a:ext cx="295122" cy="295122"/>
              <a:chOff x="4086962" y="8350256"/>
              <a:chExt cx="295122" cy="295122"/>
            </a:xfrm>
          </p:grpSpPr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96C3CF3D-3448-2F7F-83E1-3C53B49C7247}"/>
                  </a:ext>
                </a:extLst>
              </p:cNvPr>
              <p:cNvSpPr/>
              <p:nvPr/>
            </p:nvSpPr>
            <p:spPr>
              <a:xfrm>
                <a:off x="4086962" y="8402336"/>
                <a:ext cx="295122" cy="243042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5BED7E4D-6464-3E86-DCA0-DC7FCD648534}"/>
                  </a:ext>
                </a:extLst>
              </p:cNvPr>
              <p:cNvSpPr/>
              <p:nvPr/>
            </p:nvSpPr>
            <p:spPr>
              <a:xfrm>
                <a:off x="4086962" y="8350256"/>
                <a:ext cx="295122" cy="347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8F7C4B7-3833-1728-507A-BD5A38D147B9}"/>
                </a:ext>
              </a:extLst>
            </p:cNvPr>
            <p:cNvGrpSpPr/>
            <p:nvPr/>
          </p:nvGrpSpPr>
          <p:grpSpPr>
            <a:xfrm>
              <a:off x="5155553" y="7926741"/>
              <a:ext cx="575732" cy="575732"/>
              <a:chOff x="5155553" y="7926741"/>
              <a:chExt cx="575732" cy="575732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8DE9830D-BD56-D52F-3EA7-B2F7B7B768E0}"/>
                  </a:ext>
                </a:extLst>
              </p:cNvPr>
              <p:cNvSpPr/>
              <p:nvPr/>
            </p:nvSpPr>
            <p:spPr>
              <a:xfrm>
                <a:off x="5155553" y="7926741"/>
                <a:ext cx="575732" cy="575732"/>
              </a:xfrm>
              <a:prstGeom prst="ellipse">
                <a:avLst/>
              </a:prstGeom>
              <a:solidFill>
                <a:srgbClr val="1E2D4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  <p:sp>
            <p:nvSpPr>
              <p:cNvPr id="11" name="그래픽 9" descr="단일 톱니바퀴 단색으로 채워진">
                <a:extLst>
                  <a:ext uri="{FF2B5EF4-FFF2-40B4-BE49-F238E27FC236}">
                    <a16:creationId xmlns:a16="http://schemas.microsoft.com/office/drawing/2014/main" id="{C119262D-5E12-99D1-7E46-5D215043DC33}"/>
                  </a:ext>
                </a:extLst>
              </p:cNvPr>
              <p:cNvSpPr/>
              <p:nvPr/>
            </p:nvSpPr>
            <p:spPr>
              <a:xfrm>
                <a:off x="5295858" y="8067046"/>
                <a:ext cx="295122" cy="295122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FAF8F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81"/>
              </a:p>
            </p:txBody>
          </p:sp>
        </p:grpSp>
        <p:sp>
          <p:nvSpPr>
            <p:cNvPr id="9" name="그래픽 15" descr="주택 윤곽선">
              <a:extLst>
                <a:ext uri="{FF2B5EF4-FFF2-40B4-BE49-F238E27FC236}">
                  <a16:creationId xmlns:a16="http://schemas.microsoft.com/office/drawing/2014/main" id="{62C7DB6E-6E84-FAF5-2654-E6B1EEB44860}"/>
                </a:ext>
              </a:extLst>
            </p:cNvPr>
            <p:cNvSpPr>
              <a:spLocks/>
            </p:cNvSpPr>
            <p:nvPr/>
          </p:nvSpPr>
          <p:spPr>
            <a:xfrm>
              <a:off x="1267020" y="8281429"/>
              <a:ext cx="295122" cy="295122"/>
            </a:xfrm>
            <a:custGeom>
              <a:avLst/>
              <a:gdLst>
                <a:gd name="csX0" fmla="*/ 0 w 789298"/>
                <a:gd name="csY0" fmla="*/ 374885 h 699134"/>
                <a:gd name="csX1" fmla="*/ 61808 w 789298"/>
                <a:gd name="csY1" fmla="*/ 436683 h 699134"/>
                <a:gd name="csX2" fmla="*/ 108899 w 789298"/>
                <a:gd name="csY2" fmla="*/ 392087 h 699134"/>
                <a:gd name="csX3" fmla="*/ 108899 w 789298"/>
                <a:gd name="csY3" fmla="*/ 698906 h 699134"/>
                <a:gd name="csX4" fmla="*/ 347024 w 789298"/>
                <a:gd name="csY4" fmla="*/ 699002 h 699134"/>
                <a:gd name="csX5" fmla="*/ 347024 w 789298"/>
                <a:gd name="csY5" fmla="*/ 461172 h 699134"/>
                <a:gd name="csX6" fmla="*/ 442274 w 789298"/>
                <a:gd name="csY6" fmla="*/ 461172 h 699134"/>
                <a:gd name="csX7" fmla="*/ 442274 w 789298"/>
                <a:gd name="csY7" fmla="*/ 699040 h 699134"/>
                <a:gd name="csX8" fmla="*/ 680399 w 789298"/>
                <a:gd name="csY8" fmla="*/ 699135 h 699134"/>
                <a:gd name="csX9" fmla="*/ 680399 w 789298"/>
                <a:gd name="csY9" fmla="*/ 391687 h 699134"/>
                <a:gd name="csX10" fmla="*/ 727729 w 789298"/>
                <a:gd name="csY10" fmla="*/ 436455 h 699134"/>
                <a:gd name="csX11" fmla="*/ 789299 w 789298"/>
                <a:gd name="csY11" fmla="*/ 374894 h 699134"/>
                <a:gd name="csX12" fmla="*/ 394649 w 789298"/>
                <a:gd name="csY12" fmla="*/ 0 h 699134"/>
                <a:gd name="csX13" fmla="*/ 661349 w 789298"/>
                <a:gd name="csY13" fmla="*/ 680085 h 699134"/>
                <a:gd name="csX14" fmla="*/ 461324 w 789298"/>
                <a:gd name="csY14" fmla="*/ 679999 h 699134"/>
                <a:gd name="csX15" fmla="*/ 461324 w 789298"/>
                <a:gd name="csY15" fmla="*/ 442122 h 699134"/>
                <a:gd name="csX16" fmla="*/ 327974 w 789298"/>
                <a:gd name="csY16" fmla="*/ 442122 h 699134"/>
                <a:gd name="csX17" fmla="*/ 327974 w 789298"/>
                <a:gd name="csY17" fmla="*/ 679942 h 699134"/>
                <a:gd name="csX18" fmla="*/ 127949 w 789298"/>
                <a:gd name="csY18" fmla="*/ 679866 h 699134"/>
                <a:gd name="csX19" fmla="*/ 127949 w 789298"/>
                <a:gd name="csY19" fmla="*/ 374047 h 699134"/>
                <a:gd name="csX20" fmla="*/ 394649 w 789298"/>
                <a:gd name="csY20" fmla="*/ 121482 h 699134"/>
                <a:gd name="csX21" fmla="*/ 661349 w 789298"/>
                <a:gd name="csY21" fmla="*/ 373675 h 699134"/>
                <a:gd name="csX22" fmla="*/ 62170 w 789298"/>
                <a:gd name="csY22" fmla="*/ 410108 h 699134"/>
                <a:gd name="csX23" fmla="*/ 27299 w 789298"/>
                <a:gd name="csY23" fmla="*/ 375285 h 699134"/>
                <a:gd name="csX24" fmla="*/ 394649 w 789298"/>
                <a:gd name="csY24" fmla="*/ 26251 h 699134"/>
                <a:gd name="csX25" fmla="*/ 762000 w 789298"/>
                <a:gd name="csY25" fmla="*/ 375285 h 699134"/>
                <a:gd name="csX26" fmla="*/ 727358 w 789298"/>
                <a:gd name="csY26" fmla="*/ 409880 h 699134"/>
                <a:gd name="csX27" fmla="*/ 394649 w 789298"/>
                <a:gd name="csY27" fmla="*/ 95250 h 699134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394649 w 789299"/>
                <a:gd name="csY28" fmla="*/ 95250 h 699135"/>
                <a:gd name="csX29" fmla="*/ 62170 w 789299"/>
                <a:gd name="csY29" fmla="*/ 410108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62170 w 789299"/>
                <a:gd name="csY28" fmla="*/ 410108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394649 w 789299"/>
                <a:gd name="csY23" fmla="*/ 121482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27" fmla="*/ 486089 w 789299"/>
                <a:gd name="csY27" fmla="*/ 117691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28" fmla="*/ 490852 w 789299"/>
                <a:gd name="csY28" fmla="*/ 119279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661349 w 789299"/>
                <a:gd name="csY23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661349 w 789299"/>
                <a:gd name="csY22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661349 w 789299"/>
                <a:gd name="csY21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661349 w 789299"/>
                <a:gd name="csY20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661349 w 789299"/>
                <a:gd name="csY19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661349 w 789299"/>
                <a:gd name="csY18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0" fmla="*/ 762000 w 789299"/>
                <a:gd name="csY0" fmla="*/ 3752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762000 w 789299"/>
                <a:gd name="csY14" fmla="*/ 375285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89299" h="699135">
                  <a:moveTo>
                    <a:pt x="0" y="374885"/>
                  </a:moveTo>
                  <a:lnTo>
                    <a:pt x="61808" y="436683"/>
                  </a:lnTo>
                  <a:lnTo>
                    <a:pt x="108899" y="392087"/>
                  </a:lnTo>
                  <a:lnTo>
                    <a:pt x="108899" y="698906"/>
                  </a:lnTo>
                  <a:lnTo>
                    <a:pt x="347024" y="699002"/>
                  </a:lnTo>
                  <a:lnTo>
                    <a:pt x="347024" y="461172"/>
                  </a:lnTo>
                  <a:lnTo>
                    <a:pt x="442274" y="461172"/>
                  </a:lnTo>
                  <a:lnTo>
                    <a:pt x="442274" y="699040"/>
                  </a:lnTo>
                  <a:lnTo>
                    <a:pt x="680399" y="699135"/>
                  </a:lnTo>
                  <a:lnTo>
                    <a:pt x="680399" y="391687"/>
                  </a:lnTo>
                  <a:lnTo>
                    <a:pt x="727729" y="436455"/>
                  </a:lnTo>
                  <a:lnTo>
                    <a:pt x="789299" y="374894"/>
                  </a:lnTo>
                  <a:lnTo>
                    <a:pt x="394649" y="0"/>
                  </a:lnTo>
                  <a:lnTo>
                    <a:pt x="0" y="37488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 dirty="0"/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8C7736-B7FC-12FF-FA6C-22FCFB02877C}"/>
              </a:ext>
            </a:extLst>
          </p:cNvPr>
          <p:cNvSpPr/>
          <p:nvPr/>
        </p:nvSpPr>
        <p:spPr>
          <a:xfrm>
            <a:off x="512762" y="1544639"/>
            <a:ext cx="4103687" cy="4279764"/>
          </a:xfrm>
          <a:prstGeom prst="roundRect">
            <a:avLst/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9841F-70F3-5DCA-CC86-0AAF6CCCA16C}"/>
              </a:ext>
            </a:extLst>
          </p:cNvPr>
          <p:cNvSpPr txBox="1"/>
          <p:nvPr/>
        </p:nvSpPr>
        <p:spPr>
          <a:xfrm>
            <a:off x="1570065" y="2280480"/>
            <a:ext cx="21749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별명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아바타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테마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버튼으로 시스템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제스쳐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설정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아이콘으로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정보는 하단에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52FA344-0A19-D050-82B4-C0766AA8C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952" y="4391593"/>
            <a:ext cx="2002161" cy="39157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374D21-7FF5-5670-48FD-D47B512C5B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56" t="16440" r="52603" b="16440"/>
          <a:stretch>
            <a:fillRect/>
          </a:stretch>
        </p:blipFill>
        <p:spPr>
          <a:xfrm>
            <a:off x="3241817" y="3348609"/>
            <a:ext cx="614107" cy="39157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782BBFB-E7E7-E600-67F0-36FC0B96A5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541" t="16440" r="8218" b="16440"/>
          <a:stretch>
            <a:fillRect/>
          </a:stretch>
        </p:blipFill>
        <p:spPr>
          <a:xfrm>
            <a:off x="3346754" y="3836197"/>
            <a:ext cx="614107" cy="3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00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23E76-10E3-D776-34F9-11E4DA3F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타원 61">
            <a:extLst>
              <a:ext uri="{FF2B5EF4-FFF2-40B4-BE49-F238E27FC236}">
                <a16:creationId xmlns:a16="http://schemas.microsoft.com/office/drawing/2014/main" id="{78B2175D-E02D-C6D9-7170-062898492CD0}"/>
              </a:ext>
            </a:extLst>
          </p:cNvPr>
          <p:cNvSpPr/>
          <p:nvPr/>
        </p:nvSpPr>
        <p:spPr>
          <a:xfrm>
            <a:off x="2454532" y="4870599"/>
            <a:ext cx="215400" cy="215400"/>
          </a:xfrm>
          <a:prstGeom prst="ellipse">
            <a:avLst/>
          </a:prstGeom>
          <a:solidFill>
            <a:srgbClr val="CFC0B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C0184DFC-105C-028F-9688-07D151648458}"/>
              </a:ext>
            </a:extLst>
          </p:cNvPr>
          <p:cNvGraphicFramePr>
            <a:graphicFrameLocks noGrp="1"/>
          </p:cNvGraphicFramePr>
          <p:nvPr/>
        </p:nvGraphicFramePr>
        <p:xfrm>
          <a:off x="373321" y="3094025"/>
          <a:ext cx="4382574" cy="2932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082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626082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432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1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41666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4166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4166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4166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12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4166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41666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68390" marR="68390" marT="34195" marB="3419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90137B-EBD7-0DBD-534A-82FEC2FD922E}"/>
              </a:ext>
            </a:extLst>
          </p:cNvPr>
          <p:cNvSpPr/>
          <p:nvPr/>
        </p:nvSpPr>
        <p:spPr>
          <a:xfrm>
            <a:off x="544979" y="6093159"/>
            <a:ext cx="4039254" cy="423635"/>
          </a:xfrm>
          <a:prstGeom prst="roundRect">
            <a:avLst>
              <a:gd name="adj" fmla="val 500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11" name="그래픽 9" descr="단일 톱니바퀴 단색으로 채워진">
            <a:extLst>
              <a:ext uri="{FF2B5EF4-FFF2-40B4-BE49-F238E27FC236}">
                <a16:creationId xmlns:a16="http://schemas.microsoft.com/office/drawing/2014/main" id="{9B5DB5A6-7C4E-2AC0-CF3A-A9C3C991108B}"/>
              </a:ext>
            </a:extLst>
          </p:cNvPr>
          <p:cNvSpPr/>
          <p:nvPr/>
        </p:nvSpPr>
        <p:spPr>
          <a:xfrm>
            <a:off x="3960860" y="6194613"/>
            <a:ext cx="220727" cy="220727"/>
          </a:xfrm>
          <a:custGeom>
            <a:avLst/>
            <a:gdLst>
              <a:gd name="csX0" fmla="*/ 323850 w 648652"/>
              <a:gd name="csY0" fmla="*/ 438150 h 647700"/>
              <a:gd name="csX1" fmla="*/ 209550 w 648652"/>
              <a:gd name="csY1" fmla="*/ 323850 h 647700"/>
              <a:gd name="csX2" fmla="*/ 323850 w 648652"/>
              <a:gd name="csY2" fmla="*/ 209550 h 647700"/>
              <a:gd name="csX3" fmla="*/ 438150 w 648652"/>
              <a:gd name="csY3" fmla="*/ 323850 h 647700"/>
              <a:gd name="csX4" fmla="*/ 323850 w 648652"/>
              <a:gd name="csY4" fmla="*/ 438150 h 647700"/>
              <a:gd name="csX5" fmla="*/ 581025 w 648652"/>
              <a:gd name="csY5" fmla="*/ 252413 h 647700"/>
              <a:gd name="csX6" fmla="*/ 556260 w 648652"/>
              <a:gd name="csY6" fmla="*/ 193358 h 647700"/>
              <a:gd name="csX7" fmla="*/ 580073 w 648652"/>
              <a:gd name="csY7" fmla="*/ 121920 h 647700"/>
              <a:gd name="csX8" fmla="*/ 525780 w 648652"/>
              <a:gd name="csY8" fmla="*/ 67628 h 647700"/>
              <a:gd name="csX9" fmla="*/ 454343 w 648652"/>
              <a:gd name="csY9" fmla="*/ 91440 h 647700"/>
              <a:gd name="csX10" fmla="*/ 394335 w 648652"/>
              <a:gd name="csY10" fmla="*/ 66675 h 647700"/>
              <a:gd name="csX11" fmla="*/ 361950 w 648652"/>
              <a:gd name="csY11" fmla="*/ 0 h 647700"/>
              <a:gd name="csX12" fmla="*/ 285750 w 648652"/>
              <a:gd name="csY12" fmla="*/ 0 h 647700"/>
              <a:gd name="csX13" fmla="*/ 252413 w 648652"/>
              <a:gd name="csY13" fmla="*/ 66675 h 647700"/>
              <a:gd name="csX14" fmla="*/ 193358 w 648652"/>
              <a:gd name="csY14" fmla="*/ 91440 h 647700"/>
              <a:gd name="csX15" fmla="*/ 121920 w 648652"/>
              <a:gd name="csY15" fmla="*/ 67628 h 647700"/>
              <a:gd name="csX16" fmla="*/ 67628 w 648652"/>
              <a:gd name="csY16" fmla="*/ 121920 h 647700"/>
              <a:gd name="csX17" fmla="*/ 91440 w 648652"/>
              <a:gd name="csY17" fmla="*/ 193358 h 647700"/>
              <a:gd name="csX18" fmla="*/ 66675 w 648652"/>
              <a:gd name="csY18" fmla="*/ 253365 h 647700"/>
              <a:gd name="csX19" fmla="*/ 0 w 648652"/>
              <a:gd name="csY19" fmla="*/ 285750 h 647700"/>
              <a:gd name="csX20" fmla="*/ 0 w 648652"/>
              <a:gd name="csY20" fmla="*/ 361950 h 647700"/>
              <a:gd name="csX21" fmla="*/ 66675 w 648652"/>
              <a:gd name="csY21" fmla="*/ 395288 h 647700"/>
              <a:gd name="csX22" fmla="*/ 91440 w 648652"/>
              <a:gd name="csY22" fmla="*/ 454343 h 647700"/>
              <a:gd name="csX23" fmla="*/ 67628 w 648652"/>
              <a:gd name="csY23" fmla="*/ 525780 h 647700"/>
              <a:gd name="csX24" fmla="*/ 121920 w 648652"/>
              <a:gd name="csY24" fmla="*/ 580073 h 647700"/>
              <a:gd name="csX25" fmla="*/ 193358 w 648652"/>
              <a:gd name="csY25" fmla="*/ 556260 h 647700"/>
              <a:gd name="csX26" fmla="*/ 253365 w 648652"/>
              <a:gd name="csY26" fmla="*/ 581025 h 647700"/>
              <a:gd name="csX27" fmla="*/ 286703 w 648652"/>
              <a:gd name="csY27" fmla="*/ 647700 h 647700"/>
              <a:gd name="csX28" fmla="*/ 362903 w 648652"/>
              <a:gd name="csY28" fmla="*/ 647700 h 647700"/>
              <a:gd name="csX29" fmla="*/ 396240 w 648652"/>
              <a:gd name="csY29" fmla="*/ 581025 h 647700"/>
              <a:gd name="csX30" fmla="*/ 455295 w 648652"/>
              <a:gd name="csY30" fmla="*/ 556260 h 647700"/>
              <a:gd name="csX31" fmla="*/ 526733 w 648652"/>
              <a:gd name="csY31" fmla="*/ 580073 h 647700"/>
              <a:gd name="csX32" fmla="*/ 581025 w 648652"/>
              <a:gd name="csY32" fmla="*/ 525780 h 647700"/>
              <a:gd name="csX33" fmla="*/ 557213 w 648652"/>
              <a:gd name="csY33" fmla="*/ 454343 h 647700"/>
              <a:gd name="csX34" fmla="*/ 581978 w 648652"/>
              <a:gd name="csY34" fmla="*/ 394335 h 647700"/>
              <a:gd name="csX35" fmla="*/ 648653 w 648652"/>
              <a:gd name="csY35" fmla="*/ 360998 h 647700"/>
              <a:gd name="csX36" fmla="*/ 648653 w 648652"/>
              <a:gd name="csY36" fmla="*/ 284798 h 647700"/>
              <a:gd name="csX37" fmla="*/ 581025 w 648652"/>
              <a:gd name="csY37" fmla="*/ 25241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48652" h="647700">
                <a:moveTo>
                  <a:pt x="323850" y="438150"/>
                </a:moveTo>
                <a:cubicBezTo>
                  <a:pt x="260985" y="438150"/>
                  <a:pt x="209550" y="386715"/>
                  <a:pt x="209550" y="323850"/>
                </a:cubicBezTo>
                <a:cubicBezTo>
                  <a:pt x="209550" y="260985"/>
                  <a:pt x="260985" y="209550"/>
                  <a:pt x="323850" y="209550"/>
                </a:cubicBezTo>
                <a:cubicBezTo>
                  <a:pt x="386715" y="209550"/>
                  <a:pt x="438150" y="260985"/>
                  <a:pt x="438150" y="323850"/>
                </a:cubicBezTo>
                <a:cubicBezTo>
                  <a:pt x="438150" y="386715"/>
                  <a:pt x="386715" y="438150"/>
                  <a:pt x="323850" y="438150"/>
                </a:cubicBezTo>
                <a:close/>
                <a:moveTo>
                  <a:pt x="581025" y="252413"/>
                </a:moveTo>
                <a:cubicBezTo>
                  <a:pt x="575310" y="231458"/>
                  <a:pt x="566738" y="211455"/>
                  <a:pt x="556260" y="193358"/>
                </a:cubicBezTo>
                <a:lnTo>
                  <a:pt x="580073" y="121920"/>
                </a:lnTo>
                <a:lnTo>
                  <a:pt x="525780" y="67628"/>
                </a:lnTo>
                <a:lnTo>
                  <a:pt x="454343" y="91440"/>
                </a:lnTo>
                <a:cubicBezTo>
                  <a:pt x="435293" y="80963"/>
                  <a:pt x="415290" y="72390"/>
                  <a:pt x="394335" y="66675"/>
                </a:cubicBezTo>
                <a:lnTo>
                  <a:pt x="361950" y="0"/>
                </a:lnTo>
                <a:lnTo>
                  <a:pt x="285750" y="0"/>
                </a:lnTo>
                <a:lnTo>
                  <a:pt x="252413" y="66675"/>
                </a:lnTo>
                <a:cubicBezTo>
                  <a:pt x="231458" y="72390"/>
                  <a:pt x="211455" y="80963"/>
                  <a:pt x="193358" y="91440"/>
                </a:cubicBezTo>
                <a:lnTo>
                  <a:pt x="121920" y="67628"/>
                </a:lnTo>
                <a:lnTo>
                  <a:pt x="67628" y="121920"/>
                </a:lnTo>
                <a:lnTo>
                  <a:pt x="91440" y="193358"/>
                </a:lnTo>
                <a:cubicBezTo>
                  <a:pt x="80963" y="212408"/>
                  <a:pt x="72390" y="232410"/>
                  <a:pt x="66675" y="253365"/>
                </a:cubicBezTo>
                <a:lnTo>
                  <a:pt x="0" y="285750"/>
                </a:lnTo>
                <a:lnTo>
                  <a:pt x="0" y="361950"/>
                </a:lnTo>
                <a:lnTo>
                  <a:pt x="66675" y="395288"/>
                </a:lnTo>
                <a:cubicBezTo>
                  <a:pt x="72390" y="416243"/>
                  <a:pt x="80963" y="436245"/>
                  <a:pt x="91440" y="454343"/>
                </a:cubicBezTo>
                <a:lnTo>
                  <a:pt x="67628" y="525780"/>
                </a:lnTo>
                <a:lnTo>
                  <a:pt x="121920" y="580073"/>
                </a:lnTo>
                <a:lnTo>
                  <a:pt x="193358" y="556260"/>
                </a:lnTo>
                <a:cubicBezTo>
                  <a:pt x="212408" y="566738"/>
                  <a:pt x="232410" y="575310"/>
                  <a:pt x="253365" y="581025"/>
                </a:cubicBezTo>
                <a:lnTo>
                  <a:pt x="286703" y="647700"/>
                </a:lnTo>
                <a:lnTo>
                  <a:pt x="362903" y="647700"/>
                </a:lnTo>
                <a:lnTo>
                  <a:pt x="396240" y="581025"/>
                </a:lnTo>
                <a:cubicBezTo>
                  <a:pt x="417195" y="575310"/>
                  <a:pt x="437198" y="566738"/>
                  <a:pt x="455295" y="556260"/>
                </a:cubicBezTo>
                <a:lnTo>
                  <a:pt x="526733" y="580073"/>
                </a:lnTo>
                <a:lnTo>
                  <a:pt x="581025" y="525780"/>
                </a:lnTo>
                <a:lnTo>
                  <a:pt x="557213" y="454343"/>
                </a:lnTo>
                <a:cubicBezTo>
                  <a:pt x="567690" y="435293"/>
                  <a:pt x="576263" y="415290"/>
                  <a:pt x="581978" y="394335"/>
                </a:cubicBezTo>
                <a:lnTo>
                  <a:pt x="648653" y="360998"/>
                </a:lnTo>
                <a:lnTo>
                  <a:pt x="648653" y="284798"/>
                </a:lnTo>
                <a:lnTo>
                  <a:pt x="581025" y="2524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2081"/>
          </a:p>
        </p:txBody>
      </p:sp>
      <p:sp>
        <p:nvSpPr>
          <p:cNvPr id="17" name="그래픽 15" descr="주택 윤곽선">
            <a:extLst>
              <a:ext uri="{FF2B5EF4-FFF2-40B4-BE49-F238E27FC236}">
                <a16:creationId xmlns:a16="http://schemas.microsoft.com/office/drawing/2014/main" id="{A542955F-D1BB-67CA-39E3-720C0FC2B1A7}"/>
              </a:ext>
            </a:extLst>
          </p:cNvPr>
          <p:cNvSpPr>
            <a:spLocks/>
          </p:cNvSpPr>
          <p:nvPr/>
        </p:nvSpPr>
        <p:spPr>
          <a:xfrm>
            <a:off x="947625" y="6194613"/>
            <a:ext cx="220727" cy="220727"/>
          </a:xfrm>
          <a:custGeom>
            <a:avLst/>
            <a:gdLst>
              <a:gd name="csX0" fmla="*/ 0 w 789298"/>
              <a:gd name="csY0" fmla="*/ 374885 h 699134"/>
              <a:gd name="csX1" fmla="*/ 61808 w 789298"/>
              <a:gd name="csY1" fmla="*/ 436683 h 699134"/>
              <a:gd name="csX2" fmla="*/ 108899 w 789298"/>
              <a:gd name="csY2" fmla="*/ 392087 h 699134"/>
              <a:gd name="csX3" fmla="*/ 108899 w 789298"/>
              <a:gd name="csY3" fmla="*/ 698906 h 699134"/>
              <a:gd name="csX4" fmla="*/ 347024 w 789298"/>
              <a:gd name="csY4" fmla="*/ 699002 h 699134"/>
              <a:gd name="csX5" fmla="*/ 347024 w 789298"/>
              <a:gd name="csY5" fmla="*/ 461172 h 699134"/>
              <a:gd name="csX6" fmla="*/ 442274 w 789298"/>
              <a:gd name="csY6" fmla="*/ 461172 h 699134"/>
              <a:gd name="csX7" fmla="*/ 442274 w 789298"/>
              <a:gd name="csY7" fmla="*/ 699040 h 699134"/>
              <a:gd name="csX8" fmla="*/ 680399 w 789298"/>
              <a:gd name="csY8" fmla="*/ 699135 h 699134"/>
              <a:gd name="csX9" fmla="*/ 680399 w 789298"/>
              <a:gd name="csY9" fmla="*/ 391687 h 699134"/>
              <a:gd name="csX10" fmla="*/ 727729 w 789298"/>
              <a:gd name="csY10" fmla="*/ 436455 h 699134"/>
              <a:gd name="csX11" fmla="*/ 789299 w 789298"/>
              <a:gd name="csY11" fmla="*/ 374894 h 699134"/>
              <a:gd name="csX12" fmla="*/ 394649 w 789298"/>
              <a:gd name="csY12" fmla="*/ 0 h 699134"/>
              <a:gd name="csX13" fmla="*/ 661349 w 789298"/>
              <a:gd name="csY13" fmla="*/ 680085 h 699134"/>
              <a:gd name="csX14" fmla="*/ 461324 w 789298"/>
              <a:gd name="csY14" fmla="*/ 679999 h 699134"/>
              <a:gd name="csX15" fmla="*/ 461324 w 789298"/>
              <a:gd name="csY15" fmla="*/ 442122 h 699134"/>
              <a:gd name="csX16" fmla="*/ 327974 w 789298"/>
              <a:gd name="csY16" fmla="*/ 442122 h 699134"/>
              <a:gd name="csX17" fmla="*/ 327974 w 789298"/>
              <a:gd name="csY17" fmla="*/ 679942 h 699134"/>
              <a:gd name="csX18" fmla="*/ 127949 w 789298"/>
              <a:gd name="csY18" fmla="*/ 679866 h 699134"/>
              <a:gd name="csX19" fmla="*/ 127949 w 789298"/>
              <a:gd name="csY19" fmla="*/ 374047 h 699134"/>
              <a:gd name="csX20" fmla="*/ 394649 w 789298"/>
              <a:gd name="csY20" fmla="*/ 121482 h 699134"/>
              <a:gd name="csX21" fmla="*/ 661349 w 789298"/>
              <a:gd name="csY21" fmla="*/ 373675 h 699134"/>
              <a:gd name="csX22" fmla="*/ 62170 w 789298"/>
              <a:gd name="csY22" fmla="*/ 410108 h 699134"/>
              <a:gd name="csX23" fmla="*/ 27299 w 789298"/>
              <a:gd name="csY23" fmla="*/ 375285 h 699134"/>
              <a:gd name="csX24" fmla="*/ 394649 w 789298"/>
              <a:gd name="csY24" fmla="*/ 26251 h 699134"/>
              <a:gd name="csX25" fmla="*/ 762000 w 789298"/>
              <a:gd name="csY25" fmla="*/ 375285 h 699134"/>
              <a:gd name="csX26" fmla="*/ 727358 w 789298"/>
              <a:gd name="csY26" fmla="*/ 409880 h 699134"/>
              <a:gd name="csX27" fmla="*/ 394649 w 789298"/>
              <a:gd name="csY27" fmla="*/ 95250 h 699134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394649 w 789299"/>
              <a:gd name="csY28" fmla="*/ 95250 h 699135"/>
              <a:gd name="csX29" fmla="*/ 62170 w 789299"/>
              <a:gd name="csY29" fmla="*/ 410108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62170 w 789299"/>
              <a:gd name="csY28" fmla="*/ 410108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394649 w 789299"/>
              <a:gd name="csY23" fmla="*/ 121482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27" fmla="*/ 486089 w 789299"/>
              <a:gd name="csY27" fmla="*/ 117691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28" fmla="*/ 490852 w 789299"/>
              <a:gd name="csY28" fmla="*/ 119279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661349 w 789299"/>
              <a:gd name="csY23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661349 w 789299"/>
              <a:gd name="csY22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661349 w 789299"/>
              <a:gd name="csY21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661349 w 789299"/>
              <a:gd name="csY20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661349 w 789299"/>
              <a:gd name="csY19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661349 w 789299"/>
              <a:gd name="csY18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0" fmla="*/ 762000 w 789299"/>
              <a:gd name="csY0" fmla="*/ 3752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762000 w 789299"/>
              <a:gd name="csY14" fmla="*/ 375285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789299" h="699135">
                <a:moveTo>
                  <a:pt x="0" y="374885"/>
                </a:moveTo>
                <a:lnTo>
                  <a:pt x="61808" y="436683"/>
                </a:lnTo>
                <a:lnTo>
                  <a:pt x="108899" y="392087"/>
                </a:lnTo>
                <a:lnTo>
                  <a:pt x="108899" y="698906"/>
                </a:lnTo>
                <a:lnTo>
                  <a:pt x="347024" y="699002"/>
                </a:lnTo>
                <a:lnTo>
                  <a:pt x="347024" y="461172"/>
                </a:lnTo>
                <a:lnTo>
                  <a:pt x="442274" y="461172"/>
                </a:lnTo>
                <a:lnTo>
                  <a:pt x="442274" y="699040"/>
                </a:lnTo>
                <a:lnTo>
                  <a:pt x="680399" y="699135"/>
                </a:lnTo>
                <a:lnTo>
                  <a:pt x="680399" y="391687"/>
                </a:lnTo>
                <a:lnTo>
                  <a:pt x="727729" y="436455"/>
                </a:lnTo>
                <a:lnTo>
                  <a:pt x="789299" y="374894"/>
                </a:lnTo>
                <a:lnTo>
                  <a:pt x="394649" y="0"/>
                </a:lnTo>
                <a:lnTo>
                  <a:pt x="0" y="37488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2081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0C6863B-E9C6-A48A-FB0D-10B214A29E8E}"/>
              </a:ext>
            </a:extLst>
          </p:cNvPr>
          <p:cNvGrpSpPr/>
          <p:nvPr/>
        </p:nvGrpSpPr>
        <p:grpSpPr>
          <a:xfrm>
            <a:off x="1885692" y="6194613"/>
            <a:ext cx="209890" cy="220727"/>
            <a:chOff x="7230961" y="4648200"/>
            <a:chExt cx="533400" cy="76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EA8E3AB-155F-14D7-6239-DB7B470DFBC1}"/>
                </a:ext>
              </a:extLst>
            </p:cNvPr>
            <p:cNvSpPr/>
            <p:nvPr/>
          </p:nvSpPr>
          <p:spPr>
            <a:xfrm>
              <a:off x="7230961" y="4650105"/>
              <a:ext cx="57150" cy="7600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2C742407-B5D7-FAB2-BD57-910CDA23405E}"/>
                </a:ext>
              </a:extLst>
            </p:cNvPr>
            <p:cNvSpPr/>
            <p:nvPr/>
          </p:nvSpPr>
          <p:spPr>
            <a:xfrm>
              <a:off x="7326211" y="4648200"/>
              <a:ext cx="438150" cy="762000"/>
            </a:xfrm>
            <a:custGeom>
              <a:avLst/>
              <a:gdLst>
                <a:gd name="csX0" fmla="*/ 352425 w 438150"/>
                <a:gd name="csY0" fmla="*/ 285750 h 762000"/>
                <a:gd name="csX1" fmla="*/ 85725 w 438150"/>
                <a:gd name="csY1" fmla="*/ 285750 h 762000"/>
                <a:gd name="csX2" fmla="*/ 85725 w 438150"/>
                <a:gd name="csY2" fmla="*/ 228600 h 762000"/>
                <a:gd name="csX3" fmla="*/ 352425 w 438150"/>
                <a:gd name="csY3" fmla="*/ 228600 h 762000"/>
                <a:gd name="csX4" fmla="*/ 352425 w 438150"/>
                <a:gd name="csY4" fmla="*/ 285750 h 762000"/>
                <a:gd name="csX5" fmla="*/ 295275 w 438150"/>
                <a:gd name="csY5" fmla="*/ 381000 h 762000"/>
                <a:gd name="csX6" fmla="*/ 147638 w 438150"/>
                <a:gd name="csY6" fmla="*/ 381000 h 762000"/>
                <a:gd name="csX7" fmla="*/ 147638 w 438150"/>
                <a:gd name="csY7" fmla="*/ 342900 h 762000"/>
                <a:gd name="csX8" fmla="*/ 295275 w 438150"/>
                <a:gd name="csY8" fmla="*/ 342900 h 762000"/>
                <a:gd name="csX9" fmla="*/ 295275 w 438150"/>
                <a:gd name="csY9" fmla="*/ 381000 h 762000"/>
                <a:gd name="csX10" fmla="*/ 400050 w 438150"/>
                <a:gd name="csY10" fmla="*/ 0 h 762000"/>
                <a:gd name="csX11" fmla="*/ 0 w 438150"/>
                <a:gd name="csY11" fmla="*/ 1905 h 762000"/>
                <a:gd name="csX12" fmla="*/ 0 w 438150"/>
                <a:gd name="csY12" fmla="*/ 762000 h 762000"/>
                <a:gd name="csX13" fmla="*/ 400050 w 438150"/>
                <a:gd name="csY13" fmla="*/ 762000 h 762000"/>
                <a:gd name="csX14" fmla="*/ 438150 w 438150"/>
                <a:gd name="csY14" fmla="*/ 723900 h 762000"/>
                <a:gd name="csX15" fmla="*/ 438150 w 438150"/>
                <a:gd name="csY15" fmla="*/ 38100 h 762000"/>
                <a:gd name="csX16" fmla="*/ 400050 w 4381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38150" h="762000">
                  <a:moveTo>
                    <a:pt x="352425" y="285750"/>
                  </a:moveTo>
                  <a:lnTo>
                    <a:pt x="85725" y="285750"/>
                  </a:lnTo>
                  <a:lnTo>
                    <a:pt x="85725" y="228600"/>
                  </a:lnTo>
                  <a:lnTo>
                    <a:pt x="352425" y="228600"/>
                  </a:lnTo>
                  <a:lnTo>
                    <a:pt x="352425" y="285750"/>
                  </a:lnTo>
                  <a:close/>
                  <a:moveTo>
                    <a:pt x="295275" y="381000"/>
                  </a:moveTo>
                  <a:lnTo>
                    <a:pt x="147638" y="381000"/>
                  </a:lnTo>
                  <a:lnTo>
                    <a:pt x="147638" y="342900"/>
                  </a:lnTo>
                  <a:lnTo>
                    <a:pt x="295275" y="342900"/>
                  </a:lnTo>
                  <a:lnTo>
                    <a:pt x="295275" y="381000"/>
                  </a:lnTo>
                  <a:close/>
                  <a:moveTo>
                    <a:pt x="400050" y="0"/>
                  </a:moveTo>
                  <a:lnTo>
                    <a:pt x="0" y="1905"/>
                  </a:lnTo>
                  <a:lnTo>
                    <a:pt x="0" y="762000"/>
                  </a:lnTo>
                  <a:lnTo>
                    <a:pt x="400050" y="762000"/>
                  </a:lnTo>
                  <a:cubicBezTo>
                    <a:pt x="421005" y="762000"/>
                    <a:pt x="438150" y="744855"/>
                    <a:pt x="438150" y="723900"/>
                  </a:cubicBezTo>
                  <a:lnTo>
                    <a:pt x="438150" y="38100"/>
                  </a:lnTo>
                  <a:cubicBezTo>
                    <a:pt x="438150" y="17145"/>
                    <a:pt x="421005" y="0"/>
                    <a:pt x="400050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F4DCA47-23B7-31E8-40C5-6251C8B76985}"/>
              </a:ext>
            </a:extLst>
          </p:cNvPr>
          <p:cNvGrpSpPr/>
          <p:nvPr/>
        </p:nvGrpSpPr>
        <p:grpSpPr>
          <a:xfrm>
            <a:off x="2812921" y="5929335"/>
            <a:ext cx="430600" cy="430600"/>
            <a:chOff x="3946657" y="8209951"/>
            <a:chExt cx="575732" cy="575732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013DE2-3037-5FB8-3266-D7084401433E}"/>
                </a:ext>
              </a:extLst>
            </p:cNvPr>
            <p:cNvSpPr/>
            <p:nvPr/>
          </p:nvSpPr>
          <p:spPr>
            <a:xfrm>
              <a:off x="3946657" y="8209951"/>
              <a:ext cx="575732" cy="575732"/>
            </a:xfrm>
            <a:prstGeom prst="ellipse">
              <a:avLst/>
            </a:prstGeom>
            <a:solidFill>
              <a:srgbClr val="1E2D4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EA544F5-181D-E715-D754-457A46576566}"/>
                </a:ext>
              </a:extLst>
            </p:cNvPr>
            <p:cNvGrpSpPr/>
            <p:nvPr/>
          </p:nvGrpSpPr>
          <p:grpSpPr>
            <a:xfrm>
              <a:off x="4086962" y="8350256"/>
              <a:ext cx="295122" cy="295122"/>
              <a:chOff x="4086962" y="8350256"/>
              <a:chExt cx="295122" cy="295122"/>
            </a:xfrm>
          </p:grpSpPr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0B05E288-498C-ECBC-8FB7-39ACFDDC8611}"/>
                  </a:ext>
                </a:extLst>
              </p:cNvPr>
              <p:cNvSpPr/>
              <p:nvPr/>
            </p:nvSpPr>
            <p:spPr>
              <a:xfrm>
                <a:off x="4086962" y="8402336"/>
                <a:ext cx="295122" cy="243042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DDA35C4-0998-E88C-3267-F888E74E3AD4}"/>
                  </a:ext>
                </a:extLst>
              </p:cNvPr>
              <p:cNvSpPr/>
              <p:nvPr/>
            </p:nvSpPr>
            <p:spPr>
              <a:xfrm>
                <a:off x="4086962" y="8350256"/>
                <a:ext cx="295122" cy="34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2081"/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81DC7AC-B4A9-C5D0-8A4A-834B2C4D2ACD}"/>
              </a:ext>
            </a:extLst>
          </p:cNvPr>
          <p:cNvSpPr txBox="1"/>
          <p:nvPr/>
        </p:nvSpPr>
        <p:spPr>
          <a:xfrm>
            <a:off x="1269240" y="1324245"/>
            <a:ext cx="259073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Jaunaly</a:t>
            </a:r>
            <a:r>
              <a:rPr lang="en-US" altLang="ko-KR" sz="65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 </a:t>
            </a:r>
            <a:endParaRPr lang="ko-KR" altLang="en-US" sz="65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2387AE-B16B-0E37-4633-E6D6373669F3}"/>
              </a:ext>
            </a:extLst>
          </p:cNvPr>
          <p:cNvSpPr txBox="1"/>
          <p:nvPr/>
        </p:nvSpPr>
        <p:spPr>
          <a:xfrm>
            <a:off x="1269240" y="780534"/>
            <a:ext cx="2590734" cy="6447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3600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E18A640-C056-B519-4F94-7AC5BBED8104}"/>
              </a:ext>
            </a:extLst>
          </p:cNvPr>
          <p:cNvGrpSpPr/>
          <p:nvPr/>
        </p:nvGrpSpPr>
        <p:grpSpPr>
          <a:xfrm>
            <a:off x="5377575" y="795"/>
            <a:ext cx="766682" cy="5503044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342F5FE-98E2-0C0E-12A9-252FF9F412B0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DA39142-3CBE-F2E2-E7D7-52F32DD702AB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3687EF1-E728-FB98-7BF4-8DDBB5045FE4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3F4F4D7-F693-0A0D-7A34-C75C7019ED7C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66FE60A-52AE-966E-E35E-62C9BFBB9BA1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A72F10B-66F1-275D-B086-3A30CACEF4E5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81"/>
            </a:p>
          </p:txBody>
        </p:sp>
      </p:grpSp>
      <p:sp>
        <p:nvSpPr>
          <p:cNvPr id="55" name="타원 54">
            <a:extLst>
              <a:ext uri="{FF2B5EF4-FFF2-40B4-BE49-F238E27FC236}">
                <a16:creationId xmlns:a16="http://schemas.microsoft.com/office/drawing/2014/main" id="{001FB050-2C05-5093-FEEF-9A14BA918E83}"/>
              </a:ext>
            </a:extLst>
          </p:cNvPr>
          <p:cNvSpPr/>
          <p:nvPr/>
        </p:nvSpPr>
        <p:spPr>
          <a:xfrm>
            <a:off x="1908180" y="5123476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58F15133-3C90-7F3B-7379-61AA1A736988}"/>
              </a:ext>
            </a:extLst>
          </p:cNvPr>
          <p:cNvSpPr/>
          <p:nvPr/>
        </p:nvSpPr>
        <p:spPr>
          <a:xfrm>
            <a:off x="2544524" y="5123476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BD090D81-4188-D4F5-5941-79B364FA0C28}"/>
              </a:ext>
            </a:extLst>
          </p:cNvPr>
          <p:cNvSpPr/>
          <p:nvPr/>
        </p:nvSpPr>
        <p:spPr>
          <a:xfrm>
            <a:off x="3155596" y="4280479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81A329DA-ECC1-1BE6-2AB0-A9CB6750F65D}"/>
              </a:ext>
            </a:extLst>
          </p:cNvPr>
          <p:cNvSpPr/>
          <p:nvPr/>
        </p:nvSpPr>
        <p:spPr>
          <a:xfrm>
            <a:off x="2542149" y="4280479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985E1CFE-5539-56F4-6FC5-EAF8199C2EA2}"/>
              </a:ext>
            </a:extLst>
          </p:cNvPr>
          <p:cNvSpPr/>
          <p:nvPr/>
        </p:nvSpPr>
        <p:spPr>
          <a:xfrm>
            <a:off x="1269239" y="4280479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C61CEA7-DB1F-BA89-5FFB-E3FC17F8B39F}"/>
              </a:ext>
            </a:extLst>
          </p:cNvPr>
          <p:cNvSpPr/>
          <p:nvPr/>
        </p:nvSpPr>
        <p:spPr>
          <a:xfrm>
            <a:off x="1908180" y="4674670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E501D840-80AC-1AB6-4289-258E36044DEC}"/>
              </a:ext>
            </a:extLst>
          </p:cNvPr>
          <p:cNvSpPr/>
          <p:nvPr/>
        </p:nvSpPr>
        <p:spPr>
          <a:xfrm>
            <a:off x="2535307" y="4674670"/>
            <a:ext cx="53850" cy="5385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77" name="이등변 삼각형 76">
            <a:extLst>
              <a:ext uri="{FF2B5EF4-FFF2-40B4-BE49-F238E27FC236}">
                <a16:creationId xmlns:a16="http://schemas.microsoft.com/office/drawing/2014/main" id="{218BC244-9F44-4652-815F-60690290A41C}"/>
              </a:ext>
            </a:extLst>
          </p:cNvPr>
          <p:cNvSpPr/>
          <p:nvPr/>
        </p:nvSpPr>
        <p:spPr>
          <a:xfrm rot="16200000">
            <a:off x="739142" y="1983473"/>
            <a:ext cx="147180" cy="77056"/>
          </a:xfrm>
          <a:custGeom>
            <a:avLst/>
            <a:gdLst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277281 w 503933"/>
              <a:gd name="csY3" fmla="*/ 180027 h 180027"/>
              <a:gd name="csX4" fmla="*/ 0 w 503933"/>
              <a:gd name="csY4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9552"/>
              <a:gd name="csX1" fmla="*/ 251967 w 503933"/>
              <a:gd name="csY1" fmla="*/ 0 h 189552"/>
              <a:gd name="csX2" fmla="*/ 503933 w 503933"/>
              <a:gd name="csY2" fmla="*/ 180027 h 189552"/>
              <a:gd name="csX3" fmla="*/ 340781 w 503933"/>
              <a:gd name="csY3" fmla="*/ 189552 h 189552"/>
              <a:gd name="csX4" fmla="*/ 0 w 503933"/>
              <a:gd name="csY4" fmla="*/ 180027 h 189552"/>
              <a:gd name="csX0" fmla="*/ 340781 w 503933"/>
              <a:gd name="csY0" fmla="*/ 189552 h 280992"/>
              <a:gd name="csX1" fmla="*/ 0 w 503933"/>
              <a:gd name="csY1" fmla="*/ 180027 h 280992"/>
              <a:gd name="csX2" fmla="*/ 251967 w 503933"/>
              <a:gd name="csY2" fmla="*/ 0 h 280992"/>
              <a:gd name="csX3" fmla="*/ 503933 w 503933"/>
              <a:gd name="csY3" fmla="*/ 180027 h 280992"/>
              <a:gd name="csX4" fmla="*/ 432221 w 503933"/>
              <a:gd name="csY4" fmla="*/ 280992 h 280992"/>
              <a:gd name="csX0" fmla="*/ 340781 w 503933"/>
              <a:gd name="csY0" fmla="*/ 189552 h 189552"/>
              <a:gd name="csX1" fmla="*/ 0 w 503933"/>
              <a:gd name="csY1" fmla="*/ 180027 h 189552"/>
              <a:gd name="csX2" fmla="*/ 251967 w 503933"/>
              <a:gd name="csY2" fmla="*/ 0 h 189552"/>
              <a:gd name="csX3" fmla="*/ 503933 w 503933"/>
              <a:gd name="csY3" fmla="*/ 180027 h 189552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3933" h="180027">
                <a:moveTo>
                  <a:pt x="0" y="180027"/>
                </a:moveTo>
                <a:lnTo>
                  <a:pt x="251967" y="0"/>
                </a:lnTo>
                <a:lnTo>
                  <a:pt x="503933" y="180027"/>
                </a:lnTo>
              </a:path>
            </a:pathLst>
          </a:custGeom>
          <a:noFill/>
          <a:ln w="25400" cap="flat">
            <a:solidFill>
              <a:schemeClr val="tx1">
                <a:lumMod val="95000"/>
                <a:lumOff val="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sp>
        <p:nvSpPr>
          <p:cNvPr id="78" name="이등변 삼각형 76">
            <a:extLst>
              <a:ext uri="{FF2B5EF4-FFF2-40B4-BE49-F238E27FC236}">
                <a16:creationId xmlns:a16="http://schemas.microsoft.com/office/drawing/2014/main" id="{C67570A9-817E-7804-9CB1-0E4B301C0FB2}"/>
              </a:ext>
            </a:extLst>
          </p:cNvPr>
          <p:cNvSpPr/>
          <p:nvPr/>
        </p:nvSpPr>
        <p:spPr>
          <a:xfrm rot="5400000">
            <a:off x="4242893" y="1983473"/>
            <a:ext cx="147180" cy="77056"/>
          </a:xfrm>
          <a:custGeom>
            <a:avLst/>
            <a:gdLst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277281 w 503933"/>
              <a:gd name="csY3" fmla="*/ 180027 h 180027"/>
              <a:gd name="csX4" fmla="*/ 0 w 503933"/>
              <a:gd name="csY4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9552"/>
              <a:gd name="csX1" fmla="*/ 251967 w 503933"/>
              <a:gd name="csY1" fmla="*/ 0 h 189552"/>
              <a:gd name="csX2" fmla="*/ 503933 w 503933"/>
              <a:gd name="csY2" fmla="*/ 180027 h 189552"/>
              <a:gd name="csX3" fmla="*/ 340781 w 503933"/>
              <a:gd name="csY3" fmla="*/ 189552 h 189552"/>
              <a:gd name="csX4" fmla="*/ 0 w 503933"/>
              <a:gd name="csY4" fmla="*/ 180027 h 189552"/>
              <a:gd name="csX0" fmla="*/ 340781 w 503933"/>
              <a:gd name="csY0" fmla="*/ 189552 h 280992"/>
              <a:gd name="csX1" fmla="*/ 0 w 503933"/>
              <a:gd name="csY1" fmla="*/ 180027 h 280992"/>
              <a:gd name="csX2" fmla="*/ 251967 w 503933"/>
              <a:gd name="csY2" fmla="*/ 0 h 280992"/>
              <a:gd name="csX3" fmla="*/ 503933 w 503933"/>
              <a:gd name="csY3" fmla="*/ 180027 h 280992"/>
              <a:gd name="csX4" fmla="*/ 432221 w 503933"/>
              <a:gd name="csY4" fmla="*/ 280992 h 280992"/>
              <a:gd name="csX0" fmla="*/ 340781 w 503933"/>
              <a:gd name="csY0" fmla="*/ 189552 h 189552"/>
              <a:gd name="csX1" fmla="*/ 0 w 503933"/>
              <a:gd name="csY1" fmla="*/ 180027 h 189552"/>
              <a:gd name="csX2" fmla="*/ 251967 w 503933"/>
              <a:gd name="csY2" fmla="*/ 0 h 189552"/>
              <a:gd name="csX3" fmla="*/ 503933 w 503933"/>
              <a:gd name="csY3" fmla="*/ 180027 h 189552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3933" h="180027">
                <a:moveTo>
                  <a:pt x="0" y="180027"/>
                </a:moveTo>
                <a:lnTo>
                  <a:pt x="251967" y="0"/>
                </a:lnTo>
                <a:lnTo>
                  <a:pt x="503933" y="180027"/>
                </a:lnTo>
              </a:path>
            </a:pathLst>
          </a:custGeom>
          <a:noFill/>
          <a:ln w="25400" cap="flat">
            <a:solidFill>
              <a:schemeClr val="tx1">
                <a:lumMod val="95000"/>
                <a:lumOff val="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81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C5C8562-8347-F90E-A3A8-EA6B1955E406}"/>
              </a:ext>
            </a:extLst>
          </p:cNvPr>
          <p:cNvGrpSpPr/>
          <p:nvPr/>
        </p:nvGrpSpPr>
        <p:grpSpPr>
          <a:xfrm>
            <a:off x="4328450" y="998350"/>
            <a:ext cx="252000" cy="252000"/>
            <a:chOff x="5100328" y="3160993"/>
            <a:chExt cx="762827" cy="762949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FFC89383-2B05-81BA-C4A4-E2EBC2A223BB}"/>
                </a:ext>
              </a:extLst>
            </p:cNvPr>
            <p:cNvSpPr/>
            <p:nvPr/>
          </p:nvSpPr>
          <p:spPr>
            <a:xfrm>
              <a:off x="5100328" y="3265765"/>
              <a:ext cx="658179" cy="658177"/>
            </a:xfrm>
            <a:custGeom>
              <a:avLst/>
              <a:gdLst>
                <a:gd name="csX0" fmla="*/ 161925 w 658177"/>
                <a:gd name="csY0" fmla="*/ 497205 h 658177"/>
                <a:gd name="csX1" fmla="*/ 161925 w 658177"/>
                <a:gd name="csY1" fmla="*/ 564833 h 658177"/>
                <a:gd name="csX2" fmla="*/ 80963 w 658177"/>
                <a:gd name="csY2" fmla="*/ 591503 h 658177"/>
                <a:gd name="csX3" fmla="*/ 66675 w 658177"/>
                <a:gd name="csY3" fmla="*/ 577215 h 658177"/>
                <a:gd name="csX4" fmla="*/ 93345 w 658177"/>
                <a:gd name="csY4" fmla="*/ 496253 h 658177"/>
                <a:gd name="csX5" fmla="*/ 161925 w 658177"/>
                <a:gd name="csY5" fmla="*/ 497205 h 658177"/>
                <a:gd name="csX6" fmla="*/ 536258 w 658177"/>
                <a:gd name="csY6" fmla="*/ 0 h 658177"/>
                <a:gd name="csX7" fmla="*/ 60008 w 658177"/>
                <a:gd name="csY7" fmla="*/ 477203 h 658177"/>
                <a:gd name="csX8" fmla="*/ 0 w 658177"/>
                <a:gd name="csY8" fmla="*/ 658178 h 658177"/>
                <a:gd name="csX9" fmla="*/ 181928 w 658177"/>
                <a:gd name="csY9" fmla="*/ 598170 h 658177"/>
                <a:gd name="csX10" fmla="*/ 658178 w 658177"/>
                <a:gd name="csY10" fmla="*/ 121920 h 6581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8177" h="658177">
                  <a:moveTo>
                    <a:pt x="161925" y="497205"/>
                  </a:moveTo>
                  <a:cubicBezTo>
                    <a:pt x="180975" y="516255"/>
                    <a:pt x="180975" y="545783"/>
                    <a:pt x="161925" y="564833"/>
                  </a:cubicBezTo>
                  <a:lnTo>
                    <a:pt x="80963" y="591503"/>
                  </a:lnTo>
                  <a:lnTo>
                    <a:pt x="66675" y="577215"/>
                  </a:lnTo>
                  <a:lnTo>
                    <a:pt x="93345" y="496253"/>
                  </a:lnTo>
                  <a:cubicBezTo>
                    <a:pt x="113348" y="478155"/>
                    <a:pt x="142875" y="478155"/>
                    <a:pt x="161925" y="497205"/>
                  </a:cubicBezTo>
                  <a:close/>
                  <a:moveTo>
                    <a:pt x="536258" y="0"/>
                  </a:moveTo>
                  <a:lnTo>
                    <a:pt x="60008" y="477203"/>
                  </a:lnTo>
                  <a:lnTo>
                    <a:pt x="0" y="658178"/>
                  </a:lnTo>
                  <a:lnTo>
                    <a:pt x="181928" y="598170"/>
                  </a:lnTo>
                  <a:lnTo>
                    <a:pt x="658178" y="121920"/>
                  </a:lnTo>
                </a:path>
              </a:pathLst>
            </a:custGeom>
            <a:solidFill>
              <a:srgbClr val="1E2D4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39627C6D-91A0-B836-F29B-589352DC3C3B}"/>
                </a:ext>
              </a:extLst>
            </p:cNvPr>
            <p:cNvSpPr/>
            <p:nvPr/>
          </p:nvSpPr>
          <p:spPr>
            <a:xfrm>
              <a:off x="5663246" y="3160993"/>
              <a:ext cx="199909" cy="199072"/>
            </a:xfrm>
            <a:custGeom>
              <a:avLst/>
              <a:gdLst>
                <a:gd name="csX0" fmla="*/ 188595 w 199908"/>
                <a:gd name="csY0" fmla="*/ 79058 h 199072"/>
                <a:gd name="csX1" fmla="*/ 120968 w 199908"/>
                <a:gd name="csY1" fmla="*/ 11430 h 199072"/>
                <a:gd name="csX2" fmla="*/ 66675 w 199908"/>
                <a:gd name="csY2" fmla="*/ 11430 h 199072"/>
                <a:gd name="csX3" fmla="*/ 0 w 199908"/>
                <a:gd name="csY3" fmla="*/ 78105 h 199072"/>
                <a:gd name="csX4" fmla="*/ 120968 w 199908"/>
                <a:gd name="csY4" fmla="*/ 199072 h 199072"/>
                <a:gd name="csX5" fmla="*/ 187643 w 199908"/>
                <a:gd name="csY5" fmla="*/ 132397 h 199072"/>
                <a:gd name="csX6" fmla="*/ 188595 w 199908"/>
                <a:gd name="csY6" fmla="*/ 79058 h 199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9908" h="199072">
                  <a:moveTo>
                    <a:pt x="188595" y="79058"/>
                  </a:moveTo>
                  <a:lnTo>
                    <a:pt x="120968" y="11430"/>
                  </a:lnTo>
                  <a:cubicBezTo>
                    <a:pt x="105727" y="-3810"/>
                    <a:pt x="81915" y="-3810"/>
                    <a:pt x="66675" y="11430"/>
                  </a:cubicBezTo>
                  <a:lnTo>
                    <a:pt x="0" y="78105"/>
                  </a:lnTo>
                  <a:lnTo>
                    <a:pt x="120968" y="199072"/>
                  </a:lnTo>
                  <a:lnTo>
                    <a:pt x="187643" y="132397"/>
                  </a:lnTo>
                  <a:cubicBezTo>
                    <a:pt x="203835" y="118110"/>
                    <a:pt x="203835" y="94297"/>
                    <a:pt x="188595" y="79058"/>
                  </a:cubicBezTo>
                  <a:close/>
                </a:path>
              </a:pathLst>
            </a:custGeom>
            <a:solidFill>
              <a:srgbClr val="1E2D4C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2081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0E1A83B-56F4-61F0-3EA6-37319B01622D}"/>
              </a:ext>
            </a:extLst>
          </p:cNvPr>
          <p:cNvSpPr txBox="1"/>
          <p:nvPr/>
        </p:nvSpPr>
        <p:spPr>
          <a:xfrm>
            <a:off x="1296164" y="934788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연도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9037D-1E88-D3B5-5EC3-0C7B60246874}"/>
              </a:ext>
            </a:extLst>
          </p:cNvPr>
          <p:cNvSpPr txBox="1"/>
          <p:nvPr/>
        </p:nvSpPr>
        <p:spPr>
          <a:xfrm>
            <a:off x="2098997" y="2173281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월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113sp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D9AFBC-5BF6-E0A4-2D43-77FF0A7A18AE}"/>
              </a:ext>
            </a:extLst>
          </p:cNvPr>
          <p:cNvSpPr txBox="1"/>
          <p:nvPr/>
        </p:nvSpPr>
        <p:spPr>
          <a:xfrm>
            <a:off x="3770648" y="516750"/>
            <a:ext cx="928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아이콘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35*35dp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5DA1AD-8D42-70E0-2E16-3B465BC5B3B8}"/>
              </a:ext>
            </a:extLst>
          </p:cNvPr>
          <p:cNvSpPr txBox="1"/>
          <p:nvPr/>
        </p:nvSpPr>
        <p:spPr>
          <a:xfrm>
            <a:off x="409860" y="2992571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요일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5AC0B0-953D-8C44-B083-FF10EABE6C0C}"/>
              </a:ext>
            </a:extLst>
          </p:cNvPr>
          <p:cNvSpPr txBox="1"/>
          <p:nvPr/>
        </p:nvSpPr>
        <p:spPr>
          <a:xfrm>
            <a:off x="382935" y="3746514"/>
            <a:ext cx="886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일자 </a:t>
            </a:r>
            <a:r>
              <a: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21sp</a:t>
            </a:r>
            <a:endParaRPr lang="ko-KR" altLang="en-US" sz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C9BB543-D4AE-A327-4069-4B3F2F35911E}"/>
              </a:ext>
            </a:extLst>
          </p:cNvPr>
          <p:cNvGrpSpPr/>
          <p:nvPr/>
        </p:nvGrpSpPr>
        <p:grpSpPr>
          <a:xfrm>
            <a:off x="-1" y="48307"/>
            <a:ext cx="5129214" cy="6792231"/>
            <a:chOff x="-1" y="48307"/>
            <a:chExt cx="5129214" cy="67922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890942-F0C3-3D00-6227-BA79C144BC63}"/>
                </a:ext>
              </a:extLst>
            </p:cNvPr>
            <p:cNvSpPr txBox="1"/>
            <p:nvPr/>
          </p:nvSpPr>
          <p:spPr>
            <a:xfrm>
              <a:off x="-1" y="3206741"/>
              <a:ext cx="512763" cy="42705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여백</a:t>
              </a:r>
              <a:endPara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71dp</a:t>
              </a:r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2573836-F15A-EE9D-509C-2407C0E65A27}"/>
                </a:ext>
              </a:extLst>
            </p:cNvPr>
            <p:cNvSpPr txBox="1"/>
            <p:nvPr/>
          </p:nvSpPr>
          <p:spPr>
            <a:xfrm>
              <a:off x="4616450" y="3206741"/>
              <a:ext cx="512763" cy="427056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여백</a:t>
              </a:r>
              <a:endParaRPr lang="en-US" altLang="ko-KR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71dp</a:t>
              </a:r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D345BE1-DB74-78A8-B28E-83D27C779B7B}"/>
                </a:ext>
              </a:extLst>
            </p:cNvPr>
            <p:cNvSpPr txBox="1"/>
            <p:nvPr/>
          </p:nvSpPr>
          <p:spPr>
            <a:xfrm>
              <a:off x="1988603" y="6516794"/>
              <a:ext cx="1152007" cy="323744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여백 </a:t>
              </a:r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45dp</a:t>
              </a:r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DB4D0FB-E1BA-D6E2-6D70-3B46EFB2B1FA}"/>
                </a:ext>
              </a:extLst>
            </p:cNvPr>
            <p:cNvSpPr txBox="1"/>
            <p:nvPr/>
          </p:nvSpPr>
          <p:spPr>
            <a:xfrm>
              <a:off x="1988603" y="48307"/>
              <a:ext cx="1152007" cy="323744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여백 </a:t>
              </a:r>
              <a:r>
                <a:rPr lang="en-US" altLang="ko-KR" sz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63.5dp</a:t>
              </a:r>
              <a:endParaRPr lang="ko-KR" altLang="en-US" sz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0537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358D7-FA05-DFBD-C154-0B6784DD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605E20B-8853-0183-C705-FEAD6176E9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98"/>
            <a:ext cx="5129213" cy="679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1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B2159-7B1E-707C-465E-63F8BB91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E2074F4-A118-D84E-BC5C-47707CDBD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98"/>
            <a:ext cx="5129213" cy="679454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A2981A4-9E99-71FB-3A24-1B1D3BD71870}"/>
              </a:ext>
            </a:extLst>
          </p:cNvPr>
          <p:cNvSpPr/>
          <p:nvPr/>
        </p:nvSpPr>
        <p:spPr>
          <a:xfrm>
            <a:off x="5377575" y="944468"/>
            <a:ext cx="766682" cy="784680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60E95B-7E48-3BB5-7B43-8A7AD204C41F}"/>
              </a:ext>
            </a:extLst>
          </p:cNvPr>
          <p:cNvSpPr/>
          <p:nvPr/>
        </p:nvSpPr>
        <p:spPr>
          <a:xfrm>
            <a:off x="5377575" y="4719159"/>
            <a:ext cx="766682" cy="78468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B69CEE-B130-90AD-B696-E4D9EF898B6D}"/>
              </a:ext>
            </a:extLst>
          </p:cNvPr>
          <p:cNvSpPr/>
          <p:nvPr/>
        </p:nvSpPr>
        <p:spPr>
          <a:xfrm>
            <a:off x="5377575" y="1888140"/>
            <a:ext cx="766682" cy="784680"/>
          </a:xfrm>
          <a:prstGeom prst="rect">
            <a:avLst/>
          </a:prstGeom>
          <a:solidFill>
            <a:srgbClr val="E6E9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9B8BB2-D856-4389-7193-0D5877402A57}"/>
              </a:ext>
            </a:extLst>
          </p:cNvPr>
          <p:cNvSpPr/>
          <p:nvPr/>
        </p:nvSpPr>
        <p:spPr>
          <a:xfrm>
            <a:off x="5377575" y="795"/>
            <a:ext cx="766682" cy="784680"/>
          </a:xfrm>
          <a:prstGeom prst="rect">
            <a:avLst/>
          </a:prstGeom>
          <a:solidFill>
            <a:srgbClr val="CFC0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1900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29DACA-1948-4C6A-AC4F-A8DB9F443F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cb5c456-d79f-4e99-8698-fce3db2fef8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2459</TotalTime>
  <Words>439</Words>
  <Application>Microsoft Office PowerPoint</Application>
  <PresentationFormat>사용자 지정</PresentationFormat>
  <Paragraphs>305</Paragraphs>
  <Slides>17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Pretendard Medium</vt:lpstr>
      <vt:lpstr>맑은 고딕</vt:lpstr>
      <vt:lpstr>Aptos</vt:lpstr>
      <vt:lpstr>Aptos Display</vt:lpstr>
      <vt:lpstr>Arial</vt:lpstr>
      <vt:lpstr>Cavorting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젤 이</dc:creator>
  <cp:lastModifiedBy>젤 이</cp:lastModifiedBy>
  <cp:revision>16</cp:revision>
  <dcterms:created xsi:type="dcterms:W3CDTF">2026-08-13T10:59:55Z</dcterms:created>
  <dcterms:modified xsi:type="dcterms:W3CDTF">2026-08-15T10:30:56Z</dcterms:modified>
</cp:coreProperties>
</file>