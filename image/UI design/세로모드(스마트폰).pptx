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21"/>
  </p:notesMasterIdLst>
  <p:sldIdLst>
    <p:sldId id="281" r:id="rId2"/>
    <p:sldId id="298" r:id="rId3"/>
    <p:sldId id="260" r:id="rId4"/>
    <p:sldId id="283" r:id="rId5"/>
    <p:sldId id="304" r:id="rId6"/>
    <p:sldId id="293" r:id="rId7"/>
    <p:sldId id="273" r:id="rId8"/>
    <p:sldId id="278" r:id="rId9"/>
    <p:sldId id="297" r:id="rId10"/>
    <p:sldId id="300" r:id="rId11"/>
    <p:sldId id="301" r:id="rId12"/>
    <p:sldId id="296" r:id="rId13"/>
    <p:sldId id="299" r:id="rId14"/>
    <p:sldId id="302" r:id="rId15"/>
    <p:sldId id="256" r:id="rId16"/>
    <p:sldId id="303" r:id="rId17"/>
    <p:sldId id="258" r:id="rId18"/>
    <p:sldId id="275" r:id="rId19"/>
    <p:sldId id="265" r:id="rId20"/>
  </p:sldIdLst>
  <p:sldSz cx="3419475" cy="54070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0_샘플" id="{48178709-3278-4FD5-85FB-2C03F70506E3}">
          <p14:sldIdLst>
            <p14:sldId id="281"/>
          </p14:sldIdLst>
        </p14:section>
        <p14:section name="01_온보딩" id="{0E897739-B5E7-4D98-AD23-EA43E62E897B}">
          <p14:sldIdLst>
            <p14:sldId id="298"/>
            <p14:sldId id="260"/>
          </p14:sldIdLst>
        </p14:section>
        <p14:section name="홈" id="{00723424-3A4C-496E-9278-A4CF77578AEB}">
          <p14:sldIdLst>
            <p14:sldId id="283"/>
            <p14:sldId id="304"/>
          </p14:sldIdLst>
        </p14:section>
        <p14:section name="스케치북" id="{B62597EA-61DD-4BC4-9CD0-9B77CFCD9DC5}">
          <p14:sldIdLst>
            <p14:sldId id="293"/>
            <p14:sldId id="273"/>
            <p14:sldId id="278"/>
          </p14:sldIdLst>
        </p14:section>
        <p14:section name="shared" id="{182707A1-5C82-40F0-AFA3-7370A7E8AF62}">
          <p14:sldIdLst>
            <p14:sldId id="297"/>
            <p14:sldId id="300"/>
            <p14:sldId id="301"/>
            <p14:sldId id="296"/>
            <p14:sldId id="299"/>
          </p14:sldIdLst>
        </p14:section>
        <p14:section name="일기달력" id="{40276003-960B-4DAA-AF4C-ECC48D2AF482}">
          <p14:sldIdLst>
            <p14:sldId id="302"/>
            <p14:sldId id="256"/>
            <p14:sldId id="303"/>
            <p14:sldId id="258"/>
            <p14:sldId id="275"/>
          </p14:sldIdLst>
        </p14:section>
        <p14:section name="설정" id="{E489BDBA-25D2-4B6C-B70F-78AB747A615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5A"/>
    <a:srgbClr val="FCF3E4"/>
    <a:srgbClr val="E40001"/>
    <a:srgbClr val="FBC117"/>
    <a:srgbClr val="F583B4"/>
    <a:srgbClr val="9AC8C8"/>
    <a:srgbClr val="FB5E01"/>
    <a:srgbClr val="FB9400"/>
    <a:srgbClr val="27466B"/>
    <a:srgbClr val="FAF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5" autoAdjust="0"/>
    <p:restoredTop sz="95548" autoAdjust="0"/>
  </p:normalViewPr>
  <p:slideViewPr>
    <p:cSldViewPr snapToGrid="0" showGuides="1">
      <p:cViewPr>
        <p:scale>
          <a:sx n="125" d="100"/>
          <a:sy n="125" d="100"/>
        </p:scale>
        <p:origin x="2364" y="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BE790-B84C-4C6E-90A5-3ECCE5FA4BA5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452688" y="1143000"/>
            <a:ext cx="1952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AACBE7-A3C7-4D2D-9065-22E41D6FE4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4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1pPr>
    <a:lvl2pPr marL="252150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2pPr>
    <a:lvl3pPr marL="504300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3pPr>
    <a:lvl4pPr marL="756449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4pPr>
    <a:lvl5pPr marL="1008599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5pPr>
    <a:lvl6pPr marL="1260748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6pPr>
    <a:lvl7pPr marL="1512898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7pPr>
    <a:lvl8pPr marL="1765048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8pPr>
    <a:lvl9pPr marL="2017198" algn="l" defTabSz="504300" rtl="0" eaLnBrk="1" latinLnBrk="1" hangingPunct="1">
      <a:defRPr sz="6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BEBF-D3CE-CAAE-42F9-14E77A0DE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BC3726-A72E-1D9E-142D-6CF412B58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D5DFC2-B530-A743-BDAF-1819CEEDD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6300F9-3F37-A3FB-453F-01CED89B1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850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AD5A-9FCA-047C-D8D2-ADBC293D1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FDF4FB-B19C-DD8C-8B8B-D8B1A07BD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3D6275-ECB3-1FD4-02DF-AE1E8E493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DF41-43AE-610E-93D2-54C0698A3F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146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3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263E-7662-67E8-2207-02013FF54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097B8E-6DBA-A765-CB50-C201AE221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212060-6253-53CC-9F15-0302EC068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8E436E-F254-AF7B-E815-04C502883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88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1571B-AE05-B248-4E0B-A3DB1A5E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CF42AA-3873-EE5E-3114-AADD03E86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322243-A59E-34BB-2E79-9C9D88B3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9B4BCD-2458-42B5-8231-897F0D802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653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E9222-5C2C-D202-B147-4F58D906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D919D9-8BC2-BB62-826A-697FAAD60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867074-61C9-2686-08F3-B0A308403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9FAD55-4627-2B7D-17BC-1B1C5BDA6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22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2A6B-E778-90F9-0018-CAB190FB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7D5461-ED52-F209-81B9-3F3B08365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EFD78E-4067-BECD-4542-AD5632323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6DC865-8CBB-8555-B48A-B078573E8D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052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FA08-1F85-D88D-7B90-73B1E7DC1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249608-6559-F4E6-2625-3BBB1DA78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DD7323-4144-140F-1CD1-77EDF3D96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A68DF-E14C-2144-D002-A5C52CF67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970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387BC-DE29-6AFE-44E2-1BD616FC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FA74B4-87B3-A51B-2901-06F9105276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C6EAD2-83FA-8CB6-0ADC-F61597B8B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790539-C41F-3260-C867-0AAE950E7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600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E1C2-B1C7-5C3D-C1BD-E86745E4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8BD676-B81D-6057-06AA-3E8E32896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735EB-1F67-706A-742D-1F2225A91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043525-210C-6A1A-6E15-1A5BD763F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954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C436-2F2A-374F-17F0-5CF7DB27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5FE31B-23E9-421F-2816-3ACE4A790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D1CC62-DDD8-C101-24C0-3B82106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249D6-3643-0E8C-0629-68FD0AD77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800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0A52F-5A7B-2A9A-0B39-BCE792C4F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EDB429-A93B-0944-D485-8323D7E3E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91A301-9368-0AB6-A7AB-EA95CACF1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A65B81-5110-EC4F-81E5-199E06609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739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03F33-50BC-FFBE-F78D-4E91A11B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A75426-5017-6887-1AD4-6B21CBD18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ED9C61-939E-F6C6-3666-6BFAF9164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A1F86-B557-89C8-9CAB-D407C5CCC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6917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C70D-0D44-CFC7-4AE5-14251C55D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61ADFD-1979-330F-508A-D719BDD5F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BCE724-1C4C-C38B-D0CA-4B065F1D8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DAF7D6-07E5-96A0-0797-E479E4696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9656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8F82-45EF-259D-F5BD-8422D892E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38E881-2DA6-CB9A-E01C-FED8592B4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52688" y="1143000"/>
            <a:ext cx="1952625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F288AB-AFE7-CE70-B480-6B0C24F22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FDFA79-4E9B-85E1-BEDA-763D7E2B45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ACBE7-A3C7-4D2D-9065-22E41D6FE41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899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423F5B-871F-700D-698B-3253D581C9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909"/>
            <a:ext cx="3419475" cy="26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249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3">
          <p15:clr>
            <a:srgbClr val="FBAE40"/>
          </p15:clr>
        </p15:guide>
        <p15:guide id="2" pos="107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탭화면(빈페이지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그림 77">
            <a:extLst>
              <a:ext uri="{FF2B5EF4-FFF2-40B4-BE49-F238E27FC236}">
                <a16:creationId xmlns:a16="http://schemas.microsoft.com/office/drawing/2014/main" id="{43A50B0D-8476-D58E-F564-7DD4D9A474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909"/>
            <a:ext cx="3419475" cy="267332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0714A2B7-7523-7BFB-90D4-A970267EF7D2}"/>
              </a:ext>
            </a:extLst>
          </p:cNvPr>
          <p:cNvSpPr/>
          <p:nvPr userDrawn="1"/>
        </p:nvSpPr>
        <p:spPr>
          <a:xfrm flipV="1">
            <a:off x="-279083" y="4972049"/>
            <a:ext cx="3977640" cy="43497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042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3" userDrawn="1">
          <p15:clr>
            <a:srgbClr val="FBAE40"/>
          </p15:clr>
        </p15:guide>
        <p15:guide id="2" pos="1077" userDrawn="1">
          <p15:clr>
            <a:srgbClr val="FBAE40"/>
          </p15:clr>
        </p15:guide>
        <p15:guide id="3" pos="204" userDrawn="1">
          <p15:clr>
            <a:srgbClr val="FBAE40"/>
          </p15:clr>
        </p15:guide>
        <p15:guide id="4" pos="2154" userDrawn="1">
          <p15:clr>
            <a:srgbClr val="FBAE40"/>
          </p15:clr>
        </p15:guide>
        <p15:guide id="9" orient="horz" pos="3132" userDrawn="1">
          <p15:clr>
            <a:srgbClr val="FBAE40"/>
          </p15:clr>
        </p15:guide>
        <p15:guide id="10" orient="horz" pos="274" userDrawn="1">
          <p15:clr>
            <a:srgbClr val="FBAE40"/>
          </p15:clr>
        </p15:guide>
        <p15:guide id="11" orient="horz" userDrawn="1">
          <p15:clr>
            <a:srgbClr val="FBAE40"/>
          </p15:clr>
        </p15:guide>
        <p15:guide id="12" orient="horz" pos="932" userDrawn="1">
          <p15:clr>
            <a:srgbClr val="FBAE40"/>
          </p15:clr>
        </p15:guide>
        <p15:guide id="13" orient="horz" pos="3065" userDrawn="1">
          <p15:clr>
            <a:srgbClr val="FBAE40"/>
          </p15:clr>
        </p15:guide>
        <p15:guide id="14" orient="horz" pos="2922" userDrawn="1">
          <p15:clr>
            <a:srgbClr val="FBAE40"/>
          </p15:clr>
        </p15:guide>
        <p15:guide id="15" pos="1950" userDrawn="1">
          <p15:clr>
            <a:srgbClr val="FBAE40"/>
          </p15:clr>
        </p15:guide>
        <p15:guide id="16" orient="horz" pos="388" userDrawn="1">
          <p15:clr>
            <a:srgbClr val="FBAE40"/>
          </p15:clr>
        </p15:guide>
        <p15:guide id="17" orient="horz" pos="569" userDrawn="1">
          <p15:clr>
            <a:srgbClr val="FBAE40"/>
          </p15:clr>
        </p15:guide>
        <p15:guide id="18" orient="horz" pos="12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탭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C1DD5C-AC3A-3199-D944-B02171CC1C1E}"/>
              </a:ext>
            </a:extLst>
          </p:cNvPr>
          <p:cNvSpPr/>
          <p:nvPr userDrawn="1"/>
        </p:nvSpPr>
        <p:spPr>
          <a:xfrm>
            <a:off x="323849" y="-1"/>
            <a:ext cx="2771776" cy="434975"/>
          </a:xfrm>
          <a:prstGeom prst="rect">
            <a:avLst/>
          </a:prstGeom>
          <a:solidFill>
            <a:schemeClr val="bg2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상단여백</a:t>
            </a:r>
            <a:r>
              <a:rPr lang="en-US" altLang="ko-KR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60dp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8ECAB08-CAFE-1E24-C34A-FF91510B7812}"/>
              </a:ext>
            </a:extLst>
          </p:cNvPr>
          <p:cNvSpPr/>
          <p:nvPr userDrawn="1"/>
        </p:nvSpPr>
        <p:spPr>
          <a:xfrm>
            <a:off x="323850" y="903288"/>
            <a:ext cx="2771776" cy="576262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304815"/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D81ECAA-3BE5-B9D5-F300-17CCAD977396}"/>
              </a:ext>
            </a:extLst>
          </p:cNvPr>
          <p:cNvSpPr/>
          <p:nvPr userDrawn="1"/>
        </p:nvSpPr>
        <p:spPr>
          <a:xfrm>
            <a:off x="323848" y="434974"/>
            <a:ext cx="2771780" cy="180976"/>
          </a:xfrm>
          <a:prstGeom prst="rect">
            <a:avLst/>
          </a:prstGeom>
          <a:solidFill>
            <a:schemeClr val="accent2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304815"/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버튼영역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25dp</a:t>
            </a:r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6A47A22-D4F0-3816-6565-6B93EEF5D104}"/>
              </a:ext>
            </a:extLst>
          </p:cNvPr>
          <p:cNvSpPr>
            <a:spLocks/>
          </p:cNvSpPr>
          <p:nvPr userDrawn="1"/>
        </p:nvSpPr>
        <p:spPr>
          <a:xfrm rot="16200000">
            <a:off x="771526" y="2324098"/>
            <a:ext cx="4972052" cy="323851"/>
          </a:xfrm>
          <a:prstGeom prst="rect">
            <a:avLst/>
          </a:prstGeom>
          <a:solidFill>
            <a:schemeClr val="bg2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algn="ctr" defTabSz="304815" rtl="0" eaLnBrk="1" latinLnBrk="0" hangingPunct="1"/>
            <a:r>
              <a: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 </a:t>
            </a:r>
            <a:r>
              <a:rPr lang="en-US" altLang="ko-KR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79A9DE7-602D-5C19-E911-BBA05A95C08E}"/>
              </a:ext>
            </a:extLst>
          </p:cNvPr>
          <p:cNvSpPr>
            <a:spLocks/>
          </p:cNvSpPr>
          <p:nvPr userDrawn="1"/>
        </p:nvSpPr>
        <p:spPr>
          <a:xfrm rot="16200000">
            <a:off x="-2324102" y="2324099"/>
            <a:ext cx="4972054" cy="323851"/>
          </a:xfrm>
          <a:prstGeom prst="rect">
            <a:avLst/>
          </a:prstGeom>
          <a:solidFill>
            <a:schemeClr val="bg2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marL="0" algn="ctr" defTabSz="304815" rtl="0" eaLnBrk="1" latinLnBrk="0" hangingPunct="1"/>
            <a:r>
              <a: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 </a:t>
            </a:r>
            <a:r>
              <a:rPr lang="en-US" altLang="ko-KR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973145A-0685-7C72-0067-D6249A6417D1}"/>
              </a:ext>
            </a:extLst>
          </p:cNvPr>
          <p:cNvSpPr/>
          <p:nvPr userDrawn="1"/>
        </p:nvSpPr>
        <p:spPr>
          <a:xfrm>
            <a:off x="323849" y="615950"/>
            <a:ext cx="2771776" cy="287338"/>
          </a:xfrm>
          <a:prstGeom prst="rect">
            <a:avLst/>
          </a:prstGeom>
          <a:solidFill>
            <a:schemeClr val="bg2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r>
              <a:rPr lang="en-US" altLang="ko-KR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4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0dp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3840A2D-265D-1F85-8510-6ECA7573E448}"/>
              </a:ext>
            </a:extLst>
          </p:cNvPr>
          <p:cNvSpPr/>
          <p:nvPr userDrawn="1"/>
        </p:nvSpPr>
        <p:spPr>
          <a:xfrm>
            <a:off x="323849" y="1479550"/>
            <a:ext cx="2771776" cy="431800"/>
          </a:xfrm>
          <a:prstGeom prst="rect">
            <a:avLst/>
          </a:prstGeom>
          <a:solidFill>
            <a:schemeClr val="bg2">
              <a:lumMod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여백</a:t>
            </a:r>
            <a:r>
              <a:rPr lang="en-US" altLang="ko-KR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60dp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A4BCBDF-044D-3687-835E-06B55FA95D23}"/>
              </a:ext>
            </a:extLst>
          </p:cNvPr>
          <p:cNvSpPr/>
          <p:nvPr userDrawn="1"/>
        </p:nvSpPr>
        <p:spPr>
          <a:xfrm>
            <a:off x="323850" y="1911350"/>
            <a:ext cx="2771776" cy="3060700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304815"/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본문영역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2562EB7-4F03-F815-327D-A4A219021460}"/>
              </a:ext>
            </a:extLst>
          </p:cNvPr>
          <p:cNvSpPr/>
          <p:nvPr userDrawn="1"/>
        </p:nvSpPr>
        <p:spPr>
          <a:xfrm>
            <a:off x="-2" y="4972050"/>
            <a:ext cx="3419475" cy="434975"/>
          </a:xfrm>
          <a:prstGeom prst="rect">
            <a:avLst/>
          </a:prstGeom>
          <a:solidFill>
            <a:schemeClr val="accent3">
              <a:lumMod val="60000"/>
              <a:lumOff val="4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36AF85-90FA-9605-22DF-61F7953B599C}"/>
              </a:ext>
            </a:extLst>
          </p:cNvPr>
          <p:cNvSpPr txBox="1"/>
          <p:nvPr userDrawn="1"/>
        </p:nvSpPr>
        <p:spPr>
          <a:xfrm>
            <a:off x="1275622" y="1099086"/>
            <a:ext cx="8682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304815"/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타이틀 영역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80dp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B08EA81-D2BC-82B6-CE72-6C94E48A09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909"/>
            <a:ext cx="3419475" cy="2673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9FCB66-99E3-282C-6CA9-D1ED25B91B60}"/>
              </a:ext>
            </a:extLst>
          </p:cNvPr>
          <p:cNvSpPr txBox="1"/>
          <p:nvPr userDrawn="1"/>
        </p:nvSpPr>
        <p:spPr>
          <a:xfrm>
            <a:off x="211329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Home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0304F-4D71-9947-45AE-38ED9AC8747B}"/>
              </a:ext>
            </a:extLst>
          </p:cNvPr>
          <p:cNvSpPr txBox="1"/>
          <p:nvPr userDrawn="1"/>
        </p:nvSpPr>
        <p:spPr>
          <a:xfrm>
            <a:off x="2803106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Other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F3D9E-6C26-F56B-A4C6-03C25A07B48E}"/>
              </a:ext>
            </a:extLst>
          </p:cNvPr>
          <p:cNvSpPr txBox="1"/>
          <p:nvPr userDrawn="1"/>
        </p:nvSpPr>
        <p:spPr>
          <a:xfrm>
            <a:off x="2155161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Diary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72364E-4AA2-7DE2-C118-6405C8F121E5}"/>
              </a:ext>
            </a:extLst>
          </p:cNvPr>
          <p:cNvSpPr txBox="1"/>
          <p:nvPr userDrawn="1"/>
        </p:nvSpPr>
        <p:spPr>
          <a:xfrm>
            <a:off x="1507217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share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7D8CA1-EDA8-8BAA-3BAF-C5B72C7CF151}"/>
              </a:ext>
            </a:extLst>
          </p:cNvPr>
          <p:cNvSpPr txBox="1"/>
          <p:nvPr userDrawn="1"/>
        </p:nvSpPr>
        <p:spPr>
          <a:xfrm>
            <a:off x="859273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List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F6CEBF9-F71F-B681-2E54-759914C9903F}"/>
              </a:ext>
            </a:extLst>
          </p:cNvPr>
          <p:cNvGrpSpPr/>
          <p:nvPr userDrawn="1"/>
        </p:nvGrpSpPr>
        <p:grpSpPr>
          <a:xfrm>
            <a:off x="971792" y="5045701"/>
            <a:ext cx="180000" cy="180000"/>
            <a:chOff x="971792" y="5045701"/>
            <a:chExt cx="180000" cy="180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8001009-2509-7354-CA45-BB434413BC44}"/>
                </a:ext>
              </a:extLst>
            </p:cNvPr>
            <p:cNvSpPr/>
            <p:nvPr/>
          </p:nvSpPr>
          <p:spPr>
            <a:xfrm>
              <a:off x="971792" y="5046151"/>
              <a:ext cx="19286" cy="17955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DB118759-E444-289B-7AB1-06D2AFF599C9}"/>
                </a:ext>
              </a:extLst>
            </p:cNvPr>
            <p:cNvSpPr/>
            <p:nvPr/>
          </p:nvSpPr>
          <p:spPr>
            <a:xfrm>
              <a:off x="1003935" y="5045701"/>
              <a:ext cx="147857" cy="180000"/>
            </a:xfrm>
            <a:custGeom>
              <a:avLst/>
              <a:gdLst>
                <a:gd name="csX0" fmla="*/ 352425 w 438150"/>
                <a:gd name="csY0" fmla="*/ 285750 h 762000"/>
                <a:gd name="csX1" fmla="*/ 85725 w 438150"/>
                <a:gd name="csY1" fmla="*/ 285750 h 762000"/>
                <a:gd name="csX2" fmla="*/ 85725 w 438150"/>
                <a:gd name="csY2" fmla="*/ 228600 h 762000"/>
                <a:gd name="csX3" fmla="*/ 352425 w 438150"/>
                <a:gd name="csY3" fmla="*/ 228600 h 762000"/>
                <a:gd name="csX4" fmla="*/ 352425 w 438150"/>
                <a:gd name="csY4" fmla="*/ 285750 h 762000"/>
                <a:gd name="csX5" fmla="*/ 295275 w 438150"/>
                <a:gd name="csY5" fmla="*/ 381000 h 762000"/>
                <a:gd name="csX6" fmla="*/ 147638 w 438150"/>
                <a:gd name="csY6" fmla="*/ 381000 h 762000"/>
                <a:gd name="csX7" fmla="*/ 147638 w 438150"/>
                <a:gd name="csY7" fmla="*/ 342900 h 762000"/>
                <a:gd name="csX8" fmla="*/ 295275 w 438150"/>
                <a:gd name="csY8" fmla="*/ 342900 h 762000"/>
                <a:gd name="csX9" fmla="*/ 295275 w 438150"/>
                <a:gd name="csY9" fmla="*/ 381000 h 762000"/>
                <a:gd name="csX10" fmla="*/ 400050 w 438150"/>
                <a:gd name="csY10" fmla="*/ 0 h 762000"/>
                <a:gd name="csX11" fmla="*/ 0 w 438150"/>
                <a:gd name="csY11" fmla="*/ 1905 h 762000"/>
                <a:gd name="csX12" fmla="*/ 0 w 438150"/>
                <a:gd name="csY12" fmla="*/ 762000 h 762000"/>
                <a:gd name="csX13" fmla="*/ 400050 w 438150"/>
                <a:gd name="csY13" fmla="*/ 762000 h 762000"/>
                <a:gd name="csX14" fmla="*/ 438150 w 438150"/>
                <a:gd name="csY14" fmla="*/ 723900 h 762000"/>
                <a:gd name="csX15" fmla="*/ 438150 w 438150"/>
                <a:gd name="csY15" fmla="*/ 38100 h 762000"/>
                <a:gd name="csX16" fmla="*/ 400050 w 4381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38150" h="762000">
                  <a:moveTo>
                    <a:pt x="352425" y="285750"/>
                  </a:moveTo>
                  <a:lnTo>
                    <a:pt x="85725" y="285750"/>
                  </a:lnTo>
                  <a:lnTo>
                    <a:pt x="85725" y="228600"/>
                  </a:lnTo>
                  <a:lnTo>
                    <a:pt x="352425" y="228600"/>
                  </a:lnTo>
                  <a:lnTo>
                    <a:pt x="352425" y="285750"/>
                  </a:lnTo>
                  <a:close/>
                  <a:moveTo>
                    <a:pt x="295275" y="381000"/>
                  </a:moveTo>
                  <a:lnTo>
                    <a:pt x="147638" y="381000"/>
                  </a:lnTo>
                  <a:lnTo>
                    <a:pt x="147638" y="342900"/>
                  </a:lnTo>
                  <a:lnTo>
                    <a:pt x="295275" y="342900"/>
                  </a:lnTo>
                  <a:lnTo>
                    <a:pt x="295275" y="381000"/>
                  </a:lnTo>
                  <a:close/>
                  <a:moveTo>
                    <a:pt x="400050" y="0"/>
                  </a:moveTo>
                  <a:lnTo>
                    <a:pt x="0" y="1905"/>
                  </a:lnTo>
                  <a:lnTo>
                    <a:pt x="0" y="762000"/>
                  </a:lnTo>
                  <a:lnTo>
                    <a:pt x="400050" y="762000"/>
                  </a:lnTo>
                  <a:cubicBezTo>
                    <a:pt x="421005" y="762000"/>
                    <a:pt x="438150" y="744855"/>
                    <a:pt x="438150" y="723900"/>
                  </a:cubicBezTo>
                  <a:lnTo>
                    <a:pt x="438150" y="38100"/>
                  </a:lnTo>
                  <a:cubicBezTo>
                    <a:pt x="438150" y="17145"/>
                    <a:pt x="421005" y="0"/>
                    <a:pt x="400050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154D83D-B7AB-0C25-6091-E5FB2521F533}"/>
              </a:ext>
            </a:extLst>
          </p:cNvPr>
          <p:cNvGrpSpPr/>
          <p:nvPr userDrawn="1"/>
        </p:nvGrpSpPr>
        <p:grpSpPr>
          <a:xfrm>
            <a:off x="2267680" y="5045701"/>
            <a:ext cx="180000" cy="180000"/>
            <a:chOff x="2267680" y="5045701"/>
            <a:chExt cx="180000" cy="180000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02DB3855-2D05-7E21-F36F-CFC4DB1DAED7}"/>
                </a:ext>
              </a:extLst>
            </p:cNvPr>
            <p:cNvSpPr/>
            <p:nvPr/>
          </p:nvSpPr>
          <p:spPr>
            <a:xfrm>
              <a:off x="2267680" y="5077465"/>
              <a:ext cx="180000" cy="148236"/>
            </a:xfrm>
            <a:custGeom>
              <a:avLst/>
              <a:gdLst>
                <a:gd name="csX0" fmla="*/ 590550 w 647700"/>
                <a:gd name="csY0" fmla="*/ 57150 h 533400"/>
                <a:gd name="csX1" fmla="*/ 590550 w 647700"/>
                <a:gd name="csY1" fmla="*/ 133350 h 533400"/>
                <a:gd name="csX2" fmla="*/ 514350 w 647700"/>
                <a:gd name="csY2" fmla="*/ 133350 h 533400"/>
                <a:gd name="csX3" fmla="*/ 514350 w 647700"/>
                <a:gd name="csY3" fmla="*/ 57150 h 533400"/>
                <a:gd name="csX4" fmla="*/ 590550 w 647700"/>
                <a:gd name="csY4" fmla="*/ 57150 h 533400"/>
                <a:gd name="csX5" fmla="*/ 57150 w 647700"/>
                <a:gd name="csY5" fmla="*/ 400050 h 533400"/>
                <a:gd name="csX6" fmla="*/ 133350 w 647700"/>
                <a:gd name="csY6" fmla="*/ 400050 h 533400"/>
                <a:gd name="csX7" fmla="*/ 133350 w 647700"/>
                <a:gd name="csY7" fmla="*/ 476250 h 533400"/>
                <a:gd name="csX8" fmla="*/ 57150 w 647700"/>
                <a:gd name="csY8" fmla="*/ 476250 h 533400"/>
                <a:gd name="csX9" fmla="*/ 57150 w 647700"/>
                <a:gd name="csY9" fmla="*/ 400050 h 533400"/>
                <a:gd name="csX10" fmla="*/ 247650 w 647700"/>
                <a:gd name="csY10" fmla="*/ 57150 h 533400"/>
                <a:gd name="csX11" fmla="*/ 247650 w 647700"/>
                <a:gd name="csY11" fmla="*/ 133350 h 533400"/>
                <a:gd name="csX12" fmla="*/ 171450 w 647700"/>
                <a:gd name="csY12" fmla="*/ 133350 h 533400"/>
                <a:gd name="csX13" fmla="*/ 171450 w 647700"/>
                <a:gd name="csY13" fmla="*/ 57150 h 533400"/>
                <a:gd name="csX14" fmla="*/ 247650 w 647700"/>
                <a:gd name="csY14" fmla="*/ 57150 h 533400"/>
                <a:gd name="csX15" fmla="*/ 361950 w 647700"/>
                <a:gd name="csY15" fmla="*/ 57150 h 533400"/>
                <a:gd name="csX16" fmla="*/ 361950 w 647700"/>
                <a:gd name="csY16" fmla="*/ 133350 h 533400"/>
                <a:gd name="csX17" fmla="*/ 285750 w 647700"/>
                <a:gd name="csY17" fmla="*/ 133350 h 533400"/>
                <a:gd name="csX18" fmla="*/ 285750 w 647700"/>
                <a:gd name="csY18" fmla="*/ 57150 h 533400"/>
                <a:gd name="csX19" fmla="*/ 361950 w 647700"/>
                <a:gd name="csY19" fmla="*/ 57150 h 533400"/>
                <a:gd name="csX20" fmla="*/ 476250 w 647700"/>
                <a:gd name="csY20" fmla="*/ 247650 h 533400"/>
                <a:gd name="csX21" fmla="*/ 400050 w 647700"/>
                <a:gd name="csY21" fmla="*/ 247650 h 533400"/>
                <a:gd name="csX22" fmla="*/ 400050 w 647700"/>
                <a:gd name="csY22" fmla="*/ 171450 h 533400"/>
                <a:gd name="csX23" fmla="*/ 476250 w 647700"/>
                <a:gd name="csY23" fmla="*/ 171450 h 533400"/>
                <a:gd name="csX24" fmla="*/ 476250 w 647700"/>
                <a:gd name="csY24" fmla="*/ 247650 h 533400"/>
                <a:gd name="csX25" fmla="*/ 514350 w 647700"/>
                <a:gd name="csY25" fmla="*/ 247650 h 533400"/>
                <a:gd name="csX26" fmla="*/ 514350 w 647700"/>
                <a:gd name="csY26" fmla="*/ 171450 h 533400"/>
                <a:gd name="csX27" fmla="*/ 590550 w 647700"/>
                <a:gd name="csY27" fmla="*/ 171450 h 533400"/>
                <a:gd name="csX28" fmla="*/ 590550 w 647700"/>
                <a:gd name="csY28" fmla="*/ 247650 h 533400"/>
                <a:gd name="csX29" fmla="*/ 514350 w 647700"/>
                <a:gd name="csY29" fmla="*/ 247650 h 533400"/>
                <a:gd name="csX30" fmla="*/ 514350 w 647700"/>
                <a:gd name="csY30" fmla="*/ 361950 h 533400"/>
                <a:gd name="csX31" fmla="*/ 514350 w 647700"/>
                <a:gd name="csY31" fmla="*/ 285750 h 533400"/>
                <a:gd name="csX32" fmla="*/ 590550 w 647700"/>
                <a:gd name="csY32" fmla="*/ 285750 h 533400"/>
                <a:gd name="csX33" fmla="*/ 590550 w 647700"/>
                <a:gd name="csY33" fmla="*/ 361950 h 533400"/>
                <a:gd name="csX34" fmla="*/ 514350 w 647700"/>
                <a:gd name="csY34" fmla="*/ 361950 h 533400"/>
                <a:gd name="csX35" fmla="*/ 285750 w 647700"/>
                <a:gd name="csY35" fmla="*/ 400050 h 533400"/>
                <a:gd name="csX36" fmla="*/ 361950 w 647700"/>
                <a:gd name="csY36" fmla="*/ 400050 h 533400"/>
                <a:gd name="csX37" fmla="*/ 361950 w 647700"/>
                <a:gd name="csY37" fmla="*/ 476250 h 533400"/>
                <a:gd name="csX38" fmla="*/ 285750 w 647700"/>
                <a:gd name="csY38" fmla="*/ 476250 h 533400"/>
                <a:gd name="csX39" fmla="*/ 285750 w 647700"/>
                <a:gd name="csY39" fmla="*/ 400050 h 533400"/>
                <a:gd name="csX40" fmla="*/ 247650 w 647700"/>
                <a:gd name="csY40" fmla="*/ 400050 h 533400"/>
                <a:gd name="csX41" fmla="*/ 247650 w 647700"/>
                <a:gd name="csY41" fmla="*/ 476250 h 533400"/>
                <a:gd name="csX42" fmla="*/ 171450 w 647700"/>
                <a:gd name="csY42" fmla="*/ 476250 h 533400"/>
                <a:gd name="csX43" fmla="*/ 171450 w 647700"/>
                <a:gd name="csY43" fmla="*/ 400050 h 533400"/>
                <a:gd name="csX44" fmla="*/ 247650 w 647700"/>
                <a:gd name="csY44" fmla="*/ 400050 h 533400"/>
                <a:gd name="csX45" fmla="*/ 171450 w 647700"/>
                <a:gd name="csY45" fmla="*/ 285750 h 533400"/>
                <a:gd name="csX46" fmla="*/ 247650 w 647700"/>
                <a:gd name="csY46" fmla="*/ 285750 h 533400"/>
                <a:gd name="csX47" fmla="*/ 247650 w 647700"/>
                <a:gd name="csY47" fmla="*/ 361950 h 533400"/>
                <a:gd name="csX48" fmla="*/ 171450 w 647700"/>
                <a:gd name="csY48" fmla="*/ 361950 h 533400"/>
                <a:gd name="csX49" fmla="*/ 171450 w 647700"/>
                <a:gd name="csY49" fmla="*/ 285750 h 533400"/>
                <a:gd name="csX50" fmla="*/ 133350 w 647700"/>
                <a:gd name="csY50" fmla="*/ 285750 h 533400"/>
                <a:gd name="csX51" fmla="*/ 133350 w 647700"/>
                <a:gd name="csY51" fmla="*/ 361950 h 533400"/>
                <a:gd name="csX52" fmla="*/ 57150 w 647700"/>
                <a:gd name="csY52" fmla="*/ 361950 h 533400"/>
                <a:gd name="csX53" fmla="*/ 57150 w 647700"/>
                <a:gd name="csY53" fmla="*/ 285750 h 533400"/>
                <a:gd name="csX54" fmla="*/ 133350 w 647700"/>
                <a:gd name="csY54" fmla="*/ 285750 h 533400"/>
                <a:gd name="csX55" fmla="*/ 133350 w 647700"/>
                <a:gd name="csY55" fmla="*/ 171450 h 533400"/>
                <a:gd name="csX56" fmla="*/ 133350 w 647700"/>
                <a:gd name="csY56" fmla="*/ 247650 h 533400"/>
                <a:gd name="csX57" fmla="*/ 57150 w 647700"/>
                <a:gd name="csY57" fmla="*/ 247650 h 533400"/>
                <a:gd name="csX58" fmla="*/ 57150 w 647700"/>
                <a:gd name="csY58" fmla="*/ 171450 h 533400"/>
                <a:gd name="csX59" fmla="*/ 133350 w 647700"/>
                <a:gd name="csY59" fmla="*/ 171450 h 533400"/>
                <a:gd name="csX60" fmla="*/ 247650 w 647700"/>
                <a:gd name="csY60" fmla="*/ 247650 h 533400"/>
                <a:gd name="csX61" fmla="*/ 171450 w 647700"/>
                <a:gd name="csY61" fmla="*/ 247650 h 533400"/>
                <a:gd name="csX62" fmla="*/ 171450 w 647700"/>
                <a:gd name="csY62" fmla="*/ 171450 h 533400"/>
                <a:gd name="csX63" fmla="*/ 247650 w 647700"/>
                <a:gd name="csY63" fmla="*/ 171450 h 533400"/>
                <a:gd name="csX64" fmla="*/ 247650 w 647700"/>
                <a:gd name="csY64" fmla="*/ 247650 h 533400"/>
                <a:gd name="csX65" fmla="*/ 285750 w 647700"/>
                <a:gd name="csY65" fmla="*/ 247650 h 533400"/>
                <a:gd name="csX66" fmla="*/ 285750 w 647700"/>
                <a:gd name="csY66" fmla="*/ 171450 h 533400"/>
                <a:gd name="csX67" fmla="*/ 361950 w 647700"/>
                <a:gd name="csY67" fmla="*/ 171450 h 533400"/>
                <a:gd name="csX68" fmla="*/ 361950 w 647700"/>
                <a:gd name="csY68" fmla="*/ 247650 h 533400"/>
                <a:gd name="csX69" fmla="*/ 285750 w 647700"/>
                <a:gd name="csY69" fmla="*/ 247650 h 533400"/>
                <a:gd name="csX70" fmla="*/ 361950 w 647700"/>
                <a:gd name="csY70" fmla="*/ 361950 h 533400"/>
                <a:gd name="csX71" fmla="*/ 285750 w 647700"/>
                <a:gd name="csY71" fmla="*/ 361950 h 533400"/>
                <a:gd name="csX72" fmla="*/ 285750 w 647700"/>
                <a:gd name="csY72" fmla="*/ 285750 h 533400"/>
                <a:gd name="csX73" fmla="*/ 361950 w 647700"/>
                <a:gd name="csY73" fmla="*/ 285750 h 533400"/>
                <a:gd name="csX74" fmla="*/ 361950 w 647700"/>
                <a:gd name="csY74" fmla="*/ 361950 h 533400"/>
                <a:gd name="csX75" fmla="*/ 400050 w 647700"/>
                <a:gd name="csY75" fmla="*/ 361950 h 533400"/>
                <a:gd name="csX76" fmla="*/ 400050 w 647700"/>
                <a:gd name="csY76" fmla="*/ 285750 h 533400"/>
                <a:gd name="csX77" fmla="*/ 476250 w 647700"/>
                <a:gd name="csY77" fmla="*/ 285750 h 533400"/>
                <a:gd name="csX78" fmla="*/ 476250 w 647700"/>
                <a:gd name="csY78" fmla="*/ 361950 h 533400"/>
                <a:gd name="csX79" fmla="*/ 400050 w 647700"/>
                <a:gd name="csY79" fmla="*/ 361950 h 533400"/>
                <a:gd name="csX80" fmla="*/ 476250 w 647700"/>
                <a:gd name="csY80" fmla="*/ 57150 h 533400"/>
                <a:gd name="csX81" fmla="*/ 476250 w 647700"/>
                <a:gd name="csY81" fmla="*/ 133350 h 533400"/>
                <a:gd name="csX82" fmla="*/ 400050 w 647700"/>
                <a:gd name="csY82" fmla="*/ 133350 h 533400"/>
                <a:gd name="csX83" fmla="*/ 400050 w 647700"/>
                <a:gd name="csY83" fmla="*/ 57150 h 533400"/>
                <a:gd name="csX84" fmla="*/ 476250 w 647700"/>
                <a:gd name="csY84" fmla="*/ 57150 h 533400"/>
                <a:gd name="csX85" fmla="*/ 0 w 647700"/>
                <a:gd name="csY85" fmla="*/ 0 h 533400"/>
                <a:gd name="csX86" fmla="*/ 0 w 647700"/>
                <a:gd name="csY86" fmla="*/ 533400 h 533400"/>
                <a:gd name="csX87" fmla="*/ 647700 w 647700"/>
                <a:gd name="csY87" fmla="*/ 533400 h 533400"/>
                <a:gd name="csX88" fmla="*/ 647700 w 647700"/>
                <a:gd name="csY88" fmla="*/ 0 h 533400"/>
                <a:gd name="csX89" fmla="*/ 0 w 647700"/>
                <a:gd name="csY89" fmla="*/ 0 h 53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647700" h="533400">
                  <a:moveTo>
                    <a:pt x="590550" y="57150"/>
                  </a:moveTo>
                  <a:lnTo>
                    <a:pt x="590550" y="133350"/>
                  </a:lnTo>
                  <a:lnTo>
                    <a:pt x="514350" y="133350"/>
                  </a:lnTo>
                  <a:lnTo>
                    <a:pt x="514350" y="57150"/>
                  </a:lnTo>
                  <a:lnTo>
                    <a:pt x="590550" y="57150"/>
                  </a:lnTo>
                  <a:close/>
                  <a:moveTo>
                    <a:pt x="57150" y="400050"/>
                  </a:moveTo>
                  <a:lnTo>
                    <a:pt x="133350" y="400050"/>
                  </a:lnTo>
                  <a:lnTo>
                    <a:pt x="133350" y="476250"/>
                  </a:lnTo>
                  <a:lnTo>
                    <a:pt x="57150" y="476250"/>
                  </a:lnTo>
                  <a:lnTo>
                    <a:pt x="57150" y="400050"/>
                  </a:lnTo>
                  <a:close/>
                  <a:moveTo>
                    <a:pt x="247650" y="57150"/>
                  </a:moveTo>
                  <a:lnTo>
                    <a:pt x="247650" y="133350"/>
                  </a:lnTo>
                  <a:lnTo>
                    <a:pt x="171450" y="133350"/>
                  </a:lnTo>
                  <a:lnTo>
                    <a:pt x="171450" y="57150"/>
                  </a:lnTo>
                  <a:lnTo>
                    <a:pt x="247650" y="57150"/>
                  </a:lnTo>
                  <a:close/>
                  <a:moveTo>
                    <a:pt x="361950" y="57150"/>
                  </a:moveTo>
                  <a:lnTo>
                    <a:pt x="361950" y="133350"/>
                  </a:lnTo>
                  <a:lnTo>
                    <a:pt x="285750" y="133350"/>
                  </a:lnTo>
                  <a:lnTo>
                    <a:pt x="285750" y="57150"/>
                  </a:lnTo>
                  <a:lnTo>
                    <a:pt x="361950" y="57150"/>
                  </a:lnTo>
                  <a:close/>
                  <a:moveTo>
                    <a:pt x="476250" y="247650"/>
                  </a:moveTo>
                  <a:lnTo>
                    <a:pt x="400050" y="247650"/>
                  </a:lnTo>
                  <a:lnTo>
                    <a:pt x="400050" y="171450"/>
                  </a:lnTo>
                  <a:lnTo>
                    <a:pt x="476250" y="171450"/>
                  </a:lnTo>
                  <a:lnTo>
                    <a:pt x="476250" y="247650"/>
                  </a:lnTo>
                  <a:close/>
                  <a:moveTo>
                    <a:pt x="514350" y="247650"/>
                  </a:moveTo>
                  <a:lnTo>
                    <a:pt x="514350" y="171450"/>
                  </a:lnTo>
                  <a:lnTo>
                    <a:pt x="590550" y="171450"/>
                  </a:lnTo>
                  <a:lnTo>
                    <a:pt x="590550" y="247650"/>
                  </a:lnTo>
                  <a:lnTo>
                    <a:pt x="514350" y="247650"/>
                  </a:lnTo>
                  <a:close/>
                  <a:moveTo>
                    <a:pt x="514350" y="361950"/>
                  </a:moveTo>
                  <a:lnTo>
                    <a:pt x="514350" y="285750"/>
                  </a:lnTo>
                  <a:lnTo>
                    <a:pt x="590550" y="285750"/>
                  </a:lnTo>
                  <a:lnTo>
                    <a:pt x="590550" y="361950"/>
                  </a:lnTo>
                  <a:lnTo>
                    <a:pt x="514350" y="361950"/>
                  </a:lnTo>
                  <a:close/>
                  <a:moveTo>
                    <a:pt x="285750" y="400050"/>
                  </a:moveTo>
                  <a:lnTo>
                    <a:pt x="361950" y="400050"/>
                  </a:lnTo>
                  <a:lnTo>
                    <a:pt x="361950" y="476250"/>
                  </a:lnTo>
                  <a:lnTo>
                    <a:pt x="285750" y="476250"/>
                  </a:lnTo>
                  <a:lnTo>
                    <a:pt x="285750" y="400050"/>
                  </a:lnTo>
                  <a:close/>
                  <a:moveTo>
                    <a:pt x="247650" y="400050"/>
                  </a:moveTo>
                  <a:lnTo>
                    <a:pt x="247650" y="476250"/>
                  </a:lnTo>
                  <a:lnTo>
                    <a:pt x="171450" y="476250"/>
                  </a:lnTo>
                  <a:lnTo>
                    <a:pt x="171450" y="400050"/>
                  </a:lnTo>
                  <a:lnTo>
                    <a:pt x="247650" y="400050"/>
                  </a:lnTo>
                  <a:close/>
                  <a:moveTo>
                    <a:pt x="171450" y="285750"/>
                  </a:moveTo>
                  <a:lnTo>
                    <a:pt x="247650" y="285750"/>
                  </a:lnTo>
                  <a:lnTo>
                    <a:pt x="247650" y="361950"/>
                  </a:lnTo>
                  <a:lnTo>
                    <a:pt x="171450" y="361950"/>
                  </a:lnTo>
                  <a:lnTo>
                    <a:pt x="171450" y="285750"/>
                  </a:lnTo>
                  <a:close/>
                  <a:moveTo>
                    <a:pt x="133350" y="285750"/>
                  </a:moveTo>
                  <a:lnTo>
                    <a:pt x="133350" y="361950"/>
                  </a:lnTo>
                  <a:lnTo>
                    <a:pt x="57150" y="361950"/>
                  </a:lnTo>
                  <a:lnTo>
                    <a:pt x="57150" y="285750"/>
                  </a:lnTo>
                  <a:lnTo>
                    <a:pt x="133350" y="285750"/>
                  </a:lnTo>
                  <a:close/>
                  <a:moveTo>
                    <a:pt x="133350" y="171450"/>
                  </a:moveTo>
                  <a:lnTo>
                    <a:pt x="133350" y="247650"/>
                  </a:lnTo>
                  <a:lnTo>
                    <a:pt x="57150" y="247650"/>
                  </a:lnTo>
                  <a:lnTo>
                    <a:pt x="57150" y="171450"/>
                  </a:lnTo>
                  <a:lnTo>
                    <a:pt x="133350" y="171450"/>
                  </a:lnTo>
                  <a:close/>
                  <a:moveTo>
                    <a:pt x="247650" y="247650"/>
                  </a:moveTo>
                  <a:lnTo>
                    <a:pt x="171450" y="247650"/>
                  </a:lnTo>
                  <a:lnTo>
                    <a:pt x="171450" y="171450"/>
                  </a:lnTo>
                  <a:lnTo>
                    <a:pt x="247650" y="171450"/>
                  </a:lnTo>
                  <a:lnTo>
                    <a:pt x="247650" y="247650"/>
                  </a:lnTo>
                  <a:close/>
                  <a:moveTo>
                    <a:pt x="285750" y="247650"/>
                  </a:moveTo>
                  <a:lnTo>
                    <a:pt x="285750" y="171450"/>
                  </a:lnTo>
                  <a:lnTo>
                    <a:pt x="361950" y="171450"/>
                  </a:lnTo>
                  <a:lnTo>
                    <a:pt x="361950" y="247650"/>
                  </a:lnTo>
                  <a:lnTo>
                    <a:pt x="285750" y="247650"/>
                  </a:lnTo>
                  <a:close/>
                  <a:moveTo>
                    <a:pt x="361950" y="361950"/>
                  </a:moveTo>
                  <a:lnTo>
                    <a:pt x="285750" y="361950"/>
                  </a:lnTo>
                  <a:lnTo>
                    <a:pt x="285750" y="285750"/>
                  </a:lnTo>
                  <a:lnTo>
                    <a:pt x="361950" y="285750"/>
                  </a:lnTo>
                  <a:lnTo>
                    <a:pt x="361950" y="361950"/>
                  </a:lnTo>
                  <a:close/>
                  <a:moveTo>
                    <a:pt x="400050" y="361950"/>
                  </a:moveTo>
                  <a:lnTo>
                    <a:pt x="400050" y="285750"/>
                  </a:lnTo>
                  <a:lnTo>
                    <a:pt x="476250" y="285750"/>
                  </a:lnTo>
                  <a:lnTo>
                    <a:pt x="476250" y="361950"/>
                  </a:lnTo>
                  <a:lnTo>
                    <a:pt x="400050" y="361950"/>
                  </a:lnTo>
                  <a:close/>
                  <a:moveTo>
                    <a:pt x="476250" y="57150"/>
                  </a:moveTo>
                  <a:lnTo>
                    <a:pt x="476250" y="133350"/>
                  </a:lnTo>
                  <a:lnTo>
                    <a:pt x="400050" y="133350"/>
                  </a:lnTo>
                  <a:lnTo>
                    <a:pt x="400050" y="57150"/>
                  </a:lnTo>
                  <a:lnTo>
                    <a:pt x="476250" y="57150"/>
                  </a:lnTo>
                  <a:close/>
                  <a:moveTo>
                    <a:pt x="0" y="0"/>
                  </a:moveTo>
                  <a:lnTo>
                    <a:pt x="0" y="533400"/>
                  </a:lnTo>
                  <a:lnTo>
                    <a:pt x="647700" y="533400"/>
                  </a:lnTo>
                  <a:lnTo>
                    <a:pt x="647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 dirty="0">
                <a:solidFill>
                  <a:schemeClr val="lt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C54D8A0-632F-8F38-832C-FCB6486FF7FB}"/>
                </a:ext>
              </a:extLst>
            </p:cNvPr>
            <p:cNvSpPr/>
            <p:nvPr/>
          </p:nvSpPr>
          <p:spPr>
            <a:xfrm>
              <a:off x="2267680" y="5045701"/>
              <a:ext cx="180000" cy="211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</p:grpSp>
      <p:sp>
        <p:nvSpPr>
          <p:cNvPr id="10" name="그래픽 9" descr="단일 톱니바퀴 단색으로 채워진">
            <a:extLst>
              <a:ext uri="{FF2B5EF4-FFF2-40B4-BE49-F238E27FC236}">
                <a16:creationId xmlns:a16="http://schemas.microsoft.com/office/drawing/2014/main" id="{61C9C0B2-8EF3-12AB-7BD2-A857946D8805}"/>
              </a:ext>
            </a:extLst>
          </p:cNvPr>
          <p:cNvSpPr/>
          <p:nvPr userDrawn="1"/>
        </p:nvSpPr>
        <p:spPr>
          <a:xfrm>
            <a:off x="2915625" y="5045701"/>
            <a:ext cx="180000" cy="180000"/>
          </a:xfrm>
          <a:custGeom>
            <a:avLst/>
            <a:gdLst>
              <a:gd name="csX0" fmla="*/ 323850 w 648652"/>
              <a:gd name="csY0" fmla="*/ 438150 h 647700"/>
              <a:gd name="csX1" fmla="*/ 209550 w 648652"/>
              <a:gd name="csY1" fmla="*/ 323850 h 647700"/>
              <a:gd name="csX2" fmla="*/ 323850 w 648652"/>
              <a:gd name="csY2" fmla="*/ 209550 h 647700"/>
              <a:gd name="csX3" fmla="*/ 438150 w 648652"/>
              <a:gd name="csY3" fmla="*/ 323850 h 647700"/>
              <a:gd name="csX4" fmla="*/ 323850 w 648652"/>
              <a:gd name="csY4" fmla="*/ 438150 h 647700"/>
              <a:gd name="csX5" fmla="*/ 581025 w 648652"/>
              <a:gd name="csY5" fmla="*/ 252413 h 647700"/>
              <a:gd name="csX6" fmla="*/ 556260 w 648652"/>
              <a:gd name="csY6" fmla="*/ 193358 h 647700"/>
              <a:gd name="csX7" fmla="*/ 580073 w 648652"/>
              <a:gd name="csY7" fmla="*/ 121920 h 647700"/>
              <a:gd name="csX8" fmla="*/ 525780 w 648652"/>
              <a:gd name="csY8" fmla="*/ 67628 h 647700"/>
              <a:gd name="csX9" fmla="*/ 454343 w 648652"/>
              <a:gd name="csY9" fmla="*/ 91440 h 647700"/>
              <a:gd name="csX10" fmla="*/ 394335 w 648652"/>
              <a:gd name="csY10" fmla="*/ 66675 h 647700"/>
              <a:gd name="csX11" fmla="*/ 361950 w 648652"/>
              <a:gd name="csY11" fmla="*/ 0 h 647700"/>
              <a:gd name="csX12" fmla="*/ 285750 w 648652"/>
              <a:gd name="csY12" fmla="*/ 0 h 647700"/>
              <a:gd name="csX13" fmla="*/ 252413 w 648652"/>
              <a:gd name="csY13" fmla="*/ 66675 h 647700"/>
              <a:gd name="csX14" fmla="*/ 193358 w 648652"/>
              <a:gd name="csY14" fmla="*/ 91440 h 647700"/>
              <a:gd name="csX15" fmla="*/ 121920 w 648652"/>
              <a:gd name="csY15" fmla="*/ 67628 h 647700"/>
              <a:gd name="csX16" fmla="*/ 67628 w 648652"/>
              <a:gd name="csY16" fmla="*/ 121920 h 647700"/>
              <a:gd name="csX17" fmla="*/ 91440 w 648652"/>
              <a:gd name="csY17" fmla="*/ 193358 h 647700"/>
              <a:gd name="csX18" fmla="*/ 66675 w 648652"/>
              <a:gd name="csY18" fmla="*/ 253365 h 647700"/>
              <a:gd name="csX19" fmla="*/ 0 w 648652"/>
              <a:gd name="csY19" fmla="*/ 285750 h 647700"/>
              <a:gd name="csX20" fmla="*/ 0 w 648652"/>
              <a:gd name="csY20" fmla="*/ 361950 h 647700"/>
              <a:gd name="csX21" fmla="*/ 66675 w 648652"/>
              <a:gd name="csY21" fmla="*/ 395288 h 647700"/>
              <a:gd name="csX22" fmla="*/ 91440 w 648652"/>
              <a:gd name="csY22" fmla="*/ 454343 h 647700"/>
              <a:gd name="csX23" fmla="*/ 67628 w 648652"/>
              <a:gd name="csY23" fmla="*/ 525780 h 647700"/>
              <a:gd name="csX24" fmla="*/ 121920 w 648652"/>
              <a:gd name="csY24" fmla="*/ 580073 h 647700"/>
              <a:gd name="csX25" fmla="*/ 193358 w 648652"/>
              <a:gd name="csY25" fmla="*/ 556260 h 647700"/>
              <a:gd name="csX26" fmla="*/ 253365 w 648652"/>
              <a:gd name="csY26" fmla="*/ 581025 h 647700"/>
              <a:gd name="csX27" fmla="*/ 286703 w 648652"/>
              <a:gd name="csY27" fmla="*/ 647700 h 647700"/>
              <a:gd name="csX28" fmla="*/ 362903 w 648652"/>
              <a:gd name="csY28" fmla="*/ 647700 h 647700"/>
              <a:gd name="csX29" fmla="*/ 396240 w 648652"/>
              <a:gd name="csY29" fmla="*/ 581025 h 647700"/>
              <a:gd name="csX30" fmla="*/ 455295 w 648652"/>
              <a:gd name="csY30" fmla="*/ 556260 h 647700"/>
              <a:gd name="csX31" fmla="*/ 526733 w 648652"/>
              <a:gd name="csY31" fmla="*/ 580073 h 647700"/>
              <a:gd name="csX32" fmla="*/ 581025 w 648652"/>
              <a:gd name="csY32" fmla="*/ 525780 h 647700"/>
              <a:gd name="csX33" fmla="*/ 557213 w 648652"/>
              <a:gd name="csY33" fmla="*/ 454343 h 647700"/>
              <a:gd name="csX34" fmla="*/ 581978 w 648652"/>
              <a:gd name="csY34" fmla="*/ 394335 h 647700"/>
              <a:gd name="csX35" fmla="*/ 648653 w 648652"/>
              <a:gd name="csY35" fmla="*/ 360998 h 647700"/>
              <a:gd name="csX36" fmla="*/ 648653 w 648652"/>
              <a:gd name="csY36" fmla="*/ 284798 h 647700"/>
              <a:gd name="csX37" fmla="*/ 581025 w 648652"/>
              <a:gd name="csY37" fmla="*/ 25241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48652" h="647700">
                <a:moveTo>
                  <a:pt x="323850" y="438150"/>
                </a:moveTo>
                <a:cubicBezTo>
                  <a:pt x="260985" y="438150"/>
                  <a:pt x="209550" y="386715"/>
                  <a:pt x="209550" y="323850"/>
                </a:cubicBezTo>
                <a:cubicBezTo>
                  <a:pt x="209550" y="260985"/>
                  <a:pt x="260985" y="209550"/>
                  <a:pt x="323850" y="209550"/>
                </a:cubicBezTo>
                <a:cubicBezTo>
                  <a:pt x="386715" y="209550"/>
                  <a:pt x="438150" y="260985"/>
                  <a:pt x="438150" y="323850"/>
                </a:cubicBezTo>
                <a:cubicBezTo>
                  <a:pt x="438150" y="386715"/>
                  <a:pt x="386715" y="438150"/>
                  <a:pt x="323850" y="438150"/>
                </a:cubicBezTo>
                <a:close/>
                <a:moveTo>
                  <a:pt x="581025" y="252413"/>
                </a:moveTo>
                <a:cubicBezTo>
                  <a:pt x="575310" y="231458"/>
                  <a:pt x="566738" y="211455"/>
                  <a:pt x="556260" y="193358"/>
                </a:cubicBezTo>
                <a:lnTo>
                  <a:pt x="580073" y="121920"/>
                </a:lnTo>
                <a:lnTo>
                  <a:pt x="525780" y="67628"/>
                </a:lnTo>
                <a:lnTo>
                  <a:pt x="454343" y="91440"/>
                </a:lnTo>
                <a:cubicBezTo>
                  <a:pt x="435293" y="80963"/>
                  <a:pt x="415290" y="72390"/>
                  <a:pt x="394335" y="66675"/>
                </a:cubicBezTo>
                <a:lnTo>
                  <a:pt x="361950" y="0"/>
                </a:lnTo>
                <a:lnTo>
                  <a:pt x="285750" y="0"/>
                </a:lnTo>
                <a:lnTo>
                  <a:pt x="252413" y="66675"/>
                </a:lnTo>
                <a:cubicBezTo>
                  <a:pt x="231458" y="72390"/>
                  <a:pt x="211455" y="80963"/>
                  <a:pt x="193358" y="91440"/>
                </a:cubicBezTo>
                <a:lnTo>
                  <a:pt x="121920" y="67628"/>
                </a:lnTo>
                <a:lnTo>
                  <a:pt x="67628" y="121920"/>
                </a:lnTo>
                <a:lnTo>
                  <a:pt x="91440" y="193358"/>
                </a:lnTo>
                <a:cubicBezTo>
                  <a:pt x="80963" y="212408"/>
                  <a:pt x="72390" y="232410"/>
                  <a:pt x="66675" y="253365"/>
                </a:cubicBezTo>
                <a:lnTo>
                  <a:pt x="0" y="285750"/>
                </a:lnTo>
                <a:lnTo>
                  <a:pt x="0" y="361950"/>
                </a:lnTo>
                <a:lnTo>
                  <a:pt x="66675" y="395288"/>
                </a:lnTo>
                <a:cubicBezTo>
                  <a:pt x="72390" y="416243"/>
                  <a:pt x="80963" y="436245"/>
                  <a:pt x="91440" y="454343"/>
                </a:cubicBezTo>
                <a:lnTo>
                  <a:pt x="67628" y="525780"/>
                </a:lnTo>
                <a:lnTo>
                  <a:pt x="121920" y="580073"/>
                </a:lnTo>
                <a:lnTo>
                  <a:pt x="193358" y="556260"/>
                </a:lnTo>
                <a:cubicBezTo>
                  <a:pt x="212408" y="566738"/>
                  <a:pt x="232410" y="575310"/>
                  <a:pt x="253365" y="581025"/>
                </a:cubicBezTo>
                <a:lnTo>
                  <a:pt x="286703" y="647700"/>
                </a:lnTo>
                <a:lnTo>
                  <a:pt x="362903" y="647700"/>
                </a:lnTo>
                <a:lnTo>
                  <a:pt x="396240" y="581025"/>
                </a:lnTo>
                <a:cubicBezTo>
                  <a:pt x="417195" y="575310"/>
                  <a:pt x="437198" y="566738"/>
                  <a:pt x="455295" y="556260"/>
                </a:cubicBezTo>
                <a:lnTo>
                  <a:pt x="526733" y="580073"/>
                </a:lnTo>
                <a:lnTo>
                  <a:pt x="581025" y="525780"/>
                </a:lnTo>
                <a:lnTo>
                  <a:pt x="557213" y="454343"/>
                </a:lnTo>
                <a:cubicBezTo>
                  <a:pt x="567690" y="435293"/>
                  <a:pt x="576263" y="415290"/>
                  <a:pt x="581978" y="394335"/>
                </a:cubicBezTo>
                <a:lnTo>
                  <a:pt x="648653" y="360998"/>
                </a:lnTo>
                <a:lnTo>
                  <a:pt x="648653" y="284798"/>
                </a:lnTo>
                <a:lnTo>
                  <a:pt x="581025" y="25241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600">
              <a:solidFill>
                <a:schemeClr val="lt1"/>
              </a:solidFill>
            </a:endParaRPr>
          </a:p>
        </p:txBody>
      </p:sp>
      <p:sp>
        <p:nvSpPr>
          <p:cNvPr id="11" name="그래픽 15" descr="주택 윤곽선">
            <a:extLst>
              <a:ext uri="{FF2B5EF4-FFF2-40B4-BE49-F238E27FC236}">
                <a16:creationId xmlns:a16="http://schemas.microsoft.com/office/drawing/2014/main" id="{13E21176-F84A-4248-4BB4-4DF0F4E5FC05}"/>
              </a:ext>
            </a:extLst>
          </p:cNvPr>
          <p:cNvSpPr>
            <a:spLocks/>
          </p:cNvSpPr>
          <p:nvPr userDrawn="1"/>
        </p:nvSpPr>
        <p:spPr>
          <a:xfrm>
            <a:off x="323848" y="5045701"/>
            <a:ext cx="180000" cy="180000"/>
          </a:xfrm>
          <a:custGeom>
            <a:avLst/>
            <a:gdLst>
              <a:gd name="csX0" fmla="*/ 0 w 789298"/>
              <a:gd name="csY0" fmla="*/ 374885 h 699134"/>
              <a:gd name="csX1" fmla="*/ 61808 w 789298"/>
              <a:gd name="csY1" fmla="*/ 436683 h 699134"/>
              <a:gd name="csX2" fmla="*/ 108899 w 789298"/>
              <a:gd name="csY2" fmla="*/ 392087 h 699134"/>
              <a:gd name="csX3" fmla="*/ 108899 w 789298"/>
              <a:gd name="csY3" fmla="*/ 698906 h 699134"/>
              <a:gd name="csX4" fmla="*/ 347024 w 789298"/>
              <a:gd name="csY4" fmla="*/ 699002 h 699134"/>
              <a:gd name="csX5" fmla="*/ 347024 w 789298"/>
              <a:gd name="csY5" fmla="*/ 461172 h 699134"/>
              <a:gd name="csX6" fmla="*/ 442274 w 789298"/>
              <a:gd name="csY6" fmla="*/ 461172 h 699134"/>
              <a:gd name="csX7" fmla="*/ 442274 w 789298"/>
              <a:gd name="csY7" fmla="*/ 699040 h 699134"/>
              <a:gd name="csX8" fmla="*/ 680399 w 789298"/>
              <a:gd name="csY8" fmla="*/ 699135 h 699134"/>
              <a:gd name="csX9" fmla="*/ 680399 w 789298"/>
              <a:gd name="csY9" fmla="*/ 391687 h 699134"/>
              <a:gd name="csX10" fmla="*/ 727729 w 789298"/>
              <a:gd name="csY10" fmla="*/ 436455 h 699134"/>
              <a:gd name="csX11" fmla="*/ 789299 w 789298"/>
              <a:gd name="csY11" fmla="*/ 374894 h 699134"/>
              <a:gd name="csX12" fmla="*/ 394649 w 789298"/>
              <a:gd name="csY12" fmla="*/ 0 h 699134"/>
              <a:gd name="csX13" fmla="*/ 661349 w 789298"/>
              <a:gd name="csY13" fmla="*/ 680085 h 699134"/>
              <a:gd name="csX14" fmla="*/ 461324 w 789298"/>
              <a:gd name="csY14" fmla="*/ 679999 h 699134"/>
              <a:gd name="csX15" fmla="*/ 461324 w 789298"/>
              <a:gd name="csY15" fmla="*/ 442122 h 699134"/>
              <a:gd name="csX16" fmla="*/ 327974 w 789298"/>
              <a:gd name="csY16" fmla="*/ 442122 h 699134"/>
              <a:gd name="csX17" fmla="*/ 327974 w 789298"/>
              <a:gd name="csY17" fmla="*/ 679942 h 699134"/>
              <a:gd name="csX18" fmla="*/ 127949 w 789298"/>
              <a:gd name="csY18" fmla="*/ 679866 h 699134"/>
              <a:gd name="csX19" fmla="*/ 127949 w 789298"/>
              <a:gd name="csY19" fmla="*/ 374047 h 699134"/>
              <a:gd name="csX20" fmla="*/ 394649 w 789298"/>
              <a:gd name="csY20" fmla="*/ 121482 h 699134"/>
              <a:gd name="csX21" fmla="*/ 661349 w 789298"/>
              <a:gd name="csY21" fmla="*/ 373675 h 699134"/>
              <a:gd name="csX22" fmla="*/ 62170 w 789298"/>
              <a:gd name="csY22" fmla="*/ 410108 h 699134"/>
              <a:gd name="csX23" fmla="*/ 27299 w 789298"/>
              <a:gd name="csY23" fmla="*/ 375285 h 699134"/>
              <a:gd name="csX24" fmla="*/ 394649 w 789298"/>
              <a:gd name="csY24" fmla="*/ 26251 h 699134"/>
              <a:gd name="csX25" fmla="*/ 762000 w 789298"/>
              <a:gd name="csY25" fmla="*/ 375285 h 699134"/>
              <a:gd name="csX26" fmla="*/ 727358 w 789298"/>
              <a:gd name="csY26" fmla="*/ 409880 h 699134"/>
              <a:gd name="csX27" fmla="*/ 394649 w 789298"/>
              <a:gd name="csY27" fmla="*/ 95250 h 699134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394649 w 789299"/>
              <a:gd name="csY28" fmla="*/ 95250 h 699135"/>
              <a:gd name="csX29" fmla="*/ 62170 w 789299"/>
              <a:gd name="csY29" fmla="*/ 410108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661349 w 789299"/>
              <a:gd name="csY14" fmla="*/ 680085 h 699135"/>
              <a:gd name="csX15" fmla="*/ 461324 w 789299"/>
              <a:gd name="csY15" fmla="*/ 679999 h 699135"/>
              <a:gd name="csX16" fmla="*/ 461324 w 789299"/>
              <a:gd name="csY16" fmla="*/ 442122 h 699135"/>
              <a:gd name="csX17" fmla="*/ 327974 w 789299"/>
              <a:gd name="csY17" fmla="*/ 442122 h 699135"/>
              <a:gd name="csX18" fmla="*/ 327974 w 789299"/>
              <a:gd name="csY18" fmla="*/ 679942 h 699135"/>
              <a:gd name="csX19" fmla="*/ 127949 w 789299"/>
              <a:gd name="csY19" fmla="*/ 679866 h 699135"/>
              <a:gd name="csX20" fmla="*/ 127949 w 789299"/>
              <a:gd name="csY20" fmla="*/ 374047 h 699135"/>
              <a:gd name="csX21" fmla="*/ 394649 w 789299"/>
              <a:gd name="csY21" fmla="*/ 121482 h 699135"/>
              <a:gd name="csX22" fmla="*/ 661349 w 789299"/>
              <a:gd name="csY22" fmla="*/ 680085 h 699135"/>
              <a:gd name="csX23" fmla="*/ 62170 w 789299"/>
              <a:gd name="csY23" fmla="*/ 410108 h 699135"/>
              <a:gd name="csX24" fmla="*/ 27299 w 789299"/>
              <a:gd name="csY24" fmla="*/ 375285 h 699135"/>
              <a:gd name="csX25" fmla="*/ 394649 w 789299"/>
              <a:gd name="csY25" fmla="*/ 26251 h 699135"/>
              <a:gd name="csX26" fmla="*/ 762000 w 789299"/>
              <a:gd name="csY26" fmla="*/ 375285 h 699135"/>
              <a:gd name="csX27" fmla="*/ 727358 w 789299"/>
              <a:gd name="csY27" fmla="*/ 409880 h 699135"/>
              <a:gd name="csX28" fmla="*/ 62170 w 789299"/>
              <a:gd name="csY28" fmla="*/ 410108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394649 w 789299"/>
              <a:gd name="csY23" fmla="*/ 121482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27" fmla="*/ 486089 w 789299"/>
              <a:gd name="csY27" fmla="*/ 117691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28" fmla="*/ 490852 w 789299"/>
              <a:gd name="csY28" fmla="*/ 119279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394649 w 789299"/>
              <a:gd name="csY24" fmla="*/ 121482 h 699135"/>
              <a:gd name="csX25" fmla="*/ 661349 w 789299"/>
              <a:gd name="csY25" fmla="*/ 680085 h 699135"/>
              <a:gd name="csX26" fmla="*/ 62170 w 789299"/>
              <a:gd name="csY26" fmla="*/ 410108 h 699135"/>
              <a:gd name="csX27" fmla="*/ 27299 w 789299"/>
              <a:gd name="csY27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25" fmla="*/ 62170 w 789299"/>
              <a:gd name="csY25" fmla="*/ 410108 h 699135"/>
              <a:gd name="csX26" fmla="*/ 27299 w 789299"/>
              <a:gd name="csY26" fmla="*/ 3752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2170 w 789299"/>
              <a:gd name="csY2" fmla="*/ 410108 h 699135"/>
              <a:gd name="csX3" fmla="*/ 61808 w 789299"/>
              <a:gd name="csY3" fmla="*/ 436683 h 699135"/>
              <a:gd name="csX4" fmla="*/ 108899 w 789299"/>
              <a:gd name="csY4" fmla="*/ 392087 h 699135"/>
              <a:gd name="csX5" fmla="*/ 108899 w 789299"/>
              <a:gd name="csY5" fmla="*/ 698906 h 699135"/>
              <a:gd name="csX6" fmla="*/ 347024 w 789299"/>
              <a:gd name="csY6" fmla="*/ 699002 h 699135"/>
              <a:gd name="csX7" fmla="*/ 347024 w 789299"/>
              <a:gd name="csY7" fmla="*/ 461172 h 699135"/>
              <a:gd name="csX8" fmla="*/ 442274 w 789299"/>
              <a:gd name="csY8" fmla="*/ 461172 h 699135"/>
              <a:gd name="csX9" fmla="*/ 442274 w 789299"/>
              <a:gd name="csY9" fmla="*/ 699040 h 699135"/>
              <a:gd name="csX10" fmla="*/ 680399 w 789299"/>
              <a:gd name="csY10" fmla="*/ 699135 h 699135"/>
              <a:gd name="csX11" fmla="*/ 680399 w 789299"/>
              <a:gd name="csY11" fmla="*/ 391687 h 699135"/>
              <a:gd name="csX12" fmla="*/ 727729 w 789299"/>
              <a:gd name="csY12" fmla="*/ 436455 h 699135"/>
              <a:gd name="csX13" fmla="*/ 789299 w 789299"/>
              <a:gd name="csY13" fmla="*/ 374894 h 699135"/>
              <a:gd name="csX14" fmla="*/ 394649 w 789299"/>
              <a:gd name="csY14" fmla="*/ 0 h 699135"/>
              <a:gd name="csX15" fmla="*/ 0 w 789299"/>
              <a:gd name="csY15" fmla="*/ 374885 h 699135"/>
              <a:gd name="csX16" fmla="*/ 762000 w 789299"/>
              <a:gd name="csY16" fmla="*/ 375285 h 699135"/>
              <a:gd name="csX17" fmla="*/ 661349 w 789299"/>
              <a:gd name="csY17" fmla="*/ 680085 h 699135"/>
              <a:gd name="csX18" fmla="*/ 461324 w 789299"/>
              <a:gd name="csY18" fmla="*/ 679999 h 699135"/>
              <a:gd name="csX19" fmla="*/ 461324 w 789299"/>
              <a:gd name="csY19" fmla="*/ 442122 h 699135"/>
              <a:gd name="csX20" fmla="*/ 327974 w 789299"/>
              <a:gd name="csY20" fmla="*/ 442122 h 699135"/>
              <a:gd name="csX21" fmla="*/ 327974 w 789299"/>
              <a:gd name="csY21" fmla="*/ 679942 h 699135"/>
              <a:gd name="csX22" fmla="*/ 127949 w 789299"/>
              <a:gd name="csY22" fmla="*/ 679866 h 699135"/>
              <a:gd name="csX23" fmla="*/ 127949 w 789299"/>
              <a:gd name="csY23" fmla="*/ 374047 h 699135"/>
              <a:gd name="csX24" fmla="*/ 661349 w 789299"/>
              <a:gd name="csY24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127949 w 789299"/>
              <a:gd name="csY22" fmla="*/ 374047 h 699135"/>
              <a:gd name="csX23" fmla="*/ 661349 w 789299"/>
              <a:gd name="csY23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127949 w 789299"/>
              <a:gd name="csY21" fmla="*/ 679866 h 699135"/>
              <a:gd name="csX22" fmla="*/ 661349 w 789299"/>
              <a:gd name="csY22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327974 w 789299"/>
              <a:gd name="csY20" fmla="*/ 679942 h 699135"/>
              <a:gd name="csX21" fmla="*/ 661349 w 789299"/>
              <a:gd name="csY21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327974 w 789299"/>
              <a:gd name="csY19" fmla="*/ 442122 h 699135"/>
              <a:gd name="csX20" fmla="*/ 661349 w 789299"/>
              <a:gd name="csY20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461324 w 789299"/>
              <a:gd name="csY18" fmla="*/ 442122 h 699135"/>
              <a:gd name="csX19" fmla="*/ 661349 w 789299"/>
              <a:gd name="csY19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16" fmla="*/ 661349 w 789299"/>
              <a:gd name="csY16" fmla="*/ 680085 h 699135"/>
              <a:gd name="csX17" fmla="*/ 461324 w 789299"/>
              <a:gd name="csY17" fmla="*/ 679999 h 699135"/>
              <a:gd name="csX18" fmla="*/ 661349 w 789299"/>
              <a:gd name="csY18" fmla="*/ 680085 h 699135"/>
              <a:gd name="csX0" fmla="*/ 762000 w 789299"/>
              <a:gd name="csY0" fmla="*/ 375285 h 699135"/>
              <a:gd name="csX1" fmla="*/ 727358 w 789299"/>
              <a:gd name="csY1" fmla="*/ 409880 h 699135"/>
              <a:gd name="csX2" fmla="*/ 61808 w 789299"/>
              <a:gd name="csY2" fmla="*/ 436683 h 699135"/>
              <a:gd name="csX3" fmla="*/ 108899 w 789299"/>
              <a:gd name="csY3" fmla="*/ 392087 h 699135"/>
              <a:gd name="csX4" fmla="*/ 108899 w 789299"/>
              <a:gd name="csY4" fmla="*/ 698906 h 699135"/>
              <a:gd name="csX5" fmla="*/ 347024 w 789299"/>
              <a:gd name="csY5" fmla="*/ 699002 h 699135"/>
              <a:gd name="csX6" fmla="*/ 347024 w 789299"/>
              <a:gd name="csY6" fmla="*/ 461172 h 699135"/>
              <a:gd name="csX7" fmla="*/ 442274 w 789299"/>
              <a:gd name="csY7" fmla="*/ 461172 h 699135"/>
              <a:gd name="csX8" fmla="*/ 442274 w 789299"/>
              <a:gd name="csY8" fmla="*/ 699040 h 699135"/>
              <a:gd name="csX9" fmla="*/ 680399 w 789299"/>
              <a:gd name="csY9" fmla="*/ 699135 h 699135"/>
              <a:gd name="csX10" fmla="*/ 680399 w 789299"/>
              <a:gd name="csY10" fmla="*/ 391687 h 699135"/>
              <a:gd name="csX11" fmla="*/ 727729 w 789299"/>
              <a:gd name="csY11" fmla="*/ 436455 h 699135"/>
              <a:gd name="csX12" fmla="*/ 789299 w 789299"/>
              <a:gd name="csY12" fmla="*/ 374894 h 699135"/>
              <a:gd name="csX13" fmla="*/ 394649 w 789299"/>
              <a:gd name="csY13" fmla="*/ 0 h 699135"/>
              <a:gd name="csX14" fmla="*/ 0 w 789299"/>
              <a:gd name="csY14" fmla="*/ 374885 h 699135"/>
              <a:gd name="csX15" fmla="*/ 762000 w 789299"/>
              <a:gd name="csY15" fmla="*/ 375285 h 699135"/>
              <a:gd name="csX0" fmla="*/ 762000 w 789299"/>
              <a:gd name="csY0" fmla="*/ 3752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  <a:gd name="csX14" fmla="*/ 762000 w 789299"/>
              <a:gd name="csY14" fmla="*/ 375285 h 699135"/>
              <a:gd name="csX0" fmla="*/ 0 w 789299"/>
              <a:gd name="csY0" fmla="*/ 374885 h 699135"/>
              <a:gd name="csX1" fmla="*/ 61808 w 789299"/>
              <a:gd name="csY1" fmla="*/ 436683 h 699135"/>
              <a:gd name="csX2" fmla="*/ 108899 w 789299"/>
              <a:gd name="csY2" fmla="*/ 392087 h 699135"/>
              <a:gd name="csX3" fmla="*/ 108899 w 789299"/>
              <a:gd name="csY3" fmla="*/ 698906 h 699135"/>
              <a:gd name="csX4" fmla="*/ 347024 w 789299"/>
              <a:gd name="csY4" fmla="*/ 699002 h 699135"/>
              <a:gd name="csX5" fmla="*/ 347024 w 789299"/>
              <a:gd name="csY5" fmla="*/ 461172 h 699135"/>
              <a:gd name="csX6" fmla="*/ 442274 w 789299"/>
              <a:gd name="csY6" fmla="*/ 461172 h 699135"/>
              <a:gd name="csX7" fmla="*/ 442274 w 789299"/>
              <a:gd name="csY7" fmla="*/ 699040 h 699135"/>
              <a:gd name="csX8" fmla="*/ 680399 w 789299"/>
              <a:gd name="csY8" fmla="*/ 699135 h 699135"/>
              <a:gd name="csX9" fmla="*/ 680399 w 789299"/>
              <a:gd name="csY9" fmla="*/ 391687 h 699135"/>
              <a:gd name="csX10" fmla="*/ 727729 w 789299"/>
              <a:gd name="csY10" fmla="*/ 436455 h 699135"/>
              <a:gd name="csX11" fmla="*/ 789299 w 789299"/>
              <a:gd name="csY11" fmla="*/ 374894 h 699135"/>
              <a:gd name="csX12" fmla="*/ 394649 w 789299"/>
              <a:gd name="csY12" fmla="*/ 0 h 699135"/>
              <a:gd name="csX13" fmla="*/ 0 w 789299"/>
              <a:gd name="csY13" fmla="*/ 374885 h 6991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789299" h="699135">
                <a:moveTo>
                  <a:pt x="0" y="374885"/>
                </a:moveTo>
                <a:lnTo>
                  <a:pt x="61808" y="436683"/>
                </a:lnTo>
                <a:lnTo>
                  <a:pt x="108899" y="392087"/>
                </a:lnTo>
                <a:lnTo>
                  <a:pt x="108899" y="698906"/>
                </a:lnTo>
                <a:lnTo>
                  <a:pt x="347024" y="699002"/>
                </a:lnTo>
                <a:lnTo>
                  <a:pt x="347024" y="461172"/>
                </a:lnTo>
                <a:lnTo>
                  <a:pt x="442274" y="461172"/>
                </a:lnTo>
                <a:lnTo>
                  <a:pt x="442274" y="699040"/>
                </a:lnTo>
                <a:lnTo>
                  <a:pt x="680399" y="699135"/>
                </a:lnTo>
                <a:lnTo>
                  <a:pt x="680399" y="391687"/>
                </a:lnTo>
                <a:lnTo>
                  <a:pt x="727729" y="436455"/>
                </a:lnTo>
                <a:lnTo>
                  <a:pt x="789299" y="374894"/>
                </a:lnTo>
                <a:lnTo>
                  <a:pt x="394649" y="0"/>
                </a:lnTo>
                <a:lnTo>
                  <a:pt x="0" y="374885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600" dirty="0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1EDEB4CE-8799-6982-5477-2DA806120135}"/>
              </a:ext>
            </a:extLst>
          </p:cNvPr>
          <p:cNvGrpSpPr/>
          <p:nvPr userDrawn="1"/>
        </p:nvGrpSpPr>
        <p:grpSpPr>
          <a:xfrm>
            <a:off x="1619737" y="5045701"/>
            <a:ext cx="184117" cy="187446"/>
            <a:chOff x="1619737" y="5045701"/>
            <a:chExt cx="184117" cy="187446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BA5E56E2-B8E9-45AD-ACBC-9421DDA0EEBA}"/>
                </a:ext>
              </a:extLst>
            </p:cNvPr>
            <p:cNvSpPr/>
            <p:nvPr userDrawn="1"/>
          </p:nvSpPr>
          <p:spPr>
            <a:xfrm>
              <a:off x="1619737" y="5126793"/>
              <a:ext cx="72000" cy="7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7313CE3-32F4-3F71-B984-1232F66EEC0D}"/>
                </a:ext>
              </a:extLst>
            </p:cNvPr>
            <p:cNvSpPr/>
            <p:nvPr userDrawn="1"/>
          </p:nvSpPr>
          <p:spPr>
            <a:xfrm>
              <a:off x="1749854" y="5179147"/>
              <a:ext cx="54000" cy="54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F1833A4-9900-67C4-9642-70BCFCA40E6B}"/>
                </a:ext>
              </a:extLst>
            </p:cNvPr>
            <p:cNvSpPr/>
            <p:nvPr userDrawn="1"/>
          </p:nvSpPr>
          <p:spPr>
            <a:xfrm>
              <a:off x="1717962" y="5045701"/>
              <a:ext cx="72000" cy="7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DDD33117-7BCF-681A-78AF-E47F80786428}"/>
                </a:ext>
              </a:extLst>
            </p:cNvPr>
            <p:cNvSpPr/>
            <p:nvPr userDrawn="1"/>
          </p:nvSpPr>
          <p:spPr>
            <a:xfrm>
              <a:off x="1653838" y="5087791"/>
              <a:ext cx="115484" cy="112914"/>
            </a:xfrm>
            <a:custGeom>
              <a:avLst/>
              <a:gdLst>
                <a:gd name="csX0" fmla="*/ 134938 w 195263"/>
                <a:gd name="csY0" fmla="*/ 0 h 161925"/>
                <a:gd name="csX1" fmla="*/ 0 w 195263"/>
                <a:gd name="csY1" fmla="*/ 109538 h 161925"/>
                <a:gd name="csX2" fmla="*/ 195263 w 195263"/>
                <a:gd name="csY2" fmla="*/ 161925 h 161925"/>
                <a:gd name="csX0" fmla="*/ 134938 w 166688"/>
                <a:gd name="csY0" fmla="*/ 0 h 174625"/>
                <a:gd name="csX1" fmla="*/ 0 w 166688"/>
                <a:gd name="csY1" fmla="*/ 109538 h 174625"/>
                <a:gd name="csX2" fmla="*/ 166688 w 166688"/>
                <a:gd name="csY2" fmla="*/ 174625 h 174625"/>
                <a:gd name="csX0" fmla="*/ 134938 w 166688"/>
                <a:gd name="csY0" fmla="*/ 0 h 174625"/>
                <a:gd name="csX1" fmla="*/ 0 w 166688"/>
                <a:gd name="csY1" fmla="*/ 109538 h 174625"/>
                <a:gd name="csX2" fmla="*/ 166688 w 166688"/>
                <a:gd name="csY2" fmla="*/ 174625 h 174625"/>
                <a:gd name="csX0" fmla="*/ 134938 w 166688"/>
                <a:gd name="csY0" fmla="*/ 0 h 174625"/>
                <a:gd name="csX1" fmla="*/ 0 w 166688"/>
                <a:gd name="csY1" fmla="*/ 109538 h 174625"/>
                <a:gd name="csX2" fmla="*/ 166688 w 166688"/>
                <a:gd name="csY2" fmla="*/ 174625 h 174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6688" h="174625">
                  <a:moveTo>
                    <a:pt x="134938" y="0"/>
                  </a:moveTo>
                  <a:lnTo>
                    <a:pt x="0" y="109538"/>
                  </a:lnTo>
                  <a:lnTo>
                    <a:pt x="166688" y="174625"/>
                  </a:lnTo>
                </a:path>
              </a:pathLst>
            </a:cu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B34E3EC-3981-D0FF-91A1-E4A41712EEC5}"/>
              </a:ext>
            </a:extLst>
          </p:cNvPr>
          <p:cNvSpPr txBox="1"/>
          <p:nvPr userDrawn="1"/>
        </p:nvSpPr>
        <p:spPr>
          <a:xfrm>
            <a:off x="1294360" y="4807404"/>
            <a:ext cx="83075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kern="12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네비게이션바</a:t>
            </a:r>
            <a:r>
              <a: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60dp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B3A900-F97A-EA5C-A991-88E2A010E465}"/>
              </a:ext>
            </a:extLst>
          </p:cNvPr>
          <p:cNvSpPr txBox="1"/>
          <p:nvPr userDrawn="1"/>
        </p:nvSpPr>
        <p:spPr>
          <a:xfrm>
            <a:off x="1918678" y="5061048"/>
            <a:ext cx="86823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네비게이션 버튼 </a:t>
            </a:r>
            <a:r>
              <a:rPr lang="en-US" altLang="ko-KR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25dp</a:t>
            </a:r>
            <a:endParaRPr lang="ko-KR" altLang="en-US" sz="600" kern="12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96CFB37-9558-3F25-E2BF-DAAC7992C425}"/>
              </a:ext>
            </a:extLst>
          </p:cNvPr>
          <p:cNvSpPr/>
          <p:nvPr userDrawn="1"/>
        </p:nvSpPr>
        <p:spPr>
          <a:xfrm>
            <a:off x="2913962" y="170531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C8B48CB-D740-0CE3-8757-D5EDE7D6BD86}"/>
              </a:ext>
            </a:extLst>
          </p:cNvPr>
          <p:cNvSpPr/>
          <p:nvPr userDrawn="1"/>
        </p:nvSpPr>
        <p:spPr>
          <a:xfrm>
            <a:off x="2696908" y="170531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F5F348B-CC16-C564-22DE-AD1B71F9B9A8}"/>
              </a:ext>
            </a:extLst>
          </p:cNvPr>
          <p:cNvSpPr/>
          <p:nvPr userDrawn="1"/>
        </p:nvSpPr>
        <p:spPr>
          <a:xfrm>
            <a:off x="2479854" y="170531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287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3" userDrawn="1">
          <p15:clr>
            <a:srgbClr val="FBAE40"/>
          </p15:clr>
        </p15:guide>
        <p15:guide id="2" pos="1077" userDrawn="1">
          <p15:clr>
            <a:srgbClr val="FBAE40"/>
          </p15:clr>
        </p15:guide>
        <p15:guide id="3" pos="204" userDrawn="1">
          <p15:clr>
            <a:srgbClr val="FBAE40"/>
          </p15:clr>
        </p15:guide>
        <p15:guide id="4" pos="2154" userDrawn="1">
          <p15:clr>
            <a:srgbClr val="FBAE40"/>
          </p15:clr>
        </p15:guide>
        <p15:guide id="9" orient="horz" pos="3132" userDrawn="1">
          <p15:clr>
            <a:srgbClr val="FBAE40"/>
          </p15:clr>
        </p15:guide>
        <p15:guide id="10" orient="horz" pos="274" userDrawn="1">
          <p15:clr>
            <a:srgbClr val="FBAE40"/>
          </p15:clr>
        </p15:guide>
        <p15:guide id="11" orient="horz" userDrawn="1">
          <p15:clr>
            <a:srgbClr val="FBAE40"/>
          </p15:clr>
        </p15:guide>
        <p15:guide id="12" orient="horz" pos="932" userDrawn="1">
          <p15:clr>
            <a:srgbClr val="FBAE40"/>
          </p15:clr>
        </p15:guide>
        <p15:guide id="13" orient="horz" pos="3065" userDrawn="1">
          <p15:clr>
            <a:srgbClr val="FBAE40"/>
          </p15:clr>
        </p15:guide>
        <p15:guide id="14" orient="horz" pos="2922" userDrawn="1">
          <p15:clr>
            <a:srgbClr val="FBAE40"/>
          </p15:clr>
        </p15:guide>
        <p15:guide id="15" pos="1950" userDrawn="1">
          <p15:clr>
            <a:srgbClr val="FBAE40"/>
          </p15:clr>
        </p15:guide>
        <p15:guide id="16" orient="horz" pos="388" userDrawn="1">
          <p15:clr>
            <a:srgbClr val="FBAE40"/>
          </p15:clr>
        </p15:guide>
        <p15:guide id="17" orient="horz" pos="569" userDrawn="1">
          <p15:clr>
            <a:srgbClr val="FBAE40"/>
          </p15:clr>
        </p15:guide>
        <p15:guide id="18" orient="horz" pos="1204" userDrawn="1">
          <p15:clr>
            <a:srgbClr val="FBAE40"/>
          </p15:clr>
        </p15:guide>
        <p15:guide id="19" orient="horz" pos="11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5089" y="287875"/>
            <a:ext cx="2949297" cy="10451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089" y="1439370"/>
            <a:ext cx="2949297" cy="3430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5089" y="5011512"/>
            <a:ext cx="769382" cy="2878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14371-07C9-42DD-AB34-11C3B1CEF327}" type="datetimeFigureOut">
              <a:rPr lang="ko-KR" altLang="en-US" smtClean="0"/>
              <a:t>2026-08-16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2701" y="5011512"/>
            <a:ext cx="1154073" cy="2878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15004" y="5011512"/>
            <a:ext cx="769382" cy="2878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6E8EE-F57B-433E-B949-D3C3806D4B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808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6" r:id="rId2"/>
    <p:sldLayoutId id="2147483711" r:id="rId3"/>
  </p:sldLayoutIdLst>
  <p:txStyles>
    <p:titleStyle>
      <a:lvl1pPr algn="l" defTabSz="341986" rtl="0" eaLnBrk="1" latinLnBrk="1" hangingPunct="1">
        <a:lnSpc>
          <a:spcPct val="90000"/>
        </a:lnSpc>
        <a:spcBef>
          <a:spcPct val="0"/>
        </a:spcBef>
        <a:buNone/>
        <a:defRPr sz="16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496" indent="-85496" algn="l" defTabSz="341986" rtl="0" eaLnBrk="1" latinLnBrk="1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047" kern="1200">
          <a:solidFill>
            <a:schemeClr val="tx1"/>
          </a:solidFill>
          <a:latin typeface="+mn-lt"/>
          <a:ea typeface="+mn-ea"/>
          <a:cs typeface="+mn-cs"/>
        </a:defRPr>
      </a:lvl1pPr>
      <a:lvl2pPr marL="256489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898" kern="1200">
          <a:solidFill>
            <a:schemeClr val="tx1"/>
          </a:solidFill>
          <a:latin typeface="+mn-lt"/>
          <a:ea typeface="+mn-ea"/>
          <a:cs typeface="+mn-cs"/>
        </a:defRPr>
      </a:lvl2pPr>
      <a:lvl3pPr marL="427482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748" kern="1200">
          <a:solidFill>
            <a:schemeClr val="tx1"/>
          </a:solidFill>
          <a:latin typeface="+mn-lt"/>
          <a:ea typeface="+mn-ea"/>
          <a:cs typeface="+mn-cs"/>
        </a:defRPr>
      </a:lvl3pPr>
      <a:lvl4pPr marL="598475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4pPr>
      <a:lvl5pPr marL="769468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5pPr>
      <a:lvl6pPr marL="940460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6pPr>
      <a:lvl7pPr marL="1111453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7pPr>
      <a:lvl8pPr marL="1282446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8pPr>
      <a:lvl9pPr marL="1453439" indent="-85496" algn="l" defTabSz="341986" rtl="0" eaLnBrk="1" latinLnBrk="1" hangingPunct="1">
        <a:lnSpc>
          <a:spcPct val="90000"/>
        </a:lnSpc>
        <a:spcBef>
          <a:spcPts val="187"/>
        </a:spcBef>
        <a:buFont typeface="Arial" panose="020B0604020202020204" pitchFamily="34" charset="0"/>
        <a:buChar char="•"/>
        <a:defRPr sz="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1pPr>
      <a:lvl2pPr marL="170993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2pPr>
      <a:lvl3pPr marL="341986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3pPr>
      <a:lvl4pPr marL="512978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4pPr>
      <a:lvl5pPr marL="683971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5pPr>
      <a:lvl6pPr marL="854964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6pPr>
      <a:lvl7pPr marL="1025957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7pPr>
      <a:lvl8pPr marL="1196950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8pPr>
      <a:lvl9pPr marL="1367942" algn="l" defTabSz="341986" rtl="0" eaLnBrk="1" latinLnBrk="1" hangingPunct="1">
        <a:defRPr sz="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03" userDrawn="1">
          <p15:clr>
            <a:srgbClr val="F26B43"/>
          </p15:clr>
        </p15:guide>
        <p15:guide id="2" pos="107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5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6B2159-7B1E-707C-465E-63F8BB917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BBBDCF0-8E13-45A4-4B1E-38FAD5F9532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2637" y="-1"/>
            <a:ext cx="3419475" cy="540320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A2981A4-9E99-71FB-3A24-1B1D3BD71870}"/>
              </a:ext>
            </a:extLst>
          </p:cNvPr>
          <p:cNvSpPr/>
          <p:nvPr/>
        </p:nvSpPr>
        <p:spPr>
          <a:xfrm>
            <a:off x="3585050" y="1052978"/>
            <a:ext cx="511121" cy="523120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60E95B-7E48-3BB5-7B43-8A7AD204C41F}"/>
              </a:ext>
            </a:extLst>
          </p:cNvPr>
          <p:cNvSpPr/>
          <p:nvPr/>
        </p:nvSpPr>
        <p:spPr>
          <a:xfrm>
            <a:off x="3585050" y="3569439"/>
            <a:ext cx="511121" cy="52312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B69CEE-B130-90AD-B696-E4D9EF898B6D}"/>
              </a:ext>
            </a:extLst>
          </p:cNvPr>
          <p:cNvSpPr/>
          <p:nvPr/>
        </p:nvSpPr>
        <p:spPr>
          <a:xfrm>
            <a:off x="3585050" y="1682093"/>
            <a:ext cx="511121" cy="523120"/>
          </a:xfrm>
          <a:prstGeom prst="rect">
            <a:avLst/>
          </a:prstGeom>
          <a:solidFill>
            <a:srgbClr val="E6E9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F9B8BB2-D856-4389-7193-0D5877402A57}"/>
              </a:ext>
            </a:extLst>
          </p:cNvPr>
          <p:cNvSpPr/>
          <p:nvPr/>
        </p:nvSpPr>
        <p:spPr>
          <a:xfrm>
            <a:off x="3585050" y="423863"/>
            <a:ext cx="511121" cy="523120"/>
          </a:xfrm>
          <a:prstGeom prst="rect">
            <a:avLst/>
          </a:prstGeom>
          <a:solidFill>
            <a:srgbClr val="CFC0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107C140-F90E-8F76-B077-6C89956062BA}"/>
              </a:ext>
            </a:extLst>
          </p:cNvPr>
          <p:cNvSpPr/>
          <p:nvPr/>
        </p:nvSpPr>
        <p:spPr>
          <a:xfrm>
            <a:off x="3585050" y="423863"/>
            <a:ext cx="2923528" cy="165073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922E9CB-2C3D-0483-9AB5-8E98889F1CB1}"/>
              </a:ext>
            </a:extLst>
          </p:cNvPr>
          <p:cNvSpPr/>
          <p:nvPr/>
        </p:nvSpPr>
        <p:spPr>
          <a:xfrm>
            <a:off x="3585050" y="714509"/>
            <a:ext cx="2923528" cy="296382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DE7EAC6E-5B18-4A3B-F8B3-0FEE54EDB021}"/>
              </a:ext>
            </a:extLst>
          </p:cNvPr>
          <p:cNvSpPr/>
          <p:nvPr/>
        </p:nvSpPr>
        <p:spPr>
          <a:xfrm>
            <a:off x="3585050" y="1908831"/>
            <a:ext cx="2923528" cy="296382"/>
          </a:xfrm>
          <a:prstGeom prst="rect">
            <a:avLst/>
          </a:prstGeom>
          <a:solidFill>
            <a:srgbClr val="ABBC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255C65-F3AF-DADE-DD3A-8B478F5A5A9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585050" y="0"/>
            <a:ext cx="3419475" cy="540320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F10811C-74DD-1F68-9816-84521B31C3C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170100" y="3816"/>
            <a:ext cx="3419475" cy="5403209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F2987A58-9781-284F-6DCD-C81AF4E0E6E6}"/>
              </a:ext>
            </a:extLst>
          </p:cNvPr>
          <p:cNvGrpSpPr/>
          <p:nvPr/>
        </p:nvGrpSpPr>
        <p:grpSpPr>
          <a:xfrm>
            <a:off x="960280" y="1878119"/>
            <a:ext cx="3086503" cy="3331291"/>
            <a:chOff x="10151764" y="1692275"/>
            <a:chExt cx="5832309" cy="6294869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F18CC841-5F8D-C7BD-8B09-51BB760938A3}"/>
                </a:ext>
              </a:extLst>
            </p:cNvPr>
            <p:cNvSpPr/>
            <p:nvPr/>
          </p:nvSpPr>
          <p:spPr>
            <a:xfrm>
              <a:off x="10151764" y="1758248"/>
              <a:ext cx="5832309" cy="6228896"/>
            </a:xfrm>
            <a:custGeom>
              <a:avLst/>
              <a:gdLst>
                <a:gd name="csX0" fmla="*/ 0 w 6358466"/>
                <a:gd name="csY0" fmla="*/ 3716867 h 6739467"/>
                <a:gd name="csX1" fmla="*/ 3022600 w 6358466"/>
                <a:gd name="csY1" fmla="*/ 6739467 h 6739467"/>
                <a:gd name="csX2" fmla="*/ 6358466 w 6358466"/>
                <a:gd name="csY2" fmla="*/ 6739467 h 6739467"/>
                <a:gd name="csX3" fmla="*/ 6358466 w 6358466"/>
                <a:gd name="csY3" fmla="*/ 3742267 h 6739467"/>
                <a:gd name="csX4" fmla="*/ 2616199 w 6358466"/>
                <a:gd name="csY4" fmla="*/ 0 h 6739467"/>
                <a:gd name="csX5" fmla="*/ 0 w 6358466"/>
                <a:gd name="csY5" fmla="*/ 3716867 h 6739467"/>
                <a:gd name="csX0" fmla="*/ 0 w 6310373"/>
                <a:gd name="csY0" fmla="*/ 3854277 h 6739467"/>
                <a:gd name="csX1" fmla="*/ 2974507 w 6310373"/>
                <a:gd name="csY1" fmla="*/ 6739467 h 6739467"/>
                <a:gd name="csX2" fmla="*/ 6310373 w 6310373"/>
                <a:gd name="csY2" fmla="*/ 6739467 h 6739467"/>
                <a:gd name="csX3" fmla="*/ 6310373 w 6310373"/>
                <a:gd name="csY3" fmla="*/ 3742267 h 6739467"/>
                <a:gd name="csX4" fmla="*/ 2568106 w 6310373"/>
                <a:gd name="csY4" fmla="*/ 0 h 6739467"/>
                <a:gd name="csX5" fmla="*/ 0 w 6310373"/>
                <a:gd name="csY5" fmla="*/ 3854277 h 6739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310373" h="6739467">
                  <a:moveTo>
                    <a:pt x="0" y="3854277"/>
                  </a:moveTo>
                  <a:lnTo>
                    <a:pt x="2974507" y="6739467"/>
                  </a:lnTo>
                  <a:lnTo>
                    <a:pt x="6310373" y="6739467"/>
                  </a:lnTo>
                  <a:lnTo>
                    <a:pt x="6310373" y="3742267"/>
                  </a:lnTo>
                  <a:lnTo>
                    <a:pt x="2568106" y="0"/>
                  </a:lnTo>
                  <a:lnTo>
                    <a:pt x="0" y="3854277"/>
                  </a:lnTo>
                  <a:close/>
                </a:path>
              </a:pathLst>
            </a:custGeom>
            <a:gradFill>
              <a:gsLst>
                <a:gs pos="63000">
                  <a:schemeClr val="tx1">
                    <a:lumMod val="50000"/>
                    <a:lumOff val="50000"/>
                    <a:alpha val="0"/>
                  </a:schemeClr>
                </a:gs>
                <a:gs pos="0">
                  <a:schemeClr val="bg1">
                    <a:lumMod val="75000"/>
                    <a:alpha val="50000"/>
                  </a:scheme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3720564D-D506-BA0E-3279-BE28DAD72BCF}"/>
                </a:ext>
              </a:extLst>
            </p:cNvPr>
            <p:cNvGrpSpPr/>
            <p:nvPr/>
          </p:nvGrpSpPr>
          <p:grpSpPr>
            <a:xfrm>
              <a:off x="10167769" y="1692275"/>
              <a:ext cx="2425965" cy="3651137"/>
              <a:chOff x="2138045" y="3527386"/>
              <a:chExt cx="2425965" cy="3651137"/>
            </a:xfrm>
          </p:grpSpPr>
          <p:sp>
            <p:nvSpPr>
              <p:cNvPr id="2" name="사각형: 둥근 위쪽 모서리 1">
                <a:extLst>
                  <a:ext uri="{FF2B5EF4-FFF2-40B4-BE49-F238E27FC236}">
                    <a16:creationId xmlns:a16="http://schemas.microsoft.com/office/drawing/2014/main" id="{C6C8D61E-981B-04C9-760F-F154273750BB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blurRad="38100" dist="381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9BB7E66E-AD7A-2405-4211-782CA09DE66E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9B3B50C4-CE9D-83D9-1B25-11D5BEB266A2}"/>
              </a:ext>
            </a:extLst>
          </p:cNvPr>
          <p:cNvSpPr/>
          <p:nvPr/>
        </p:nvSpPr>
        <p:spPr>
          <a:xfrm>
            <a:off x="291674" y="1878119"/>
            <a:ext cx="346696" cy="280207"/>
          </a:xfrm>
          <a:custGeom>
            <a:avLst/>
            <a:gdLst>
              <a:gd name="csX0" fmla="*/ 695325 w 695324"/>
              <a:gd name="csY0" fmla="*/ 228600 h 561975"/>
              <a:gd name="csX1" fmla="*/ 422910 w 695324"/>
              <a:gd name="csY1" fmla="*/ 0 h 561975"/>
              <a:gd name="csX2" fmla="*/ 422910 w 695324"/>
              <a:gd name="csY2" fmla="*/ 133350 h 561975"/>
              <a:gd name="csX3" fmla="*/ 0 w 695324"/>
              <a:gd name="csY3" fmla="*/ 561975 h 561975"/>
              <a:gd name="csX4" fmla="*/ 422910 w 695324"/>
              <a:gd name="csY4" fmla="*/ 333375 h 561975"/>
              <a:gd name="csX5" fmla="*/ 422910 w 695324"/>
              <a:gd name="csY5" fmla="*/ 457200 h 561975"/>
              <a:gd name="csX6" fmla="*/ 695325 w 695324"/>
              <a:gd name="csY6" fmla="*/ 228600 h 561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5324" h="561975">
                <a:moveTo>
                  <a:pt x="695325" y="228600"/>
                </a:moveTo>
                <a:lnTo>
                  <a:pt x="422910" y="0"/>
                </a:lnTo>
                <a:lnTo>
                  <a:pt x="422910" y="133350"/>
                </a:lnTo>
                <a:cubicBezTo>
                  <a:pt x="5715" y="137160"/>
                  <a:pt x="0" y="561975"/>
                  <a:pt x="0" y="561975"/>
                </a:cubicBezTo>
                <a:cubicBezTo>
                  <a:pt x="0" y="561975"/>
                  <a:pt x="88582" y="336233"/>
                  <a:pt x="422910" y="333375"/>
                </a:cubicBezTo>
                <a:lnTo>
                  <a:pt x="422910" y="457200"/>
                </a:lnTo>
                <a:lnTo>
                  <a:pt x="695325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671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F8CD08CC-3B9C-8E83-EC77-5DE3542A03AD}"/>
              </a:ext>
            </a:extLst>
          </p:cNvPr>
          <p:cNvSpPr/>
          <p:nvPr/>
        </p:nvSpPr>
        <p:spPr>
          <a:xfrm>
            <a:off x="233733" y="1897116"/>
            <a:ext cx="351446" cy="351446"/>
          </a:xfrm>
          <a:custGeom>
            <a:avLst/>
            <a:gdLst>
              <a:gd name="csX0" fmla="*/ 647700 w 704850"/>
              <a:gd name="csY0" fmla="*/ 404813 h 704850"/>
              <a:gd name="csX1" fmla="*/ 647700 w 704850"/>
              <a:gd name="csY1" fmla="*/ 647700 h 704850"/>
              <a:gd name="csX2" fmla="*/ 57150 w 704850"/>
              <a:gd name="csY2" fmla="*/ 647700 h 704850"/>
              <a:gd name="csX3" fmla="*/ 57150 w 704850"/>
              <a:gd name="csY3" fmla="*/ 57150 h 704850"/>
              <a:gd name="csX4" fmla="*/ 481965 w 704850"/>
              <a:gd name="csY4" fmla="*/ 57150 h 704850"/>
              <a:gd name="csX5" fmla="*/ 481965 w 704850"/>
              <a:gd name="csY5" fmla="*/ 0 h 704850"/>
              <a:gd name="csX6" fmla="*/ 0 w 704850"/>
              <a:gd name="csY6" fmla="*/ 0 h 704850"/>
              <a:gd name="csX7" fmla="*/ 0 w 704850"/>
              <a:gd name="csY7" fmla="*/ 704850 h 704850"/>
              <a:gd name="csX8" fmla="*/ 704850 w 704850"/>
              <a:gd name="csY8" fmla="*/ 701993 h 704850"/>
              <a:gd name="csX9" fmla="*/ 704850 w 704850"/>
              <a:gd name="csY9" fmla="*/ 356235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4850" h="704850">
                <a:moveTo>
                  <a:pt x="647700" y="404813"/>
                </a:moveTo>
                <a:lnTo>
                  <a:pt x="647700" y="647700"/>
                </a:lnTo>
                <a:lnTo>
                  <a:pt x="57150" y="647700"/>
                </a:lnTo>
                <a:lnTo>
                  <a:pt x="57150" y="57150"/>
                </a:lnTo>
                <a:lnTo>
                  <a:pt x="481965" y="57150"/>
                </a:lnTo>
                <a:lnTo>
                  <a:pt x="481965" y="0"/>
                </a:lnTo>
                <a:lnTo>
                  <a:pt x="0" y="0"/>
                </a:lnTo>
                <a:lnTo>
                  <a:pt x="0" y="704850"/>
                </a:lnTo>
                <a:lnTo>
                  <a:pt x="704850" y="701993"/>
                </a:lnTo>
                <a:lnTo>
                  <a:pt x="704850" y="35623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671"/>
          </a:p>
        </p:txBody>
      </p:sp>
      <p:pic>
        <p:nvPicPr>
          <p:cNvPr id="13" name="그래픽 12" descr="기타 단색으로 채워진">
            <a:extLst>
              <a:ext uri="{FF2B5EF4-FFF2-40B4-BE49-F238E27FC236}">
                <a16:creationId xmlns:a16="http://schemas.microsoft.com/office/drawing/2014/main" id="{75CEADE9-4109-9BF5-B7CE-B5E20012C6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086" y="2201393"/>
            <a:ext cx="455930" cy="455930"/>
          </a:xfrm>
          <a:prstGeom prst="rect">
            <a:avLst/>
          </a:prstGeom>
        </p:spPr>
      </p:pic>
      <p:pic>
        <p:nvPicPr>
          <p:cNvPr id="14" name="그래픽 13" descr="햄버거 메뉴 아이콘 단색으로 채워진">
            <a:extLst>
              <a:ext uri="{FF2B5EF4-FFF2-40B4-BE49-F238E27FC236}">
                <a16:creationId xmlns:a16="http://schemas.microsoft.com/office/drawing/2014/main" id="{9E293FD3-2661-F95B-B9BA-084393BB96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2440" y="2484393"/>
            <a:ext cx="455930" cy="455930"/>
          </a:xfrm>
          <a:prstGeom prst="rect">
            <a:avLst/>
          </a:prstGeom>
        </p:spPr>
      </p:pic>
      <p:pic>
        <p:nvPicPr>
          <p:cNvPr id="15" name="그래픽 14" descr="쓰레기 단색으로 채워진">
            <a:extLst>
              <a:ext uri="{FF2B5EF4-FFF2-40B4-BE49-F238E27FC236}">
                <a16:creationId xmlns:a16="http://schemas.microsoft.com/office/drawing/2014/main" id="{E27E1780-CD70-A563-CFE2-CA9C6D0BE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922" y="3007512"/>
            <a:ext cx="455930" cy="45593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C86770-4506-C9F7-E2FB-0050F4244FD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38" y="1393917"/>
            <a:ext cx="441987" cy="441987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CF38EA7-AB57-6F1B-458D-11C5463D32FD}"/>
              </a:ext>
            </a:extLst>
          </p:cNvPr>
          <p:cNvSpPr/>
          <p:nvPr/>
        </p:nvSpPr>
        <p:spPr>
          <a:xfrm>
            <a:off x="291674" y="4668205"/>
            <a:ext cx="2692836" cy="282424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7B4338A-52D5-DE56-5114-2E4DD526A8F1}"/>
              </a:ext>
            </a:extLst>
          </p:cNvPr>
          <p:cNvGrpSpPr/>
          <p:nvPr/>
        </p:nvGrpSpPr>
        <p:grpSpPr>
          <a:xfrm rot="16200000">
            <a:off x="1469003" y="-2268427"/>
            <a:ext cx="511121" cy="3668696"/>
            <a:chOff x="7197291" y="1354369"/>
            <a:chExt cx="1025090" cy="7357831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E7FAE2A-EC75-A897-DAE3-C6586B54BF04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F5C229E-EA07-0CBB-CBD0-6A3C72CB5CDF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6405E47-723E-B2AA-73F4-493A25826997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332CD88-4EB5-41D6-8B04-B6D25D55B377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62D5611-0EF7-EE9D-BFAE-3C2686F29567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07EEB9E-8CCD-F377-B781-CF59331F923F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</p:spTree>
    <p:extLst>
      <p:ext uri="{BB962C8B-B14F-4D97-AF65-F5344CB8AC3E}">
        <p14:creationId xmlns:p14="http://schemas.microsoft.com/office/powerpoint/2010/main" val="1190092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127AE-1ABD-C51B-E14D-56727EAA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8128914-5C47-28CA-4694-EB538EE60BA1}"/>
              </a:ext>
            </a:extLst>
          </p:cNvPr>
          <p:cNvGrpSpPr/>
          <p:nvPr/>
        </p:nvGrpSpPr>
        <p:grpSpPr>
          <a:xfrm>
            <a:off x="-279083" y="-426716"/>
            <a:ext cx="3977640" cy="6173466"/>
            <a:chOff x="-279083" y="-426716"/>
            <a:chExt cx="3977640" cy="617346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F8893BA-0639-A910-223B-C6EFEF173562}"/>
                </a:ext>
              </a:extLst>
            </p:cNvPr>
            <p:cNvSpPr/>
            <p:nvPr userDrawn="1"/>
          </p:nvSpPr>
          <p:spPr>
            <a:xfrm>
              <a:off x="-279083" y="434975"/>
              <a:ext cx="3977640" cy="180975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85311B-80B8-3B49-7189-C09F56A466E5}"/>
                </a:ext>
              </a:extLst>
            </p:cNvPr>
            <p:cNvSpPr/>
            <p:nvPr userDrawn="1"/>
          </p:nvSpPr>
          <p:spPr>
            <a:xfrm>
              <a:off x="-279083" y="903288"/>
              <a:ext cx="3977640" cy="576262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D56BB69-038C-17F2-8DE0-86AEDDBC9C22}"/>
                </a:ext>
              </a:extLst>
            </p:cNvPr>
            <p:cNvSpPr/>
            <p:nvPr userDrawn="1"/>
          </p:nvSpPr>
          <p:spPr>
            <a:xfrm>
              <a:off x="-279083" y="1911348"/>
              <a:ext cx="3977640" cy="3060701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276C9FC-59AA-0E6F-1E8C-90CF70225960}"/>
                </a:ext>
              </a:extLst>
            </p:cNvPr>
            <p:cNvSpPr/>
            <p:nvPr userDrawn="1"/>
          </p:nvSpPr>
          <p:spPr>
            <a:xfrm>
              <a:off x="323850" y="-426716"/>
              <a:ext cx="2771775" cy="6173466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712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CFC33-0B91-F924-C8B6-758494201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93EB654-1315-953C-5DF5-78C31521B6AF}"/>
              </a:ext>
            </a:extLst>
          </p:cNvPr>
          <p:cNvSpPr txBox="1"/>
          <p:nvPr/>
        </p:nvSpPr>
        <p:spPr>
          <a:xfrm>
            <a:off x="259160" y="423863"/>
            <a:ext cx="29011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5000" dirty="0" err="1">
                <a:solidFill>
                  <a:schemeClr val="accent6">
                    <a:lumMod val="90000"/>
                    <a:lumOff val="10000"/>
                  </a:schemeClr>
                </a:solidFill>
                <a:latin typeface="Cavorting" panose="000B0504000000000004" pitchFamily="34" charset="0"/>
              </a:rPr>
              <a:t>Daymory</a:t>
            </a:r>
            <a:r>
              <a:rPr lang="en-US" altLang="ko-KR" sz="5000" dirty="0">
                <a:solidFill>
                  <a:schemeClr val="accent6">
                    <a:lumMod val="90000"/>
                    <a:lumOff val="10000"/>
                  </a:schemeClr>
                </a:solidFill>
                <a:latin typeface="Cavorting" panose="000B0504000000000004" pitchFamily="34" charset="0"/>
              </a:rPr>
              <a:t> </a:t>
            </a:r>
            <a:endParaRPr lang="ko-KR" altLang="en-US" sz="5000" dirty="0">
              <a:solidFill>
                <a:schemeClr val="accent6">
                  <a:lumMod val="90000"/>
                  <a:lumOff val="1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6D5DF-7D0C-E238-3170-E22104F128D1}"/>
              </a:ext>
            </a:extLst>
          </p:cNvPr>
          <p:cNvSpPr txBox="1"/>
          <p:nvPr/>
        </p:nvSpPr>
        <p:spPr>
          <a:xfrm>
            <a:off x="259160" y="4198084"/>
            <a:ext cx="29011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solidFill>
                  <a:schemeClr val="accent6">
                    <a:lumMod val="90000"/>
                    <a:lumOff val="10000"/>
                  </a:schemeClr>
                </a:solidFill>
                <a:latin typeface="Cavorting" panose="000B0504000000000004" pitchFamily="34" charset="0"/>
              </a:rPr>
              <a:t>Draw together, keep the little days</a:t>
            </a:r>
            <a:endParaRPr lang="ko-KR" altLang="en-US" sz="1400" dirty="0">
              <a:solidFill>
                <a:schemeClr val="accent6">
                  <a:lumMod val="90000"/>
                  <a:lumOff val="1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721FD3-CEBF-D581-8958-965D5E059EA0}"/>
              </a:ext>
            </a:extLst>
          </p:cNvPr>
          <p:cNvSpPr txBox="1"/>
          <p:nvPr/>
        </p:nvSpPr>
        <p:spPr>
          <a:xfrm>
            <a:off x="2147413" y="2234214"/>
            <a:ext cx="7864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오리크기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275x400dp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E6394EF2-12D1-BB7C-FDC3-C4D48A5BEBCA}"/>
              </a:ext>
            </a:extLst>
          </p:cNvPr>
          <p:cNvSpPr/>
          <p:nvPr/>
        </p:nvSpPr>
        <p:spPr>
          <a:xfrm flipV="1">
            <a:off x="1382293" y="4658943"/>
            <a:ext cx="644728" cy="313107"/>
          </a:xfrm>
          <a:prstGeom prst="roundRect">
            <a:avLst>
              <a:gd name="adj" fmla="val 50000"/>
            </a:avLst>
          </a:prstGeom>
          <a:solidFill>
            <a:schemeClr val="accent6">
              <a:lumMod val="90000"/>
              <a:lumOff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F8487B-E981-13E6-5FDA-83DA58F944E9}"/>
              </a:ext>
            </a:extLst>
          </p:cNvPr>
          <p:cNvSpPr txBox="1"/>
          <p:nvPr/>
        </p:nvSpPr>
        <p:spPr>
          <a:xfrm>
            <a:off x="1411598" y="4723387"/>
            <a:ext cx="586119" cy="184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97" dirty="0">
                <a:solidFill>
                  <a:schemeClr val="bg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enter</a:t>
            </a:r>
            <a:endParaRPr lang="ko-KR" altLang="en-US" sz="1197" dirty="0">
              <a:solidFill>
                <a:schemeClr val="bg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8BA8BD0-4CC4-AA88-0621-85690094B43F}"/>
              </a:ext>
            </a:extLst>
          </p:cNvPr>
          <p:cNvSpPr/>
          <p:nvPr/>
        </p:nvSpPr>
        <p:spPr>
          <a:xfrm flipV="1">
            <a:off x="3567964" y="4657144"/>
            <a:ext cx="1528225" cy="313107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98665B-43C3-52A2-4F6E-9142A4990B92}"/>
              </a:ext>
            </a:extLst>
          </p:cNvPr>
          <p:cNvSpPr txBox="1"/>
          <p:nvPr/>
        </p:nvSpPr>
        <p:spPr>
          <a:xfrm>
            <a:off x="3571958" y="4736753"/>
            <a:ext cx="152023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dirty="0">
                <a:solidFill>
                  <a:srgbClr val="005A5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Google </a:t>
            </a:r>
            <a:r>
              <a:rPr lang="ko-KR" altLang="en-US" sz="1000" dirty="0">
                <a:solidFill>
                  <a:schemeClr val="accent5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계정으로</a:t>
            </a:r>
            <a:r>
              <a:rPr lang="ko-KR" altLang="en-US" sz="1000" dirty="0">
                <a:solidFill>
                  <a:srgbClr val="005A5A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로그인</a:t>
            </a:r>
            <a:endParaRPr lang="en-US" altLang="ko-KR" sz="1000" dirty="0">
              <a:solidFill>
                <a:srgbClr val="005A5A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3" name="그래픽 15">
            <a:extLst>
              <a:ext uri="{FF2B5EF4-FFF2-40B4-BE49-F238E27FC236}">
                <a16:creationId xmlns:a16="http://schemas.microsoft.com/office/drawing/2014/main" id="{34833490-4C0D-A789-6C14-B62F80FC250E}"/>
              </a:ext>
            </a:extLst>
          </p:cNvPr>
          <p:cNvGrpSpPr/>
          <p:nvPr/>
        </p:nvGrpSpPr>
        <p:grpSpPr>
          <a:xfrm>
            <a:off x="714912" y="1384332"/>
            <a:ext cx="1989651" cy="2884758"/>
            <a:chOff x="387511" y="806597"/>
            <a:chExt cx="2700994" cy="3916123"/>
          </a:xfrm>
          <a:solidFill>
            <a:schemeClr val="accent6">
              <a:lumMod val="90000"/>
              <a:lumOff val="10000"/>
            </a:schemeClr>
          </a:solidFill>
        </p:grpSpPr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909843F7-A289-10C0-7B33-171F7B7817A9}"/>
                </a:ext>
              </a:extLst>
            </p:cNvPr>
            <p:cNvSpPr/>
            <p:nvPr/>
          </p:nvSpPr>
          <p:spPr>
            <a:xfrm flipV="1">
              <a:off x="387511" y="806597"/>
              <a:ext cx="2684131" cy="3916123"/>
            </a:xfrm>
            <a:custGeom>
              <a:avLst/>
              <a:gdLst>
                <a:gd name="csX0" fmla="*/ 1634467 w 2684131"/>
                <a:gd name="csY0" fmla="*/ 3903021 h 3916123"/>
                <a:gd name="csX1" fmla="*/ 1392700 w 2684131"/>
                <a:gd name="csY1" fmla="*/ 3840895 h 3916123"/>
                <a:gd name="csX2" fmla="*/ 1110860 w 2684131"/>
                <a:gd name="csY2" fmla="*/ 3725659 h 3916123"/>
                <a:gd name="csX3" fmla="*/ 1084479 w 2684131"/>
                <a:gd name="csY3" fmla="*/ 3721651 h 3916123"/>
                <a:gd name="csX4" fmla="*/ 1060436 w 2684131"/>
                <a:gd name="csY4" fmla="*/ 3772756 h 3916123"/>
                <a:gd name="csX5" fmla="*/ 1067783 w 2684131"/>
                <a:gd name="csY5" fmla="*/ 3774760 h 3916123"/>
                <a:gd name="csX6" fmla="*/ 1100174 w 2684131"/>
                <a:gd name="csY6" fmla="*/ 3779436 h 3916123"/>
                <a:gd name="csX7" fmla="*/ 1092494 w 2684131"/>
                <a:gd name="csY7" fmla="*/ 3858263 h 3916123"/>
                <a:gd name="csX8" fmla="*/ 975283 w 2684131"/>
                <a:gd name="csY8" fmla="*/ 3825530 h 3916123"/>
                <a:gd name="csX9" fmla="*/ 990310 w 2684131"/>
                <a:gd name="csY9" fmla="*/ 3720315 h 3916123"/>
                <a:gd name="csX10" fmla="*/ 994317 w 2684131"/>
                <a:gd name="csY10" fmla="*/ 3696934 h 3916123"/>
                <a:gd name="csX11" fmla="*/ 955247 w 2684131"/>
                <a:gd name="csY11" fmla="*/ 3680233 h 3916123"/>
                <a:gd name="csX12" fmla="*/ 589590 w 2684131"/>
                <a:gd name="csY12" fmla="*/ 3387303 h 3916123"/>
                <a:gd name="csX13" fmla="*/ 520800 w 2684131"/>
                <a:gd name="csY13" fmla="*/ 3130445 h 3916123"/>
                <a:gd name="csX14" fmla="*/ 581242 w 2684131"/>
                <a:gd name="csY14" fmla="*/ 3002852 h 3916123"/>
                <a:gd name="csX15" fmla="*/ 768245 w 2684131"/>
                <a:gd name="csY15" fmla="*/ 2956090 h 3916123"/>
                <a:gd name="csX16" fmla="*/ 811322 w 2684131"/>
                <a:gd name="csY16" fmla="*/ 2964106 h 3916123"/>
                <a:gd name="csX17" fmla="*/ 825347 w 2684131"/>
                <a:gd name="csY17" fmla="*/ 2958762 h 3916123"/>
                <a:gd name="csX18" fmla="*/ 821674 w 2684131"/>
                <a:gd name="csY18" fmla="*/ 2934379 h 3916123"/>
                <a:gd name="csX19" fmla="*/ 814661 w 2684131"/>
                <a:gd name="csY19" fmla="*/ 2892961 h 3916123"/>
                <a:gd name="csX20" fmla="*/ 865419 w 2684131"/>
                <a:gd name="csY20" fmla="*/ 2787746 h 3916123"/>
                <a:gd name="csX21" fmla="*/ 894471 w 2684131"/>
                <a:gd name="csY21" fmla="*/ 2788748 h 3916123"/>
                <a:gd name="csX22" fmla="*/ 911502 w 2684131"/>
                <a:gd name="csY22" fmla="*/ 2791086 h 3916123"/>
                <a:gd name="csX23" fmla="*/ 920184 w 2684131"/>
                <a:gd name="csY23" fmla="*/ 2769710 h 3916123"/>
                <a:gd name="csX24" fmla="*/ 1016357 w 2684131"/>
                <a:gd name="csY24" fmla="*/ 2646792 h 3916123"/>
                <a:gd name="csX25" fmla="*/ 1040734 w 2684131"/>
                <a:gd name="csY25" fmla="*/ 2627085 h 3916123"/>
                <a:gd name="csX26" fmla="*/ 1014687 w 2684131"/>
                <a:gd name="csY26" fmla="*/ 2614727 h 3916123"/>
                <a:gd name="csX27" fmla="*/ 927865 w 2684131"/>
                <a:gd name="csY27" fmla="*/ 2530221 h 3916123"/>
                <a:gd name="csX28" fmla="*/ 907829 w 2684131"/>
                <a:gd name="csY28" fmla="*/ 2432021 h 3916123"/>
                <a:gd name="csX29" fmla="*/ 911836 w 2684131"/>
                <a:gd name="csY29" fmla="*/ 2397951 h 3916123"/>
                <a:gd name="csX30" fmla="*/ 901150 w 2684131"/>
                <a:gd name="csY30" fmla="*/ 2387263 h 3916123"/>
                <a:gd name="csX31" fmla="*/ 763236 w 2684131"/>
                <a:gd name="csY31" fmla="*/ 2317454 h 3916123"/>
                <a:gd name="csX32" fmla="*/ 561874 w 2684131"/>
                <a:gd name="csY32" fmla="*/ 2130405 h 3916123"/>
                <a:gd name="csX33" fmla="*/ 411604 w 2684131"/>
                <a:gd name="csY33" fmla="*/ 1838811 h 3916123"/>
                <a:gd name="csX34" fmla="*/ 381550 w 2684131"/>
                <a:gd name="csY34" fmla="*/ 1596650 h 3916123"/>
                <a:gd name="csX35" fmla="*/ 391568 w 2684131"/>
                <a:gd name="csY35" fmla="*/ 1463044 h 3916123"/>
                <a:gd name="csX36" fmla="*/ 412606 w 2684131"/>
                <a:gd name="csY36" fmla="*/ 1382881 h 3916123"/>
                <a:gd name="csX37" fmla="*/ 824011 w 2684131"/>
                <a:gd name="csY37" fmla="*/ 990747 h 3916123"/>
                <a:gd name="csX38" fmla="*/ 1165625 w 2684131"/>
                <a:gd name="csY38" fmla="*/ 947326 h 3916123"/>
                <a:gd name="csX39" fmla="*/ 1286509 w 2684131"/>
                <a:gd name="csY39" fmla="*/ 994756 h 3916123"/>
                <a:gd name="csX40" fmla="*/ 1314225 w 2684131"/>
                <a:gd name="csY40" fmla="*/ 1048866 h 3916123"/>
                <a:gd name="csX41" fmla="*/ 1325913 w 2684131"/>
                <a:gd name="csY41" fmla="*/ 1071245 h 3916123"/>
                <a:gd name="csX42" fmla="*/ 1409396 w 2684131"/>
                <a:gd name="csY42" fmla="*/ 1088948 h 3916123"/>
                <a:gd name="csX43" fmla="*/ 1590722 w 2684131"/>
                <a:gd name="csY43" fmla="*/ 1135376 h 3916123"/>
                <a:gd name="csX44" fmla="*/ 1636471 w 2684131"/>
                <a:gd name="csY44" fmla="*/ 1186480 h 3916123"/>
                <a:gd name="csX45" fmla="*/ 1640144 w 2684131"/>
                <a:gd name="csY45" fmla="*/ 1207857 h 3916123"/>
                <a:gd name="csX46" fmla="*/ 1612427 w 2684131"/>
                <a:gd name="csY46" fmla="*/ 1379541 h 3916123"/>
                <a:gd name="csX47" fmla="*/ 1589386 w 2684131"/>
                <a:gd name="csY47" fmla="*/ 1503126 h 3916123"/>
                <a:gd name="csX48" fmla="*/ 1551318 w 2684131"/>
                <a:gd name="csY48" fmla="*/ 1688504 h 3916123"/>
                <a:gd name="csX49" fmla="*/ 1529612 w 2684131"/>
                <a:gd name="csY49" fmla="*/ 1792049 h 3916123"/>
                <a:gd name="csX50" fmla="*/ 1501562 w 2684131"/>
                <a:gd name="csY50" fmla="*/ 1915300 h 3916123"/>
                <a:gd name="csX51" fmla="*/ 1470840 w 2684131"/>
                <a:gd name="csY51" fmla="*/ 2004482 h 3916123"/>
                <a:gd name="csX52" fmla="*/ 1214379 w 2684131"/>
                <a:gd name="csY52" fmla="*/ 2012498 h 3916123"/>
                <a:gd name="csX53" fmla="*/ 907829 w 2684131"/>
                <a:gd name="csY53" fmla="*/ 1934005 h 3916123"/>
                <a:gd name="csX54" fmla="*/ 870094 w 2684131"/>
                <a:gd name="csY54" fmla="*/ 1872546 h 3916123"/>
                <a:gd name="csX55" fmla="*/ 900148 w 2684131"/>
                <a:gd name="csY55" fmla="*/ 1728920 h 3916123"/>
                <a:gd name="csX56" fmla="*/ 943559 w 2684131"/>
                <a:gd name="csY56" fmla="*/ 1617359 h 3916123"/>
                <a:gd name="csX57" fmla="*/ 1015021 w 2684131"/>
                <a:gd name="csY57" fmla="*/ 1540202 h 3916123"/>
                <a:gd name="csX58" fmla="*/ 1157277 w 2684131"/>
                <a:gd name="csY58" fmla="*/ 1429643 h 3916123"/>
                <a:gd name="csX59" fmla="*/ 1259460 w 2684131"/>
                <a:gd name="csY59" fmla="*/ 1312738 h 3916123"/>
                <a:gd name="csX60" fmla="*/ 1167295 w 2684131"/>
                <a:gd name="csY60" fmla="*/ 1256289 h 3916123"/>
                <a:gd name="csX61" fmla="*/ 1120544 w 2684131"/>
                <a:gd name="csY61" fmla="*/ 1249943 h 3916123"/>
                <a:gd name="csX62" fmla="*/ 1088820 w 2684131"/>
                <a:gd name="csY62" fmla="*/ 1242594 h 3916123"/>
                <a:gd name="csX63" fmla="*/ 1071456 w 2684131"/>
                <a:gd name="csY63" fmla="*/ 1222554 h 3916123"/>
                <a:gd name="csX64" fmla="*/ 1073793 w 2684131"/>
                <a:gd name="csY64" fmla="*/ 1196166 h 3916123"/>
                <a:gd name="csX65" fmla="*/ 1160616 w 2684131"/>
                <a:gd name="csY65" fmla="*/ 1110659 h 3916123"/>
                <a:gd name="csX66" fmla="*/ 1201356 w 2684131"/>
                <a:gd name="csY66" fmla="*/ 1069575 h 3916123"/>
                <a:gd name="csX67" fmla="*/ 1128892 w 2684131"/>
                <a:gd name="csY67" fmla="*/ 1043522 h 3916123"/>
                <a:gd name="csX68" fmla="*/ 1042070 w 2684131"/>
                <a:gd name="csY68" fmla="*/ 1038512 h 3916123"/>
                <a:gd name="csX69" fmla="*/ 743200 w 2684131"/>
                <a:gd name="csY69" fmla="*/ 1118007 h 3916123"/>
                <a:gd name="csX70" fmla="*/ 447335 w 2684131"/>
                <a:gd name="csY70" fmla="*/ 1546882 h 3916123"/>
                <a:gd name="csX71" fmla="*/ 579572 w 2684131"/>
                <a:gd name="csY71" fmla="*/ 1974087 h 3916123"/>
                <a:gd name="csX72" fmla="*/ 611630 w 2684131"/>
                <a:gd name="csY72" fmla="*/ 2022519 h 3916123"/>
                <a:gd name="csX73" fmla="*/ 635005 w 2684131"/>
                <a:gd name="csY73" fmla="*/ 2057590 h 3916123"/>
                <a:gd name="csX74" fmla="*/ 681422 w 2684131"/>
                <a:gd name="csY74" fmla="*/ 2112369 h 3916123"/>
                <a:gd name="csX75" fmla="*/ 850058 w 2684131"/>
                <a:gd name="csY75" fmla="*/ 2236956 h 3916123"/>
                <a:gd name="csX76" fmla="*/ 959254 w 2684131"/>
                <a:gd name="csY76" fmla="*/ 2286056 h 3916123"/>
                <a:gd name="csX77" fmla="*/ 979958 w 2684131"/>
                <a:gd name="csY77" fmla="*/ 2293739 h 3916123"/>
                <a:gd name="csX78" fmla="*/ 995987 w 2684131"/>
                <a:gd name="csY78" fmla="*/ 2282382 h 3916123"/>
                <a:gd name="csX79" fmla="*/ 1381012 w 2684131"/>
                <a:gd name="csY79" fmla="*/ 2146104 h 3916123"/>
                <a:gd name="csX80" fmla="*/ 1653167 w 2684131"/>
                <a:gd name="csY80" fmla="*/ 2141428 h 3916123"/>
                <a:gd name="csX81" fmla="*/ 1670198 w 2684131"/>
                <a:gd name="csY81" fmla="*/ 2143432 h 3916123"/>
                <a:gd name="csX82" fmla="*/ 1676543 w 2684131"/>
                <a:gd name="csY82" fmla="*/ 2129069 h 3916123"/>
                <a:gd name="csX83" fmla="*/ 1698916 w 2684131"/>
                <a:gd name="csY83" fmla="*/ 2097338 h 3916123"/>
                <a:gd name="csX84" fmla="*/ 1710270 w 2684131"/>
                <a:gd name="csY84" fmla="*/ 2075961 h 3916123"/>
                <a:gd name="csX85" fmla="*/ 1675541 w 2684131"/>
                <a:gd name="csY85" fmla="*/ 1980767 h 3916123"/>
                <a:gd name="csX86" fmla="*/ 1666859 w 2684131"/>
                <a:gd name="csY86" fmla="*/ 1893923 h 3916123"/>
                <a:gd name="csX87" fmla="*/ 1676209 w 2684131"/>
                <a:gd name="csY87" fmla="*/ 1807079 h 3916123"/>
                <a:gd name="csX88" fmla="*/ 1814791 w 2684131"/>
                <a:gd name="csY88" fmla="*/ 1609343 h 3916123"/>
                <a:gd name="csX89" fmla="*/ 1851190 w 2684131"/>
                <a:gd name="csY89" fmla="*/ 1610011 h 3916123"/>
                <a:gd name="csX90" fmla="*/ 1976415 w 2684131"/>
                <a:gd name="csY90" fmla="*/ 1862860 h 3916123"/>
                <a:gd name="csX91" fmla="*/ 1978084 w 2684131"/>
                <a:gd name="csY91" fmla="*/ 1895593 h 3916123"/>
                <a:gd name="csX92" fmla="*/ 1998120 w 2684131"/>
                <a:gd name="csY92" fmla="*/ 1883569 h 3916123"/>
                <a:gd name="csX93" fmla="*/ 2075593 w 2684131"/>
                <a:gd name="csY93" fmla="*/ 1851837 h 3916123"/>
                <a:gd name="csX94" fmla="*/ 2091621 w 2684131"/>
                <a:gd name="csY94" fmla="*/ 1848497 h 3916123"/>
                <a:gd name="csX95" fmla="*/ 2104979 w 2684131"/>
                <a:gd name="csY95" fmla="*/ 1811087 h 3916123"/>
                <a:gd name="csX96" fmla="*/ 2138706 w 2684131"/>
                <a:gd name="csY96" fmla="*/ 1700195 h 3916123"/>
                <a:gd name="csX97" fmla="*/ 2095629 w 2684131"/>
                <a:gd name="csY97" fmla="*/ 1240924 h 3916123"/>
                <a:gd name="csX98" fmla="*/ 1961054 w 2684131"/>
                <a:gd name="csY98" fmla="*/ 998096 h 3916123"/>
                <a:gd name="csX99" fmla="*/ 1770378 w 2684131"/>
                <a:gd name="csY99" fmla="*/ 824408 h 3916123"/>
                <a:gd name="csX100" fmla="*/ 1329252 w 2684131"/>
                <a:gd name="csY100" fmla="*/ 667421 h 3916123"/>
                <a:gd name="csX101" fmla="*/ 1040400 w 2684131"/>
                <a:gd name="csY101" fmla="*/ 668757 h 3916123"/>
                <a:gd name="csX102" fmla="*/ 733182 w 2684131"/>
                <a:gd name="csY102" fmla="*/ 761613 h 3916123"/>
                <a:gd name="csX103" fmla="*/ 544509 w 2684131"/>
                <a:gd name="csY103" fmla="*/ 853801 h 3916123"/>
                <a:gd name="csX104" fmla="*/ 412272 w 2684131"/>
                <a:gd name="csY104" fmla="*/ 988743 h 3916123"/>
                <a:gd name="csX105" fmla="*/ 349826 w 2684131"/>
                <a:gd name="csY105" fmla="*/ 1100638 h 3916123"/>
                <a:gd name="csX106" fmla="*/ 289718 w 2684131"/>
                <a:gd name="csY106" fmla="*/ 1172785 h 3916123"/>
                <a:gd name="csX107" fmla="*/ 194547 w 2684131"/>
                <a:gd name="csY107" fmla="*/ 1210195 h 3916123"/>
                <a:gd name="csX108" fmla="*/ 151804 w 2684131"/>
                <a:gd name="csY108" fmla="*/ 1253617 h 3916123"/>
                <a:gd name="csX109" fmla="*/ 167499 w 2684131"/>
                <a:gd name="csY109" fmla="*/ 1290693 h 3916123"/>
                <a:gd name="csX110" fmla="*/ 190874 w 2684131"/>
                <a:gd name="csY110" fmla="*/ 1332444 h 3916123"/>
                <a:gd name="csX111" fmla="*/ 155811 w 2684131"/>
                <a:gd name="csY111" fmla="*/ 1373194 h 3916123"/>
                <a:gd name="csX112" fmla="*/ 103384 w 2684131"/>
                <a:gd name="csY112" fmla="*/ 1460372 h 3916123"/>
                <a:gd name="csX113" fmla="*/ 150802 w 2684131"/>
                <a:gd name="csY113" fmla="*/ 1486091 h 3916123"/>
                <a:gd name="csX114" fmla="*/ 183862 w 2684131"/>
                <a:gd name="csY114" fmla="*/ 1485089 h 3916123"/>
                <a:gd name="csX115" fmla="*/ 200558 w 2684131"/>
                <a:gd name="csY115" fmla="*/ 1551892 h 3916123"/>
                <a:gd name="csX116" fmla="*/ 172174 w 2684131"/>
                <a:gd name="csY116" fmla="*/ 1624707 h 3916123"/>
                <a:gd name="csX117" fmla="*/ 185197 w 2684131"/>
                <a:gd name="csY117" fmla="*/ 1692178 h 3916123"/>
                <a:gd name="csX118" fmla="*/ 191876 w 2684131"/>
                <a:gd name="csY118" fmla="*/ 1700195 h 3916123"/>
                <a:gd name="csX119" fmla="*/ 216921 w 2684131"/>
                <a:gd name="csY119" fmla="*/ 1687502 h 3916123"/>
                <a:gd name="csX120" fmla="*/ 269682 w 2684131"/>
                <a:gd name="csY120" fmla="*/ 1657775 h 3916123"/>
                <a:gd name="csX121" fmla="*/ 360846 w 2684131"/>
                <a:gd name="csY121" fmla="*/ 1633726 h 3916123"/>
                <a:gd name="csX122" fmla="*/ 369194 w 2684131"/>
                <a:gd name="csY122" fmla="*/ 1654435 h 3916123"/>
                <a:gd name="csX123" fmla="*/ 351830 w 2684131"/>
                <a:gd name="csY123" fmla="*/ 1682492 h 3916123"/>
                <a:gd name="csX124" fmla="*/ 285711 w 2684131"/>
                <a:gd name="csY124" fmla="*/ 1743616 h 3916123"/>
                <a:gd name="csX125" fmla="*/ 168835 w 2684131"/>
                <a:gd name="csY125" fmla="*/ 1810085 h 3916123"/>
                <a:gd name="csX126" fmla="*/ 96705 w 2684131"/>
                <a:gd name="csY126" fmla="*/ 1778020 h 3916123"/>
                <a:gd name="csX127" fmla="*/ 79674 w 2684131"/>
                <a:gd name="csY127" fmla="*/ 1584960 h 3916123"/>
                <a:gd name="csX128" fmla="*/ 62644 w 2684131"/>
                <a:gd name="csY128" fmla="*/ 1571599 h 3916123"/>
                <a:gd name="csX129" fmla="*/ 5207 w 2684131"/>
                <a:gd name="csY129" fmla="*/ 1516487 h 3916123"/>
                <a:gd name="csX130" fmla="*/ -4143 w 2684131"/>
                <a:gd name="csY130" fmla="*/ 1471395 h 3916123"/>
                <a:gd name="csX131" fmla="*/ 8213 w 2684131"/>
                <a:gd name="csY131" fmla="*/ 1415614 h 3916123"/>
                <a:gd name="csX132" fmla="*/ 46949 w 2684131"/>
                <a:gd name="csY132" fmla="*/ 1362172 h 3916123"/>
                <a:gd name="csX133" fmla="*/ 71994 w 2684131"/>
                <a:gd name="csY133" fmla="*/ 1335451 h 3916123"/>
                <a:gd name="csX134" fmla="*/ 62310 w 2684131"/>
                <a:gd name="csY134" fmla="*/ 1320420 h 3916123"/>
                <a:gd name="csX135" fmla="*/ 45279 w 2684131"/>
                <a:gd name="csY135" fmla="*/ 1257625 h 3916123"/>
                <a:gd name="csX136" fmla="*/ 88691 w 2684131"/>
                <a:gd name="csY136" fmla="*/ 1161429 h 3916123"/>
                <a:gd name="csX137" fmla="*/ 270350 w 2684131"/>
                <a:gd name="csY137" fmla="*/ 1090618 h 3916123"/>
                <a:gd name="csX138" fmla="*/ 288383 w 2684131"/>
                <a:gd name="csY138" fmla="*/ 1063229 h 3916123"/>
                <a:gd name="csX139" fmla="*/ 432976 w 2684131"/>
                <a:gd name="csY139" fmla="*/ 855137 h 3916123"/>
                <a:gd name="csX140" fmla="*/ 587253 w 2684131"/>
                <a:gd name="csY140" fmla="*/ 733556 h 3916123"/>
                <a:gd name="csX141" fmla="*/ 612966 w 2684131"/>
                <a:gd name="csY141" fmla="*/ 713181 h 3916123"/>
                <a:gd name="csX142" fmla="*/ 550186 w 2684131"/>
                <a:gd name="csY142" fmla="*/ 653393 h 3916123"/>
                <a:gd name="csX143" fmla="*/ 399582 w 2684131"/>
                <a:gd name="csY143" fmla="*/ 582916 h 3916123"/>
                <a:gd name="csX144" fmla="*/ 337137 w 2684131"/>
                <a:gd name="csY144" fmla="*/ 562207 h 3916123"/>
                <a:gd name="csX145" fmla="*/ 269682 w 2684131"/>
                <a:gd name="csY145" fmla="*/ 459998 h 3916123"/>
                <a:gd name="csX146" fmla="*/ 280368 w 2684131"/>
                <a:gd name="csY146" fmla="*/ 387851 h 3916123"/>
                <a:gd name="csX147" fmla="*/ 608625 w 2684131"/>
                <a:gd name="csY147" fmla="*/ 3066 h 3916123"/>
                <a:gd name="csX148" fmla="*/ 713480 w 2684131"/>
                <a:gd name="csY148" fmla="*/ 2064 h 3916123"/>
                <a:gd name="csX149" fmla="*/ 745871 w 2684131"/>
                <a:gd name="csY149" fmla="*/ 23441 h 3916123"/>
                <a:gd name="csX150" fmla="*/ 820004 w 2684131"/>
                <a:gd name="csY150" fmla="*/ 22773 h 3916123"/>
                <a:gd name="csX151" fmla="*/ 880112 w 2684131"/>
                <a:gd name="csY151" fmla="*/ 16093 h 3916123"/>
                <a:gd name="csX152" fmla="*/ 948902 w 2684131"/>
                <a:gd name="csY152" fmla="*/ 36134 h 3916123"/>
                <a:gd name="csX153" fmla="*/ 955581 w 2684131"/>
                <a:gd name="csY153" fmla="*/ 168069 h 3916123"/>
                <a:gd name="csX154" fmla="*/ 940220 w 2684131"/>
                <a:gd name="csY154" fmla="*/ 187776 h 3916123"/>
                <a:gd name="csX155" fmla="*/ 957585 w 2684131"/>
                <a:gd name="csY155" fmla="*/ 197129 h 3916123"/>
                <a:gd name="csX156" fmla="*/ 1010012 w 2684131"/>
                <a:gd name="csY156" fmla="*/ 247565 h 3916123"/>
                <a:gd name="csX157" fmla="*/ 1005337 w 2684131"/>
                <a:gd name="csY157" fmla="*/ 294327 h 3916123"/>
                <a:gd name="csX158" fmla="*/ 940220 w 2684131"/>
                <a:gd name="csY158" fmla="*/ 349105 h 3916123"/>
                <a:gd name="csX159" fmla="*/ 740194 w 2684131"/>
                <a:gd name="csY159" fmla="*/ 408560 h 3916123"/>
                <a:gd name="csX160" fmla="*/ 715149 w 2684131"/>
                <a:gd name="csY160" fmla="*/ 414572 h 3916123"/>
                <a:gd name="csX161" fmla="*/ 753885 w 2684131"/>
                <a:gd name="csY161" fmla="*/ 442295 h 3916123"/>
                <a:gd name="csX162" fmla="*/ 883118 w 2684131"/>
                <a:gd name="csY162" fmla="*/ 570891 h 3916123"/>
                <a:gd name="csX163" fmla="*/ 901818 w 2684131"/>
                <a:gd name="csY163" fmla="*/ 603290 h 3916123"/>
                <a:gd name="csX164" fmla="*/ 911168 w 2684131"/>
                <a:gd name="csY164" fmla="*/ 607967 h 3916123"/>
                <a:gd name="csX165" fmla="*/ 1400046 w 2684131"/>
                <a:gd name="csY165" fmla="*/ 602956 h 3916123"/>
                <a:gd name="csX166" fmla="*/ 1634801 w 2684131"/>
                <a:gd name="csY166" fmla="*/ 673434 h 3916123"/>
                <a:gd name="csX167" fmla="*/ 1676877 w 2684131"/>
                <a:gd name="csY167" fmla="*/ 690468 h 3916123"/>
                <a:gd name="csX168" fmla="*/ 1696913 w 2684131"/>
                <a:gd name="csY168" fmla="*/ 671095 h 3916123"/>
                <a:gd name="csX169" fmla="*/ 1839502 w 2684131"/>
                <a:gd name="csY169" fmla="*/ 474361 h 3916123"/>
                <a:gd name="csX170" fmla="*/ 1873563 w 2684131"/>
                <a:gd name="csY170" fmla="*/ 250905 h 3916123"/>
                <a:gd name="csX171" fmla="*/ 1862877 w 2684131"/>
                <a:gd name="csY171" fmla="*/ 161723 h 3916123"/>
                <a:gd name="csX172" fmla="*/ 1933337 w 2684131"/>
                <a:gd name="csY172" fmla="*/ 91246 h 3916123"/>
                <a:gd name="csX173" fmla="*/ 1988436 w 2684131"/>
                <a:gd name="csY173" fmla="*/ 88240 h 3916123"/>
                <a:gd name="csX174" fmla="*/ 2168092 w 2684131"/>
                <a:gd name="csY174" fmla="*/ 140680 h 3916123"/>
                <a:gd name="csX175" fmla="*/ 2342739 w 2684131"/>
                <a:gd name="csY175" fmla="*/ 233870 h 3916123"/>
                <a:gd name="csX176" fmla="*/ 2524733 w 2684131"/>
                <a:gd name="csY176" fmla="*/ 360796 h 3916123"/>
                <a:gd name="csX177" fmla="*/ 2676672 w 2684131"/>
                <a:gd name="csY177" fmla="*/ 554524 h 3916123"/>
                <a:gd name="csX178" fmla="*/ 2644949 w 2684131"/>
                <a:gd name="csY178" fmla="*/ 674102 h 3916123"/>
                <a:gd name="csX179" fmla="*/ 2530410 w 2684131"/>
                <a:gd name="csY179" fmla="*/ 694476 h 3916123"/>
                <a:gd name="csX180" fmla="*/ 2507368 w 2684131"/>
                <a:gd name="csY180" fmla="*/ 690802 h 3916123"/>
                <a:gd name="csX181" fmla="*/ 2509372 w 2684131"/>
                <a:gd name="csY181" fmla="*/ 714183 h 3916123"/>
                <a:gd name="csX182" fmla="*/ 2470636 w 2684131"/>
                <a:gd name="csY182" fmla="*/ 820400 h 3916123"/>
                <a:gd name="csX183" fmla="*/ 2140376 w 2684131"/>
                <a:gd name="csY183" fmla="*/ 620325 h 3916123"/>
                <a:gd name="csX184" fmla="*/ 2107984 w 2684131"/>
                <a:gd name="csY184" fmla="*/ 589596 h 3916123"/>
                <a:gd name="csX185" fmla="*/ 2085611 w 2684131"/>
                <a:gd name="csY185" fmla="*/ 633018 h 3916123"/>
                <a:gd name="csX186" fmla="*/ 1964393 w 2684131"/>
                <a:gd name="csY186" fmla="*/ 814388 h 3916123"/>
                <a:gd name="csX187" fmla="*/ 1940684 w 2684131"/>
                <a:gd name="csY187" fmla="*/ 840775 h 3916123"/>
                <a:gd name="csX188" fmla="*/ 1969068 w 2684131"/>
                <a:gd name="csY188" fmla="*/ 866828 h 3916123"/>
                <a:gd name="csX189" fmla="*/ 2074257 w 2684131"/>
                <a:gd name="csY189" fmla="*/ 984067 h 3916123"/>
                <a:gd name="csX190" fmla="*/ 2261260 w 2684131"/>
                <a:gd name="csY190" fmla="*/ 1543208 h 3916123"/>
                <a:gd name="csX191" fmla="*/ 2205827 w 2684131"/>
                <a:gd name="csY191" fmla="*/ 1800399 h 3916123"/>
                <a:gd name="csX192" fmla="*/ 2189130 w 2684131"/>
                <a:gd name="csY192" fmla="*/ 1842151 h 3916123"/>
                <a:gd name="csX193" fmla="*/ 2208498 w 2684131"/>
                <a:gd name="csY193" fmla="*/ 1845157 h 3916123"/>
                <a:gd name="csX194" fmla="*/ 2309012 w 2684131"/>
                <a:gd name="csY194" fmla="*/ 1881899 h 3916123"/>
                <a:gd name="csX195" fmla="*/ 2302667 w 2684131"/>
                <a:gd name="csY195" fmla="*/ 1990787 h 3916123"/>
                <a:gd name="csX196" fmla="*/ 2249906 w 2684131"/>
                <a:gd name="csY196" fmla="*/ 2047570 h 3916123"/>
                <a:gd name="csX197" fmla="*/ 2120006 w 2684131"/>
                <a:gd name="csY197" fmla="*/ 2160133 h 3916123"/>
                <a:gd name="csX198" fmla="*/ 1961054 w 2684131"/>
                <a:gd name="csY198" fmla="*/ 2212573 h 3916123"/>
                <a:gd name="csX199" fmla="*/ 1941352 w 2684131"/>
                <a:gd name="csY199" fmla="*/ 2211571 h 3916123"/>
                <a:gd name="csX200" fmla="*/ 1932001 w 2684131"/>
                <a:gd name="csY200" fmla="*/ 2235286 h 3916123"/>
                <a:gd name="csX201" fmla="*/ 1890928 w 2684131"/>
                <a:gd name="csY201" fmla="*/ 2298749 h 3916123"/>
                <a:gd name="csX202" fmla="*/ 1852191 w 2684131"/>
                <a:gd name="csY202" fmla="*/ 2323466 h 3916123"/>
                <a:gd name="csX203" fmla="*/ 1821470 w 2684131"/>
                <a:gd name="csY203" fmla="*/ 2351189 h 3916123"/>
                <a:gd name="csX204" fmla="*/ 1802769 w 2684131"/>
                <a:gd name="csY204" fmla="*/ 2404966 h 3916123"/>
                <a:gd name="csX205" fmla="*/ 1793753 w 2684131"/>
                <a:gd name="csY205" fmla="*/ 2488469 h 3916123"/>
                <a:gd name="csX206" fmla="*/ 1798094 w 2684131"/>
                <a:gd name="csY206" fmla="*/ 2556942 h 3916123"/>
                <a:gd name="csX207" fmla="*/ 1834827 w 2684131"/>
                <a:gd name="csY207" fmla="*/ 2638442 h 3916123"/>
                <a:gd name="csX208" fmla="*/ 1845513 w 2684131"/>
                <a:gd name="csY208" fmla="*/ 2653806 h 3916123"/>
                <a:gd name="csX209" fmla="*/ 1892931 w 2684131"/>
                <a:gd name="csY209" fmla="*/ 2653806 h 3916123"/>
                <a:gd name="csX210" fmla="*/ 2059230 w 2684131"/>
                <a:gd name="csY210" fmla="*/ 2673847 h 3916123"/>
                <a:gd name="csX211" fmla="*/ 2323705 w 2684131"/>
                <a:gd name="csY211" fmla="*/ 2800773 h 3916123"/>
                <a:gd name="csX212" fmla="*/ 2404851 w 2684131"/>
                <a:gd name="csY212" fmla="*/ 2926028 h 3916123"/>
                <a:gd name="csX213" fmla="*/ 2402847 w 2684131"/>
                <a:gd name="csY213" fmla="*/ 3042934 h 3916123"/>
                <a:gd name="csX214" fmla="*/ 2235881 w 2684131"/>
                <a:gd name="csY214" fmla="*/ 3083349 h 3916123"/>
                <a:gd name="csX215" fmla="*/ 2137036 w 2684131"/>
                <a:gd name="csY215" fmla="*/ 3078339 h 3916123"/>
                <a:gd name="csX216" fmla="*/ 2056225 w 2684131"/>
                <a:gd name="csY216" fmla="*/ 3121093 h 3916123"/>
                <a:gd name="csX217" fmla="*/ 2011811 w 2684131"/>
                <a:gd name="csY217" fmla="*/ 3154828 h 3916123"/>
                <a:gd name="csX218" fmla="*/ 1992109 w 2684131"/>
                <a:gd name="csY218" fmla="*/ 3170193 h 3916123"/>
                <a:gd name="csX219" fmla="*/ 1991108 w 2684131"/>
                <a:gd name="csY219" fmla="*/ 3216621 h 3916123"/>
                <a:gd name="csX220" fmla="*/ 1880910 w 2684131"/>
                <a:gd name="csY220" fmla="*/ 3491181 h 3916123"/>
                <a:gd name="csX221" fmla="*/ 1854863 w 2684131"/>
                <a:gd name="csY221" fmla="*/ 3518570 h 3916123"/>
                <a:gd name="csX222" fmla="*/ 1862543 w 2684131"/>
                <a:gd name="csY222" fmla="*/ 3523247 h 3916123"/>
                <a:gd name="csX223" fmla="*/ 1895269 w 2684131"/>
                <a:gd name="csY223" fmla="*/ 3542619 h 3916123"/>
                <a:gd name="csX224" fmla="*/ 1974411 w 2684131"/>
                <a:gd name="csY224" fmla="*/ 3618441 h 3916123"/>
                <a:gd name="csX225" fmla="*/ 1959718 w 2684131"/>
                <a:gd name="csY225" fmla="*/ 3850247 h 3916123"/>
                <a:gd name="csX226" fmla="*/ 1843509 w 2684131"/>
                <a:gd name="csY226" fmla="*/ 3904691 h 3916123"/>
                <a:gd name="csX227" fmla="*/ 1634467 w 2684131"/>
                <a:gd name="csY227" fmla="*/ 3903021 h 3916123"/>
                <a:gd name="csX228" fmla="*/ 1741994 w 2684131"/>
                <a:gd name="csY228" fmla="*/ 3821522 h 3916123"/>
                <a:gd name="csX229" fmla="*/ 1833157 w 2684131"/>
                <a:gd name="csY229" fmla="*/ 3722319 h 3916123"/>
                <a:gd name="csX230" fmla="*/ 1724963 w 2684131"/>
                <a:gd name="csY230" fmla="*/ 3580029 h 3916123"/>
                <a:gd name="csX231" fmla="*/ 1656507 w 2684131"/>
                <a:gd name="csY231" fmla="*/ 3556982 h 3916123"/>
                <a:gd name="csX232" fmla="*/ 1275823 w 2684131"/>
                <a:gd name="csY232" fmla="*/ 3394317 h 3916123"/>
                <a:gd name="csX233" fmla="*/ 1169632 w 2684131"/>
                <a:gd name="csY233" fmla="*/ 3319832 h 3916123"/>
                <a:gd name="csX234" fmla="*/ 1080472 w 2684131"/>
                <a:gd name="csY234" fmla="*/ 3251359 h 3916123"/>
                <a:gd name="csX235" fmla="*/ 853398 w 2684131"/>
                <a:gd name="csY235" fmla="*/ 3097378 h 3916123"/>
                <a:gd name="csX236" fmla="*/ 753218 w 2684131"/>
                <a:gd name="csY236" fmla="*/ 3066649 h 3916123"/>
                <a:gd name="csX237" fmla="*/ 703795 w 2684131"/>
                <a:gd name="csY237" fmla="*/ 3074331 h 3916123"/>
                <a:gd name="csX238" fmla="*/ 651368 w 2684131"/>
                <a:gd name="csY238" fmla="*/ 3166519 h 3916123"/>
                <a:gd name="csX239" fmla="*/ 703128 w 2684131"/>
                <a:gd name="csY239" fmla="*/ 3319164 h 3916123"/>
                <a:gd name="csX240" fmla="*/ 1077467 w 2684131"/>
                <a:gd name="csY240" fmla="*/ 3600738 h 3916123"/>
                <a:gd name="csX241" fmla="*/ 1242430 w 2684131"/>
                <a:gd name="csY241" fmla="*/ 3679231 h 3916123"/>
                <a:gd name="csX242" fmla="*/ 1466165 w 2684131"/>
                <a:gd name="csY242" fmla="*/ 3781106 h 3916123"/>
                <a:gd name="csX243" fmla="*/ 1741994 w 2684131"/>
                <a:gd name="csY243" fmla="*/ 3821522 h 3916123"/>
                <a:gd name="csX244" fmla="*/ 1791750 w 2684131"/>
                <a:gd name="csY244" fmla="*/ 3478489 h 3916123"/>
                <a:gd name="csX245" fmla="*/ 1890594 w 2684131"/>
                <a:gd name="csY245" fmla="*/ 3360247 h 3916123"/>
                <a:gd name="csX246" fmla="*/ 1921316 w 2684131"/>
                <a:gd name="csY246" fmla="*/ 3200254 h 3916123"/>
                <a:gd name="csX247" fmla="*/ 1920314 w 2684131"/>
                <a:gd name="csY247" fmla="*/ 3180548 h 3916123"/>
                <a:gd name="csX248" fmla="*/ 1906956 w 2684131"/>
                <a:gd name="csY248" fmla="*/ 3176539 h 3916123"/>
                <a:gd name="csX249" fmla="*/ 1824475 w 2684131"/>
                <a:gd name="csY249" fmla="*/ 3104392 h 3916123"/>
                <a:gd name="csX250" fmla="*/ 1795423 w 2684131"/>
                <a:gd name="csY250" fmla="*/ 3042265 h 3916123"/>
                <a:gd name="csX251" fmla="*/ 1721290 w 2684131"/>
                <a:gd name="csY251" fmla="*/ 2930705 h 3916123"/>
                <a:gd name="csX252" fmla="*/ 1630126 w 2684131"/>
                <a:gd name="csY252" fmla="*/ 2877262 h 3916123"/>
                <a:gd name="csX253" fmla="*/ 1544305 w 2684131"/>
                <a:gd name="csY253" fmla="*/ 2813465 h 3916123"/>
                <a:gd name="csX254" fmla="*/ 1651832 w 2684131"/>
                <a:gd name="csY254" fmla="*/ 2691884 h 3916123"/>
                <a:gd name="csX255" fmla="*/ 1754683 w 2684131"/>
                <a:gd name="csY255" fmla="*/ 2667167 h 3916123"/>
                <a:gd name="csX256" fmla="*/ 1755351 w 2684131"/>
                <a:gd name="csY256" fmla="*/ 2644788 h 3916123"/>
                <a:gd name="csX257" fmla="*/ 1726633 w 2684131"/>
                <a:gd name="csY257" fmla="*/ 2570303 h 3916123"/>
                <a:gd name="csX258" fmla="*/ 1721290 w 2684131"/>
                <a:gd name="csY258" fmla="*/ 2441039 h 3916123"/>
                <a:gd name="csX259" fmla="*/ 1748338 w 2684131"/>
                <a:gd name="csY259" fmla="*/ 2338497 h 3916123"/>
                <a:gd name="csX260" fmla="*/ 1754683 w 2684131"/>
                <a:gd name="csY260" fmla="*/ 2323800 h 3916123"/>
                <a:gd name="csX261" fmla="*/ 1736651 w 2684131"/>
                <a:gd name="csY261" fmla="*/ 2314782 h 3916123"/>
                <a:gd name="csX262" fmla="*/ 1705595 w 2684131"/>
                <a:gd name="csY262" fmla="*/ 2291067 h 3916123"/>
                <a:gd name="csX263" fmla="*/ 1689900 w 2684131"/>
                <a:gd name="csY263" fmla="*/ 2276370 h 3916123"/>
                <a:gd name="csX264" fmla="*/ 1604413 w 2684131"/>
                <a:gd name="csY264" fmla="*/ 2335490 h 3916123"/>
                <a:gd name="csX265" fmla="*/ 1267475 w 2684131"/>
                <a:gd name="csY265" fmla="*/ 2520869 h 3916123"/>
                <a:gd name="csX266" fmla="*/ 1144587 w 2684131"/>
                <a:gd name="csY266" fmla="*/ 2574979 h 3916123"/>
                <a:gd name="csX267" fmla="*/ 1150264 w 2684131"/>
                <a:gd name="csY267" fmla="*/ 2589008 h 3916123"/>
                <a:gd name="csX268" fmla="*/ 1149930 w 2684131"/>
                <a:gd name="csY268" fmla="*/ 2637106 h 3916123"/>
                <a:gd name="csX269" fmla="*/ 1117205 w 2684131"/>
                <a:gd name="csY269" fmla="*/ 2665163 h 3916123"/>
                <a:gd name="csX270" fmla="*/ 1060436 w 2684131"/>
                <a:gd name="csY270" fmla="*/ 2703575 h 3916123"/>
                <a:gd name="csX271" fmla="*/ 977955 w 2684131"/>
                <a:gd name="csY271" fmla="*/ 2844195 h 3916123"/>
                <a:gd name="csX272" fmla="*/ 962594 w 2684131"/>
                <a:gd name="csY272" fmla="*/ 2890957 h 3916123"/>
                <a:gd name="csX273" fmla="*/ 922856 w 2684131"/>
                <a:gd name="csY273" fmla="*/ 2892293 h 3916123"/>
                <a:gd name="csX274" fmla="*/ 914507 w 2684131"/>
                <a:gd name="csY274" fmla="*/ 2894965 h 3916123"/>
                <a:gd name="csX275" fmla="*/ 923857 w 2684131"/>
                <a:gd name="csY275" fmla="*/ 2938721 h 3916123"/>
                <a:gd name="csX276" fmla="*/ 928199 w 2684131"/>
                <a:gd name="csY276" fmla="*/ 2999846 h 3916123"/>
                <a:gd name="csX277" fmla="*/ 924859 w 2684131"/>
                <a:gd name="csY277" fmla="*/ 3024897 h 3916123"/>
                <a:gd name="csX278" fmla="*/ 951908 w 2684131"/>
                <a:gd name="csY278" fmla="*/ 3040261 h 3916123"/>
                <a:gd name="csX279" fmla="*/ 1162286 w 2684131"/>
                <a:gd name="csY279" fmla="*/ 3197916 h 3916123"/>
                <a:gd name="csX280" fmla="*/ 1470840 w 2684131"/>
                <a:gd name="csY280" fmla="*/ 3408680 h 3916123"/>
                <a:gd name="csX281" fmla="*/ 1684891 w 2684131"/>
                <a:gd name="csY281" fmla="*/ 3488509 h 3916123"/>
                <a:gd name="csX282" fmla="*/ 1733311 w 2684131"/>
                <a:gd name="csY282" fmla="*/ 3500200 h 3916123"/>
                <a:gd name="csX283" fmla="*/ 1791750 w 2684131"/>
                <a:gd name="csY283" fmla="*/ 3478489 h 3916123"/>
                <a:gd name="csX284" fmla="*/ 1960386 w 2684131"/>
                <a:gd name="csY284" fmla="*/ 3098046 h 3916123"/>
                <a:gd name="csX285" fmla="*/ 1992109 w 2684131"/>
                <a:gd name="csY285" fmla="*/ 3076335 h 3916123"/>
                <a:gd name="csX286" fmla="*/ 2140376 w 2684131"/>
                <a:gd name="csY286" fmla="*/ 3004856 h 3916123"/>
                <a:gd name="csX287" fmla="*/ 2256251 w 2684131"/>
                <a:gd name="csY287" fmla="*/ 3009866 h 3916123"/>
                <a:gd name="csX288" fmla="*/ 2308010 w 2684131"/>
                <a:gd name="csY288" fmla="*/ 3016546 h 3916123"/>
                <a:gd name="csX289" fmla="*/ 2322703 w 2684131"/>
                <a:gd name="csY289" fmla="*/ 2986819 h 3916123"/>
                <a:gd name="csX290" fmla="*/ 2292315 w 2684131"/>
                <a:gd name="csY290" fmla="*/ 2915674 h 3916123"/>
                <a:gd name="csX291" fmla="*/ 2211504 w 2684131"/>
                <a:gd name="csY291" fmla="*/ 2834508 h 3916123"/>
                <a:gd name="csX292" fmla="*/ 1975413 w 2684131"/>
                <a:gd name="csY292" fmla="*/ 2742320 h 3916123"/>
                <a:gd name="csX293" fmla="*/ 1775721 w 2684131"/>
                <a:gd name="csY293" fmla="*/ 2737310 h 3916123"/>
                <a:gd name="csX294" fmla="*/ 1640478 w 2684131"/>
                <a:gd name="csY294" fmla="*/ 2780064 h 3916123"/>
                <a:gd name="csX295" fmla="*/ 1679214 w 2684131"/>
                <a:gd name="csY295" fmla="*/ 2819144 h 3916123"/>
                <a:gd name="csX296" fmla="*/ 1882245 w 2684131"/>
                <a:gd name="csY296" fmla="*/ 3043602 h 3916123"/>
                <a:gd name="csX297" fmla="*/ 1930332 w 2684131"/>
                <a:gd name="csY297" fmla="*/ 3093370 h 3916123"/>
                <a:gd name="csX298" fmla="*/ 1960386 w 2684131"/>
                <a:gd name="csY298" fmla="*/ 3098046 h 3916123"/>
                <a:gd name="csX299" fmla="*/ 1112196 w 2684131"/>
                <a:gd name="csY299" fmla="*/ 2502498 h 3916123"/>
                <a:gd name="csX300" fmla="*/ 1225733 w 2684131"/>
                <a:gd name="csY300" fmla="*/ 2453398 h 3916123"/>
                <a:gd name="csX301" fmla="*/ 1574693 w 2684131"/>
                <a:gd name="csY301" fmla="*/ 2270358 h 3916123"/>
                <a:gd name="csX302" fmla="*/ 1641480 w 2684131"/>
                <a:gd name="csY302" fmla="*/ 2224932 h 3916123"/>
                <a:gd name="csX303" fmla="*/ 1656507 w 2684131"/>
                <a:gd name="csY303" fmla="*/ 2214577 h 3916123"/>
                <a:gd name="csX304" fmla="*/ 1626453 w 2684131"/>
                <a:gd name="csY304" fmla="*/ 2212239 h 3916123"/>
                <a:gd name="csX305" fmla="*/ 1415073 w 2684131"/>
                <a:gd name="csY305" fmla="*/ 2216247 h 3916123"/>
                <a:gd name="csX306" fmla="*/ 1148928 w 2684131"/>
                <a:gd name="csY306" fmla="*/ 2287058 h 3916123"/>
                <a:gd name="csX307" fmla="*/ 1059434 w 2684131"/>
                <a:gd name="csY307" fmla="*/ 2336827 h 3916123"/>
                <a:gd name="csX308" fmla="*/ 1015355 w 2684131"/>
                <a:gd name="csY308" fmla="*/ 2421666 h 3916123"/>
                <a:gd name="csX309" fmla="*/ 1026375 w 2684131"/>
                <a:gd name="csY309" fmla="*/ 2471100 h 3916123"/>
                <a:gd name="csX310" fmla="*/ 1054425 w 2684131"/>
                <a:gd name="csY310" fmla="*/ 2507174 h 3916123"/>
                <a:gd name="csX311" fmla="*/ 1075129 w 2684131"/>
                <a:gd name="csY311" fmla="*/ 2519199 h 3916123"/>
                <a:gd name="csX312" fmla="*/ 1112196 w 2684131"/>
                <a:gd name="csY312" fmla="*/ 2502498 h 3916123"/>
                <a:gd name="csX313" fmla="*/ 1831822 w 2684131"/>
                <a:gd name="csY313" fmla="*/ 2251319 h 3916123"/>
                <a:gd name="csX314" fmla="*/ 1865215 w 2684131"/>
                <a:gd name="csY314" fmla="*/ 2195538 h 3916123"/>
                <a:gd name="csX315" fmla="*/ 1849186 w 2684131"/>
                <a:gd name="csY315" fmla="*/ 2147440 h 3916123"/>
                <a:gd name="csX316" fmla="*/ 1759024 w 2684131"/>
                <a:gd name="csY316" fmla="*/ 2147440 h 3916123"/>
                <a:gd name="csX317" fmla="*/ 1741660 w 2684131"/>
                <a:gd name="csY317" fmla="*/ 2190528 h 3916123"/>
                <a:gd name="csX318" fmla="*/ 1751344 w 2684131"/>
                <a:gd name="csY318" fmla="*/ 2221591 h 3916123"/>
                <a:gd name="csX319" fmla="*/ 1831822 w 2684131"/>
                <a:gd name="csY319" fmla="*/ 2251319 h 3916123"/>
                <a:gd name="csX320" fmla="*/ 1992443 w 2684131"/>
                <a:gd name="csY320" fmla="*/ 2138088 h 3916123"/>
                <a:gd name="csX321" fmla="*/ 2103977 w 2684131"/>
                <a:gd name="csY321" fmla="*/ 2084979 h 3916123"/>
                <a:gd name="csX322" fmla="*/ 2211170 w 2684131"/>
                <a:gd name="csY322" fmla="*/ 1980433 h 3916123"/>
                <a:gd name="csX323" fmla="*/ 2237550 w 2684131"/>
                <a:gd name="csY323" fmla="*/ 1949035 h 3916123"/>
                <a:gd name="csX324" fmla="*/ 2184455 w 2684131"/>
                <a:gd name="csY324" fmla="*/ 1921980 h 3916123"/>
                <a:gd name="csX325" fmla="*/ 2025503 w 2684131"/>
                <a:gd name="csY325" fmla="*/ 1959390 h 3916123"/>
                <a:gd name="csX326" fmla="*/ 1938346 w 2684131"/>
                <a:gd name="csY326" fmla="*/ 2054584 h 3916123"/>
                <a:gd name="csX327" fmla="*/ 1911632 w 2684131"/>
                <a:gd name="csY327" fmla="*/ 2099342 h 3916123"/>
                <a:gd name="csX328" fmla="*/ 1919980 w 2684131"/>
                <a:gd name="csY328" fmla="*/ 2110365 h 3916123"/>
                <a:gd name="csX329" fmla="*/ 1929998 w 2684131"/>
                <a:gd name="csY329" fmla="*/ 2128401 h 3916123"/>
                <a:gd name="csX330" fmla="*/ 1992443 w 2684131"/>
                <a:gd name="csY330" fmla="*/ 2138088 h 3916123"/>
                <a:gd name="csX331" fmla="*/ 1827814 w 2684131"/>
                <a:gd name="csY331" fmla="*/ 2051912 h 3916123"/>
                <a:gd name="csX332" fmla="*/ 1850856 w 2684131"/>
                <a:gd name="csY332" fmla="*/ 2046568 h 3916123"/>
                <a:gd name="csX333" fmla="*/ 1898608 w 2684131"/>
                <a:gd name="csY333" fmla="*/ 1914966 h 3916123"/>
                <a:gd name="csX334" fmla="*/ 1847850 w 2684131"/>
                <a:gd name="csY334" fmla="*/ 1698190 h 3916123"/>
                <a:gd name="csX335" fmla="*/ 1800098 w 2684131"/>
                <a:gd name="csY335" fmla="*/ 1703535 h 3916123"/>
                <a:gd name="csX336" fmla="*/ 1737986 w 2684131"/>
                <a:gd name="csY336" fmla="*/ 1952710 h 3916123"/>
                <a:gd name="csX337" fmla="*/ 1766705 w 2684131"/>
                <a:gd name="csY337" fmla="*/ 2038885 h 3916123"/>
                <a:gd name="csX338" fmla="*/ 1774719 w 2684131"/>
                <a:gd name="csY338" fmla="*/ 2054918 h 3916123"/>
                <a:gd name="csX339" fmla="*/ 1793085 w 2684131"/>
                <a:gd name="csY339" fmla="*/ 2051578 h 3916123"/>
                <a:gd name="csX340" fmla="*/ 1827814 w 2684131"/>
                <a:gd name="csY340" fmla="*/ 2051912 h 3916123"/>
                <a:gd name="csX341" fmla="*/ 1382348 w 2684131"/>
                <a:gd name="csY341" fmla="*/ 1960058 h 3916123"/>
                <a:gd name="csX342" fmla="*/ 1386021 w 2684131"/>
                <a:gd name="csY342" fmla="*/ 1942355 h 3916123"/>
                <a:gd name="csX343" fmla="*/ 1406057 w 2684131"/>
                <a:gd name="csY343" fmla="*/ 1848831 h 3916123"/>
                <a:gd name="csX344" fmla="*/ 1479522 w 2684131"/>
                <a:gd name="csY344" fmla="*/ 1481415 h 3916123"/>
                <a:gd name="csX345" fmla="*/ 1527942 w 2684131"/>
                <a:gd name="csY345" fmla="*/ 1212199 h 3916123"/>
                <a:gd name="csX346" fmla="*/ 1367655 w 2684131"/>
                <a:gd name="csY346" fmla="*/ 1169111 h 3916123"/>
                <a:gd name="csX347" fmla="*/ 1237755 w 2684131"/>
                <a:gd name="csY347" fmla="*/ 1158423 h 3916123"/>
                <a:gd name="csX348" fmla="*/ 1215715 w 2684131"/>
                <a:gd name="csY348" fmla="*/ 1176126 h 3916123"/>
                <a:gd name="csX349" fmla="*/ 1234749 w 2684131"/>
                <a:gd name="csY349" fmla="*/ 1193828 h 3916123"/>
                <a:gd name="csX350" fmla="*/ 1346283 w 2684131"/>
                <a:gd name="csY350" fmla="*/ 1299711 h 3916123"/>
                <a:gd name="csX351" fmla="*/ 1323241 w 2684131"/>
                <a:gd name="csY351" fmla="*/ 1382881 h 3916123"/>
                <a:gd name="csX352" fmla="*/ 1167295 w 2684131"/>
                <a:gd name="csY352" fmla="*/ 1524503 h 3916123"/>
                <a:gd name="csX353" fmla="*/ 1035057 w 2684131"/>
                <a:gd name="csY353" fmla="*/ 1635062 h 3916123"/>
                <a:gd name="csX354" fmla="*/ 1017025 w 2684131"/>
                <a:gd name="csY354" fmla="*/ 1673139 h 3916123"/>
                <a:gd name="csX355" fmla="*/ 971610 w 2684131"/>
                <a:gd name="csY355" fmla="*/ 1846493 h 3916123"/>
                <a:gd name="csX356" fmla="*/ 969606 w 2684131"/>
                <a:gd name="csY356" fmla="*/ 1864196 h 3916123"/>
                <a:gd name="csX357" fmla="*/ 998992 w 2684131"/>
                <a:gd name="csY357" fmla="*/ 1872880 h 3916123"/>
                <a:gd name="csX358" fmla="*/ 1292520 w 2684131"/>
                <a:gd name="csY358" fmla="*/ 1945695 h 3916123"/>
                <a:gd name="csX359" fmla="*/ 1354297 w 2684131"/>
                <a:gd name="csY359" fmla="*/ 1959056 h 3916123"/>
                <a:gd name="csX360" fmla="*/ 1378340 w 2684131"/>
                <a:gd name="csY360" fmla="*/ 1965402 h 3916123"/>
                <a:gd name="csX361" fmla="*/ 1382348 w 2684131"/>
                <a:gd name="csY361" fmla="*/ 1960058 h 3916123"/>
                <a:gd name="csX362" fmla="*/ 1924655 w 2684131"/>
                <a:gd name="csY362" fmla="*/ 733556 h 3916123"/>
                <a:gd name="csX363" fmla="*/ 2049212 w 2684131"/>
                <a:gd name="csY363" fmla="*/ 515445 h 3916123"/>
                <a:gd name="csX364" fmla="*/ 2082271 w 2684131"/>
                <a:gd name="csY364" fmla="*/ 474695 h 3916123"/>
                <a:gd name="csX365" fmla="*/ 2130358 w 2684131"/>
                <a:gd name="csY365" fmla="*/ 502752 h 3916123"/>
                <a:gd name="csX366" fmla="*/ 2392161 w 2684131"/>
                <a:gd name="csY366" fmla="*/ 729882 h 3916123"/>
                <a:gd name="csX367" fmla="*/ 2418208 w 2684131"/>
                <a:gd name="csY367" fmla="*/ 723536 h 3916123"/>
                <a:gd name="csX368" fmla="*/ 2417874 w 2684131"/>
                <a:gd name="csY368" fmla="*/ 661075 h 3916123"/>
                <a:gd name="csX369" fmla="*/ 2452269 w 2684131"/>
                <a:gd name="csY369" fmla="*/ 610639 h 3916123"/>
                <a:gd name="csX370" fmla="*/ 2533081 w 2684131"/>
                <a:gd name="csY370" fmla="*/ 604292 h 3916123"/>
                <a:gd name="csX371" fmla="*/ 2564471 w 2684131"/>
                <a:gd name="csY371" fmla="*/ 599950 h 3916123"/>
                <a:gd name="csX372" fmla="*/ 2552783 w 2684131"/>
                <a:gd name="csY372" fmla="*/ 546842 h 3916123"/>
                <a:gd name="csX373" fmla="*/ 2427892 w 2684131"/>
                <a:gd name="csY373" fmla="*/ 423591 h 3916123"/>
                <a:gd name="csX374" fmla="*/ 2018824 w 2684131"/>
                <a:gd name="csY374" fmla="*/ 209821 h 3916123"/>
                <a:gd name="csX375" fmla="*/ 1988770 w 2684131"/>
                <a:gd name="csY375" fmla="*/ 213829 h 3916123"/>
                <a:gd name="csX376" fmla="*/ 1983761 w 2684131"/>
                <a:gd name="csY376" fmla="*/ 284974 h 3916123"/>
                <a:gd name="csX377" fmla="*/ 1958716 w 2684131"/>
                <a:gd name="csY377" fmla="*/ 449644 h 3916123"/>
                <a:gd name="csX378" fmla="*/ 1888590 w 2684131"/>
                <a:gd name="csY378" fmla="*/ 596276 h 3916123"/>
                <a:gd name="csX379" fmla="*/ 1795757 w 2684131"/>
                <a:gd name="csY379" fmla="*/ 714183 h 3916123"/>
                <a:gd name="csX380" fmla="*/ 1780396 w 2684131"/>
                <a:gd name="csY380" fmla="*/ 736562 h 3916123"/>
                <a:gd name="csX381" fmla="*/ 1828482 w 2684131"/>
                <a:gd name="csY381" fmla="*/ 766290 h 3916123"/>
                <a:gd name="csX382" fmla="*/ 1873563 w 2684131"/>
                <a:gd name="csY382" fmla="*/ 793345 h 3916123"/>
                <a:gd name="csX383" fmla="*/ 1890260 w 2684131"/>
                <a:gd name="csY383" fmla="*/ 774306 h 3916123"/>
                <a:gd name="csX384" fmla="*/ 1924655 w 2684131"/>
                <a:gd name="csY384" fmla="*/ 733556 h 3916123"/>
                <a:gd name="csX385" fmla="*/ 781602 w 2684131"/>
                <a:gd name="csY385" fmla="*/ 638028 h 3916123"/>
                <a:gd name="csX386" fmla="*/ 814327 w 2684131"/>
                <a:gd name="csY386" fmla="*/ 627339 h 3916123"/>
                <a:gd name="csX387" fmla="*/ 790618 w 2684131"/>
                <a:gd name="csY387" fmla="*/ 584586 h 3916123"/>
                <a:gd name="csX388" fmla="*/ 652370 w 2684131"/>
                <a:gd name="csY388" fmla="*/ 465008 h 3916123"/>
                <a:gd name="csX389" fmla="*/ 599608 w 2684131"/>
                <a:gd name="csY389" fmla="*/ 408560 h 3916123"/>
                <a:gd name="csX390" fmla="*/ 708137 w 2684131"/>
                <a:gd name="csY390" fmla="*/ 351109 h 3916123"/>
                <a:gd name="csX391" fmla="*/ 846719 w 2684131"/>
                <a:gd name="csY391" fmla="*/ 301675 h 3916123"/>
                <a:gd name="csX392" fmla="*/ 888460 w 2684131"/>
                <a:gd name="csY392" fmla="*/ 281968 h 3916123"/>
                <a:gd name="csX393" fmla="*/ 865085 w 2684131"/>
                <a:gd name="csY393" fmla="*/ 269276 h 3916123"/>
                <a:gd name="csX394" fmla="*/ 823677 w 2684131"/>
                <a:gd name="csY394" fmla="*/ 223516 h 3916123"/>
                <a:gd name="csX395" fmla="*/ 850058 w 2684131"/>
                <a:gd name="csY395" fmla="*/ 154375 h 3916123"/>
                <a:gd name="csX396" fmla="*/ 873433 w 2684131"/>
                <a:gd name="csY396" fmla="*/ 123645 h 3916123"/>
                <a:gd name="csX397" fmla="*/ 861746 w 2684131"/>
                <a:gd name="csY397" fmla="*/ 122643 h 3916123"/>
                <a:gd name="csX398" fmla="*/ 818335 w 2684131"/>
                <a:gd name="csY398" fmla="*/ 130326 h 3916123"/>
                <a:gd name="csX399" fmla="*/ 694111 w 2684131"/>
                <a:gd name="csY399" fmla="*/ 122977 h 3916123"/>
                <a:gd name="csX400" fmla="*/ 670736 w 2684131"/>
                <a:gd name="csY400" fmla="*/ 108615 h 3916123"/>
                <a:gd name="csX401" fmla="*/ 535159 w 2684131"/>
                <a:gd name="csY401" fmla="*/ 174416 h 3916123"/>
                <a:gd name="csX402" fmla="*/ 390900 w 2684131"/>
                <a:gd name="csY402" fmla="*/ 399541 h 3916123"/>
                <a:gd name="csX403" fmla="*/ 382886 w 2684131"/>
                <a:gd name="csY403" fmla="*/ 463672 h 3916123"/>
                <a:gd name="csX404" fmla="*/ 436983 w 2684131"/>
                <a:gd name="csY404" fmla="*/ 488055 h 3916123"/>
                <a:gd name="csX405" fmla="*/ 527813 w 2684131"/>
                <a:gd name="csY405" fmla="*/ 519787 h 3916123"/>
                <a:gd name="csX406" fmla="*/ 668065 w 2684131"/>
                <a:gd name="csY406" fmla="*/ 621327 h 3916123"/>
                <a:gd name="csX407" fmla="*/ 711476 w 2684131"/>
                <a:gd name="csY407" fmla="*/ 665083 h 3916123"/>
                <a:gd name="csX408" fmla="*/ 731512 w 2684131"/>
                <a:gd name="csY408" fmla="*/ 656065 h 3916123"/>
                <a:gd name="csX409" fmla="*/ 781602 w 2684131"/>
                <a:gd name="csY409" fmla="*/ 638028 h 39161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</a:cxnLst>
              <a:rect l="l" t="t" r="r" b="b"/>
              <a:pathLst>
                <a:path w="2684131" h="3916123">
                  <a:moveTo>
                    <a:pt x="1634467" y="3903021"/>
                  </a:moveTo>
                  <a:cubicBezTo>
                    <a:pt x="1559332" y="3891999"/>
                    <a:pt x="1471842" y="3869620"/>
                    <a:pt x="1392700" y="3840895"/>
                  </a:cubicBezTo>
                  <a:cubicBezTo>
                    <a:pt x="1306211" y="3809497"/>
                    <a:pt x="1168296" y="3753049"/>
                    <a:pt x="1110860" y="3725659"/>
                  </a:cubicBezTo>
                  <a:cubicBezTo>
                    <a:pt x="1090156" y="3715973"/>
                    <a:pt x="1088820" y="3715639"/>
                    <a:pt x="1084479" y="3721651"/>
                  </a:cubicBezTo>
                  <a:cubicBezTo>
                    <a:pt x="1075797" y="3733008"/>
                    <a:pt x="1060436" y="3765741"/>
                    <a:pt x="1060436" y="3772756"/>
                  </a:cubicBezTo>
                  <a:cubicBezTo>
                    <a:pt x="1060436" y="3779436"/>
                    <a:pt x="1060770" y="3779436"/>
                    <a:pt x="1067783" y="3774760"/>
                  </a:cubicBezTo>
                  <a:cubicBezTo>
                    <a:pt x="1079136" y="3766743"/>
                    <a:pt x="1088820" y="3768413"/>
                    <a:pt x="1100174" y="3779436"/>
                  </a:cubicBezTo>
                  <a:cubicBezTo>
                    <a:pt x="1119876" y="3799477"/>
                    <a:pt x="1116537" y="3832878"/>
                    <a:pt x="1092494" y="3858263"/>
                  </a:cubicBezTo>
                  <a:cubicBezTo>
                    <a:pt x="1054425" y="3897343"/>
                    <a:pt x="991646" y="3879974"/>
                    <a:pt x="975283" y="3825530"/>
                  </a:cubicBezTo>
                  <a:cubicBezTo>
                    <a:pt x="966267" y="3795135"/>
                    <a:pt x="970942" y="3763403"/>
                    <a:pt x="990310" y="3720315"/>
                  </a:cubicBezTo>
                  <a:cubicBezTo>
                    <a:pt x="998992" y="3700942"/>
                    <a:pt x="999660" y="3698604"/>
                    <a:pt x="994317" y="3696934"/>
                  </a:cubicBezTo>
                  <a:cubicBezTo>
                    <a:pt x="991312" y="3695932"/>
                    <a:pt x="973613" y="3688250"/>
                    <a:pt x="955247" y="3680233"/>
                  </a:cubicBezTo>
                  <a:cubicBezTo>
                    <a:pt x="808650" y="3615769"/>
                    <a:pt x="666395" y="3501870"/>
                    <a:pt x="589590" y="3387303"/>
                  </a:cubicBezTo>
                  <a:cubicBezTo>
                    <a:pt x="534491" y="3304801"/>
                    <a:pt x="508445" y="3207603"/>
                    <a:pt x="520800" y="3130445"/>
                  </a:cubicBezTo>
                  <a:cubicBezTo>
                    <a:pt x="530484" y="3071993"/>
                    <a:pt x="546847" y="3037255"/>
                    <a:pt x="581242" y="3002852"/>
                  </a:cubicBezTo>
                  <a:cubicBezTo>
                    <a:pt x="626323" y="2957426"/>
                    <a:pt x="682090" y="2943731"/>
                    <a:pt x="768245" y="2956090"/>
                  </a:cubicBezTo>
                  <a:cubicBezTo>
                    <a:pt x="786945" y="2958762"/>
                    <a:pt x="805979" y="2962436"/>
                    <a:pt x="811322" y="2964106"/>
                  </a:cubicBezTo>
                  <a:cubicBezTo>
                    <a:pt x="825013" y="2969450"/>
                    <a:pt x="827351" y="2968782"/>
                    <a:pt x="825347" y="2958762"/>
                  </a:cubicBezTo>
                  <a:cubicBezTo>
                    <a:pt x="824345" y="2953418"/>
                    <a:pt x="822676" y="2942729"/>
                    <a:pt x="821674" y="2934379"/>
                  </a:cubicBezTo>
                  <a:cubicBezTo>
                    <a:pt x="820672" y="2926028"/>
                    <a:pt x="817333" y="2907324"/>
                    <a:pt x="814661" y="2892961"/>
                  </a:cubicBezTo>
                  <a:cubicBezTo>
                    <a:pt x="803308" y="2835510"/>
                    <a:pt x="820672" y="2799437"/>
                    <a:pt x="865419" y="2787746"/>
                  </a:cubicBezTo>
                  <a:cubicBezTo>
                    <a:pt x="876105" y="2785074"/>
                    <a:pt x="882784" y="2785074"/>
                    <a:pt x="894471" y="2788748"/>
                  </a:cubicBezTo>
                  <a:cubicBezTo>
                    <a:pt x="903154" y="2791420"/>
                    <a:pt x="910834" y="2792423"/>
                    <a:pt x="911502" y="2791086"/>
                  </a:cubicBezTo>
                  <a:cubicBezTo>
                    <a:pt x="912504" y="2789750"/>
                    <a:pt x="916177" y="2780064"/>
                    <a:pt x="920184" y="2769710"/>
                  </a:cubicBezTo>
                  <a:cubicBezTo>
                    <a:pt x="935545" y="2728960"/>
                    <a:pt x="972278" y="2681864"/>
                    <a:pt x="1016357" y="2646792"/>
                  </a:cubicBezTo>
                  <a:lnTo>
                    <a:pt x="1040734" y="2627085"/>
                  </a:lnTo>
                  <a:lnTo>
                    <a:pt x="1014687" y="2614727"/>
                  </a:lnTo>
                  <a:cubicBezTo>
                    <a:pt x="980626" y="2598360"/>
                    <a:pt x="943226" y="2561952"/>
                    <a:pt x="927865" y="2530221"/>
                  </a:cubicBezTo>
                  <a:cubicBezTo>
                    <a:pt x="912504" y="2498490"/>
                    <a:pt x="905825" y="2464754"/>
                    <a:pt x="907829" y="2432021"/>
                  </a:cubicBezTo>
                  <a:cubicBezTo>
                    <a:pt x="908830" y="2416990"/>
                    <a:pt x="910500" y="2401959"/>
                    <a:pt x="911836" y="2397951"/>
                  </a:cubicBezTo>
                  <a:cubicBezTo>
                    <a:pt x="913505" y="2392273"/>
                    <a:pt x="911836" y="2390603"/>
                    <a:pt x="901150" y="2387263"/>
                  </a:cubicBezTo>
                  <a:cubicBezTo>
                    <a:pt x="881114" y="2381250"/>
                    <a:pt x="790952" y="2335490"/>
                    <a:pt x="763236" y="2317454"/>
                  </a:cubicBezTo>
                  <a:cubicBezTo>
                    <a:pt x="704463" y="2278708"/>
                    <a:pt x="611296" y="2192198"/>
                    <a:pt x="561874" y="2130405"/>
                  </a:cubicBezTo>
                  <a:cubicBezTo>
                    <a:pt x="496423" y="2048238"/>
                    <a:pt x="436649" y="1932669"/>
                    <a:pt x="411604" y="1838811"/>
                  </a:cubicBezTo>
                  <a:cubicBezTo>
                    <a:pt x="388563" y="1752969"/>
                    <a:pt x="381884" y="1698859"/>
                    <a:pt x="381550" y="1596650"/>
                  </a:cubicBezTo>
                  <a:cubicBezTo>
                    <a:pt x="381216" y="1515484"/>
                    <a:pt x="381550" y="1511810"/>
                    <a:pt x="391568" y="1463044"/>
                  </a:cubicBezTo>
                  <a:cubicBezTo>
                    <a:pt x="397579" y="1435321"/>
                    <a:pt x="406929" y="1399247"/>
                    <a:pt x="412606" y="1382881"/>
                  </a:cubicBezTo>
                  <a:cubicBezTo>
                    <a:pt x="476053" y="1201177"/>
                    <a:pt x="617641" y="1066235"/>
                    <a:pt x="824011" y="990747"/>
                  </a:cubicBezTo>
                  <a:cubicBezTo>
                    <a:pt x="938550" y="948996"/>
                    <a:pt x="1065445" y="932963"/>
                    <a:pt x="1165625" y="947326"/>
                  </a:cubicBezTo>
                  <a:cubicBezTo>
                    <a:pt x="1221726" y="955676"/>
                    <a:pt x="1260462" y="970707"/>
                    <a:pt x="1286509" y="994756"/>
                  </a:cubicBezTo>
                  <a:cubicBezTo>
                    <a:pt x="1305877" y="1012458"/>
                    <a:pt x="1311888" y="1024483"/>
                    <a:pt x="1314225" y="1048866"/>
                  </a:cubicBezTo>
                  <a:cubicBezTo>
                    <a:pt x="1315895" y="1067571"/>
                    <a:pt x="1316563" y="1068907"/>
                    <a:pt x="1325913" y="1071245"/>
                  </a:cubicBezTo>
                  <a:cubicBezTo>
                    <a:pt x="1331590" y="1072581"/>
                    <a:pt x="1368990" y="1080597"/>
                    <a:pt x="1409396" y="1088948"/>
                  </a:cubicBezTo>
                  <a:cubicBezTo>
                    <a:pt x="1515587" y="1111661"/>
                    <a:pt x="1572356" y="1126023"/>
                    <a:pt x="1590722" y="1135376"/>
                  </a:cubicBezTo>
                  <a:cubicBezTo>
                    <a:pt x="1612761" y="1146398"/>
                    <a:pt x="1633799" y="1170113"/>
                    <a:pt x="1636471" y="1186480"/>
                  </a:cubicBezTo>
                  <a:cubicBezTo>
                    <a:pt x="1637806" y="1193494"/>
                    <a:pt x="1639476" y="1203181"/>
                    <a:pt x="1640144" y="1207857"/>
                  </a:cubicBezTo>
                  <a:cubicBezTo>
                    <a:pt x="1642148" y="1218211"/>
                    <a:pt x="1636805" y="1250611"/>
                    <a:pt x="1612427" y="1379541"/>
                  </a:cubicBezTo>
                  <a:cubicBezTo>
                    <a:pt x="1602409" y="1432983"/>
                    <a:pt x="1592058" y="1488429"/>
                    <a:pt x="1589386" y="1503126"/>
                  </a:cubicBezTo>
                  <a:cubicBezTo>
                    <a:pt x="1584711" y="1529847"/>
                    <a:pt x="1570686" y="1598320"/>
                    <a:pt x="1551318" y="1688504"/>
                  </a:cubicBezTo>
                  <a:cubicBezTo>
                    <a:pt x="1545641" y="1715225"/>
                    <a:pt x="1535957" y="1761653"/>
                    <a:pt x="1529612" y="1792049"/>
                  </a:cubicBezTo>
                  <a:cubicBezTo>
                    <a:pt x="1523601" y="1822444"/>
                    <a:pt x="1510912" y="1877890"/>
                    <a:pt x="1501562" y="1915300"/>
                  </a:cubicBezTo>
                  <a:cubicBezTo>
                    <a:pt x="1486869" y="1974755"/>
                    <a:pt x="1482861" y="1986111"/>
                    <a:pt x="1470840" y="2004482"/>
                  </a:cubicBezTo>
                  <a:cubicBezTo>
                    <a:pt x="1440118" y="2051912"/>
                    <a:pt x="1407726" y="2052914"/>
                    <a:pt x="1214379" y="2012498"/>
                  </a:cubicBezTo>
                  <a:cubicBezTo>
                    <a:pt x="1073793" y="1983439"/>
                    <a:pt x="928532" y="1946029"/>
                    <a:pt x="907829" y="1934005"/>
                  </a:cubicBezTo>
                  <a:cubicBezTo>
                    <a:pt x="884787" y="1920310"/>
                    <a:pt x="870094" y="1896595"/>
                    <a:pt x="870094" y="1872546"/>
                  </a:cubicBezTo>
                  <a:cubicBezTo>
                    <a:pt x="870094" y="1856513"/>
                    <a:pt x="888460" y="1768668"/>
                    <a:pt x="900148" y="1728920"/>
                  </a:cubicBezTo>
                  <a:cubicBezTo>
                    <a:pt x="912170" y="1687168"/>
                    <a:pt x="930536" y="1640406"/>
                    <a:pt x="943559" y="1617359"/>
                  </a:cubicBezTo>
                  <a:cubicBezTo>
                    <a:pt x="958252" y="1591306"/>
                    <a:pt x="975951" y="1572267"/>
                    <a:pt x="1015021" y="1540202"/>
                  </a:cubicBezTo>
                  <a:cubicBezTo>
                    <a:pt x="1048748" y="1512812"/>
                    <a:pt x="1065779" y="1499452"/>
                    <a:pt x="1157277" y="1429643"/>
                  </a:cubicBezTo>
                  <a:cubicBezTo>
                    <a:pt x="1241094" y="1365512"/>
                    <a:pt x="1264469" y="1339125"/>
                    <a:pt x="1259460" y="1312738"/>
                  </a:cubicBezTo>
                  <a:cubicBezTo>
                    <a:pt x="1255453" y="1292697"/>
                    <a:pt x="1226401" y="1274994"/>
                    <a:pt x="1167295" y="1256289"/>
                  </a:cubicBezTo>
                  <a:cubicBezTo>
                    <a:pt x="1145589" y="1249275"/>
                    <a:pt x="1136573" y="1248273"/>
                    <a:pt x="1120544" y="1249943"/>
                  </a:cubicBezTo>
                  <a:cubicBezTo>
                    <a:pt x="1102512" y="1251613"/>
                    <a:pt x="1099506" y="1250945"/>
                    <a:pt x="1088820" y="1242594"/>
                  </a:cubicBezTo>
                  <a:cubicBezTo>
                    <a:pt x="1082142" y="1237584"/>
                    <a:pt x="1074461" y="1228566"/>
                    <a:pt x="1071456" y="1222554"/>
                  </a:cubicBezTo>
                  <a:cubicBezTo>
                    <a:pt x="1066447" y="1212199"/>
                    <a:pt x="1066781" y="1210529"/>
                    <a:pt x="1073793" y="1196166"/>
                  </a:cubicBezTo>
                  <a:cubicBezTo>
                    <a:pt x="1081474" y="1180134"/>
                    <a:pt x="1118540" y="1143726"/>
                    <a:pt x="1160616" y="1110659"/>
                  </a:cubicBezTo>
                  <a:cubicBezTo>
                    <a:pt x="1206699" y="1074585"/>
                    <a:pt x="1206031" y="1075253"/>
                    <a:pt x="1201356" y="1069575"/>
                  </a:cubicBezTo>
                  <a:cubicBezTo>
                    <a:pt x="1192674" y="1059554"/>
                    <a:pt x="1168630" y="1050870"/>
                    <a:pt x="1128892" y="1043522"/>
                  </a:cubicBezTo>
                  <a:cubicBezTo>
                    <a:pt x="1094831" y="1037509"/>
                    <a:pt x="1081474" y="1036841"/>
                    <a:pt x="1042070" y="1038512"/>
                  </a:cubicBezTo>
                  <a:cubicBezTo>
                    <a:pt x="930202" y="1043522"/>
                    <a:pt x="838371" y="1067905"/>
                    <a:pt x="743200" y="1118007"/>
                  </a:cubicBezTo>
                  <a:cubicBezTo>
                    <a:pt x="565547" y="1211531"/>
                    <a:pt x="459022" y="1365846"/>
                    <a:pt x="447335" y="1546882"/>
                  </a:cubicBezTo>
                  <a:cubicBezTo>
                    <a:pt x="439320" y="1669465"/>
                    <a:pt x="494085" y="1845825"/>
                    <a:pt x="579572" y="1974087"/>
                  </a:cubicBezTo>
                  <a:cubicBezTo>
                    <a:pt x="591594" y="1992457"/>
                    <a:pt x="606287" y="2014168"/>
                    <a:pt x="611630" y="2022519"/>
                  </a:cubicBezTo>
                  <a:cubicBezTo>
                    <a:pt x="617307" y="2030869"/>
                    <a:pt x="627659" y="2046568"/>
                    <a:pt x="635005" y="2057590"/>
                  </a:cubicBezTo>
                  <a:cubicBezTo>
                    <a:pt x="642018" y="2068613"/>
                    <a:pt x="663056" y="2092996"/>
                    <a:pt x="681422" y="2112369"/>
                  </a:cubicBezTo>
                  <a:cubicBezTo>
                    <a:pt x="727505" y="2160467"/>
                    <a:pt x="769246" y="2191196"/>
                    <a:pt x="850058" y="2236956"/>
                  </a:cubicBezTo>
                  <a:cubicBezTo>
                    <a:pt x="868758" y="2247645"/>
                    <a:pt x="931538" y="2276036"/>
                    <a:pt x="959254" y="2286056"/>
                  </a:cubicBezTo>
                  <a:lnTo>
                    <a:pt x="979958" y="2293739"/>
                  </a:lnTo>
                  <a:lnTo>
                    <a:pt x="995987" y="2282382"/>
                  </a:lnTo>
                  <a:cubicBezTo>
                    <a:pt x="1078135" y="2222928"/>
                    <a:pt x="1207033" y="2177168"/>
                    <a:pt x="1381012" y="2146104"/>
                  </a:cubicBezTo>
                  <a:cubicBezTo>
                    <a:pt x="1453475" y="2133078"/>
                    <a:pt x="1570018" y="2131074"/>
                    <a:pt x="1653167" y="2141428"/>
                  </a:cubicBezTo>
                  <a:lnTo>
                    <a:pt x="1670198" y="2143432"/>
                  </a:lnTo>
                  <a:lnTo>
                    <a:pt x="1676543" y="2129069"/>
                  </a:lnTo>
                  <a:cubicBezTo>
                    <a:pt x="1680216" y="2121053"/>
                    <a:pt x="1690234" y="2106690"/>
                    <a:pt x="1698916" y="2097338"/>
                  </a:cubicBezTo>
                  <a:cubicBezTo>
                    <a:pt x="1712607" y="2082641"/>
                    <a:pt x="1714277" y="2079635"/>
                    <a:pt x="1710270" y="2075961"/>
                  </a:cubicBezTo>
                  <a:cubicBezTo>
                    <a:pt x="1702589" y="2069949"/>
                    <a:pt x="1685225" y="2021517"/>
                    <a:pt x="1675541" y="1980767"/>
                  </a:cubicBezTo>
                  <a:cubicBezTo>
                    <a:pt x="1668528" y="1950372"/>
                    <a:pt x="1667193" y="1935341"/>
                    <a:pt x="1666859" y="1893923"/>
                  </a:cubicBezTo>
                  <a:cubicBezTo>
                    <a:pt x="1666859" y="1849499"/>
                    <a:pt x="1667860" y="1839813"/>
                    <a:pt x="1676209" y="1807079"/>
                  </a:cubicBezTo>
                  <a:cubicBezTo>
                    <a:pt x="1700586" y="1711551"/>
                    <a:pt x="1761362" y="1625041"/>
                    <a:pt x="1814791" y="1609343"/>
                  </a:cubicBezTo>
                  <a:cubicBezTo>
                    <a:pt x="1831822" y="1604666"/>
                    <a:pt x="1834493" y="1604666"/>
                    <a:pt x="1851190" y="1610011"/>
                  </a:cubicBezTo>
                  <a:cubicBezTo>
                    <a:pt x="1912299" y="1629049"/>
                    <a:pt x="1974077" y="1753971"/>
                    <a:pt x="1976415" y="1862860"/>
                  </a:cubicBezTo>
                  <a:cubicBezTo>
                    <a:pt x="1976749" y="1880896"/>
                    <a:pt x="1977416" y="1895593"/>
                    <a:pt x="1978084" y="1895593"/>
                  </a:cubicBezTo>
                  <a:cubicBezTo>
                    <a:pt x="1978752" y="1895593"/>
                    <a:pt x="1987434" y="1890249"/>
                    <a:pt x="1998120" y="1883569"/>
                  </a:cubicBezTo>
                  <a:cubicBezTo>
                    <a:pt x="2018824" y="1870208"/>
                    <a:pt x="2050548" y="1857181"/>
                    <a:pt x="2075593" y="1851837"/>
                  </a:cubicBezTo>
                  <a:lnTo>
                    <a:pt x="2091621" y="1848497"/>
                  </a:lnTo>
                  <a:lnTo>
                    <a:pt x="2104979" y="1811087"/>
                  </a:lnTo>
                  <a:cubicBezTo>
                    <a:pt x="2124347" y="1756309"/>
                    <a:pt x="2131360" y="1733930"/>
                    <a:pt x="2138706" y="1700195"/>
                  </a:cubicBezTo>
                  <a:cubicBezTo>
                    <a:pt x="2169094" y="1560910"/>
                    <a:pt x="2153065" y="1391231"/>
                    <a:pt x="2095629" y="1240924"/>
                  </a:cubicBezTo>
                  <a:cubicBezTo>
                    <a:pt x="2066577" y="1164769"/>
                    <a:pt x="2006469" y="1056214"/>
                    <a:pt x="1961054" y="998096"/>
                  </a:cubicBezTo>
                  <a:cubicBezTo>
                    <a:pt x="1911965" y="934967"/>
                    <a:pt x="1837164" y="866828"/>
                    <a:pt x="1770378" y="824408"/>
                  </a:cubicBezTo>
                  <a:cubicBezTo>
                    <a:pt x="1642481" y="743243"/>
                    <a:pt x="1494215" y="690468"/>
                    <a:pt x="1329252" y="667421"/>
                  </a:cubicBezTo>
                  <a:cubicBezTo>
                    <a:pt x="1263801" y="658403"/>
                    <a:pt x="1102846" y="659071"/>
                    <a:pt x="1040400" y="668757"/>
                  </a:cubicBezTo>
                  <a:cubicBezTo>
                    <a:pt x="928532" y="686460"/>
                    <a:pt x="866087" y="705165"/>
                    <a:pt x="733182" y="761613"/>
                  </a:cubicBezTo>
                  <a:cubicBezTo>
                    <a:pt x="612298" y="812718"/>
                    <a:pt x="580574" y="828416"/>
                    <a:pt x="544509" y="853801"/>
                  </a:cubicBezTo>
                  <a:cubicBezTo>
                    <a:pt x="501766" y="884197"/>
                    <a:pt x="442994" y="944319"/>
                    <a:pt x="412272" y="988743"/>
                  </a:cubicBezTo>
                  <a:cubicBezTo>
                    <a:pt x="384221" y="1029493"/>
                    <a:pt x="378211" y="1039848"/>
                    <a:pt x="349826" y="1100638"/>
                  </a:cubicBezTo>
                  <a:cubicBezTo>
                    <a:pt x="325449" y="1152745"/>
                    <a:pt x="314763" y="1165437"/>
                    <a:pt x="289718" y="1172785"/>
                  </a:cubicBezTo>
                  <a:cubicBezTo>
                    <a:pt x="242968" y="1186146"/>
                    <a:pt x="218925" y="1195832"/>
                    <a:pt x="194547" y="1210195"/>
                  </a:cubicBezTo>
                  <a:cubicBezTo>
                    <a:pt x="162824" y="1229234"/>
                    <a:pt x="155811" y="1236248"/>
                    <a:pt x="151804" y="1253617"/>
                  </a:cubicBezTo>
                  <a:cubicBezTo>
                    <a:pt x="147797" y="1271320"/>
                    <a:pt x="151470" y="1280004"/>
                    <a:pt x="167499" y="1290693"/>
                  </a:cubicBezTo>
                  <a:cubicBezTo>
                    <a:pt x="184196" y="1302049"/>
                    <a:pt x="194214" y="1319752"/>
                    <a:pt x="190874" y="1332444"/>
                  </a:cubicBezTo>
                  <a:cubicBezTo>
                    <a:pt x="189538" y="1338123"/>
                    <a:pt x="175847" y="1354155"/>
                    <a:pt x="155811" y="1373194"/>
                  </a:cubicBezTo>
                  <a:cubicBezTo>
                    <a:pt x="120080" y="1407264"/>
                    <a:pt x="106723" y="1429643"/>
                    <a:pt x="103384" y="1460372"/>
                  </a:cubicBezTo>
                  <a:cubicBezTo>
                    <a:pt x="100044" y="1492771"/>
                    <a:pt x="109728" y="1498116"/>
                    <a:pt x="150802" y="1486091"/>
                  </a:cubicBezTo>
                  <a:cubicBezTo>
                    <a:pt x="169169" y="1480747"/>
                    <a:pt x="172508" y="1480747"/>
                    <a:pt x="183862" y="1485089"/>
                  </a:cubicBezTo>
                  <a:cubicBezTo>
                    <a:pt x="210910" y="1495444"/>
                    <a:pt x="217255" y="1520829"/>
                    <a:pt x="200558" y="1551892"/>
                  </a:cubicBezTo>
                  <a:cubicBezTo>
                    <a:pt x="178519" y="1592976"/>
                    <a:pt x="175513" y="1600992"/>
                    <a:pt x="172174" y="1624707"/>
                  </a:cubicBezTo>
                  <a:cubicBezTo>
                    <a:pt x="168167" y="1652430"/>
                    <a:pt x="173176" y="1677482"/>
                    <a:pt x="185197" y="1692178"/>
                  </a:cubicBezTo>
                  <a:lnTo>
                    <a:pt x="191876" y="1700195"/>
                  </a:lnTo>
                  <a:lnTo>
                    <a:pt x="216921" y="1687502"/>
                  </a:lnTo>
                  <a:cubicBezTo>
                    <a:pt x="230946" y="1680488"/>
                    <a:pt x="254655" y="1667127"/>
                    <a:pt x="269682" y="1657775"/>
                  </a:cubicBezTo>
                  <a:cubicBezTo>
                    <a:pt x="326785" y="1623037"/>
                    <a:pt x="346153" y="1618027"/>
                    <a:pt x="360846" y="1633726"/>
                  </a:cubicBezTo>
                  <a:cubicBezTo>
                    <a:pt x="366523" y="1639738"/>
                    <a:pt x="369194" y="1646752"/>
                    <a:pt x="369194" y="1654435"/>
                  </a:cubicBezTo>
                  <a:cubicBezTo>
                    <a:pt x="369194" y="1664455"/>
                    <a:pt x="366523" y="1668797"/>
                    <a:pt x="351830" y="1682492"/>
                  </a:cubicBezTo>
                  <a:cubicBezTo>
                    <a:pt x="342146" y="1691176"/>
                    <a:pt x="312426" y="1718899"/>
                    <a:pt x="285711" y="1743616"/>
                  </a:cubicBezTo>
                  <a:cubicBezTo>
                    <a:pt x="225603" y="1799731"/>
                    <a:pt x="206569" y="1810419"/>
                    <a:pt x="168835" y="1810085"/>
                  </a:cubicBezTo>
                  <a:cubicBezTo>
                    <a:pt x="138447" y="1810085"/>
                    <a:pt x="117409" y="1800399"/>
                    <a:pt x="96705" y="1778020"/>
                  </a:cubicBezTo>
                  <a:cubicBezTo>
                    <a:pt x="53962" y="1731592"/>
                    <a:pt x="47617" y="1659111"/>
                    <a:pt x="79674" y="1584960"/>
                  </a:cubicBezTo>
                  <a:cubicBezTo>
                    <a:pt x="81344" y="1581285"/>
                    <a:pt x="77003" y="1577945"/>
                    <a:pt x="62644" y="1571599"/>
                  </a:cubicBezTo>
                  <a:cubicBezTo>
                    <a:pt x="39602" y="1561578"/>
                    <a:pt x="16227" y="1539200"/>
                    <a:pt x="5207" y="1516487"/>
                  </a:cubicBezTo>
                  <a:cubicBezTo>
                    <a:pt x="-803" y="1504128"/>
                    <a:pt x="-3141" y="1492771"/>
                    <a:pt x="-4143" y="1471395"/>
                  </a:cubicBezTo>
                  <a:cubicBezTo>
                    <a:pt x="-5478" y="1443671"/>
                    <a:pt x="-5145" y="1442335"/>
                    <a:pt x="8213" y="1415614"/>
                  </a:cubicBezTo>
                  <a:cubicBezTo>
                    <a:pt x="17897" y="1396909"/>
                    <a:pt x="29585" y="1380543"/>
                    <a:pt x="46949" y="1362172"/>
                  </a:cubicBezTo>
                  <a:cubicBezTo>
                    <a:pt x="60640" y="1347809"/>
                    <a:pt x="71994" y="1335785"/>
                    <a:pt x="71994" y="1335451"/>
                  </a:cubicBezTo>
                  <a:cubicBezTo>
                    <a:pt x="71994" y="1335117"/>
                    <a:pt x="67653" y="1328436"/>
                    <a:pt x="62310" y="1320420"/>
                  </a:cubicBezTo>
                  <a:cubicBezTo>
                    <a:pt x="48953" y="1300045"/>
                    <a:pt x="45279" y="1286684"/>
                    <a:pt x="45279" y="1257625"/>
                  </a:cubicBezTo>
                  <a:cubicBezTo>
                    <a:pt x="45279" y="1213869"/>
                    <a:pt x="59305" y="1183474"/>
                    <a:pt x="88691" y="1161429"/>
                  </a:cubicBezTo>
                  <a:cubicBezTo>
                    <a:pt x="119746" y="1138716"/>
                    <a:pt x="242968" y="1090618"/>
                    <a:pt x="270350" y="1090618"/>
                  </a:cubicBezTo>
                  <a:cubicBezTo>
                    <a:pt x="276695" y="1090618"/>
                    <a:pt x="279700" y="1086276"/>
                    <a:pt x="288383" y="1063229"/>
                  </a:cubicBezTo>
                  <a:cubicBezTo>
                    <a:pt x="312760" y="998764"/>
                    <a:pt x="370530" y="915928"/>
                    <a:pt x="432976" y="855137"/>
                  </a:cubicBezTo>
                  <a:cubicBezTo>
                    <a:pt x="470376" y="818730"/>
                    <a:pt x="530150" y="771634"/>
                    <a:pt x="587253" y="733556"/>
                  </a:cubicBezTo>
                  <a:cubicBezTo>
                    <a:pt x="601278" y="723870"/>
                    <a:pt x="612966" y="714851"/>
                    <a:pt x="612966" y="713181"/>
                  </a:cubicBezTo>
                  <a:cubicBezTo>
                    <a:pt x="612966" y="708505"/>
                    <a:pt x="574229" y="671429"/>
                    <a:pt x="550186" y="653393"/>
                  </a:cubicBezTo>
                  <a:cubicBezTo>
                    <a:pt x="515457" y="626671"/>
                    <a:pt x="455015" y="598614"/>
                    <a:pt x="399582" y="582916"/>
                  </a:cubicBezTo>
                  <a:cubicBezTo>
                    <a:pt x="373202" y="575233"/>
                    <a:pt x="345151" y="566215"/>
                    <a:pt x="337137" y="562207"/>
                  </a:cubicBezTo>
                  <a:cubicBezTo>
                    <a:pt x="298401" y="544170"/>
                    <a:pt x="272354" y="504422"/>
                    <a:pt x="269682" y="459998"/>
                  </a:cubicBezTo>
                  <a:cubicBezTo>
                    <a:pt x="268681" y="438287"/>
                    <a:pt x="270350" y="426931"/>
                    <a:pt x="280368" y="387851"/>
                  </a:cubicBezTo>
                  <a:cubicBezTo>
                    <a:pt x="327119" y="207483"/>
                    <a:pt x="458021" y="53836"/>
                    <a:pt x="608625" y="3066"/>
                  </a:cubicBezTo>
                  <a:cubicBezTo>
                    <a:pt x="646025" y="-9626"/>
                    <a:pt x="687433" y="-9960"/>
                    <a:pt x="713480" y="2064"/>
                  </a:cubicBezTo>
                  <a:cubicBezTo>
                    <a:pt x="723831" y="7074"/>
                    <a:pt x="738525" y="16427"/>
                    <a:pt x="745871" y="23441"/>
                  </a:cubicBezTo>
                  <a:cubicBezTo>
                    <a:pt x="761900" y="37804"/>
                    <a:pt x="764571" y="37804"/>
                    <a:pt x="820004" y="22773"/>
                  </a:cubicBezTo>
                  <a:cubicBezTo>
                    <a:pt x="846719" y="15759"/>
                    <a:pt x="856069" y="14757"/>
                    <a:pt x="880112" y="16093"/>
                  </a:cubicBezTo>
                  <a:cubicBezTo>
                    <a:pt x="915509" y="18765"/>
                    <a:pt x="928866" y="22439"/>
                    <a:pt x="948902" y="36134"/>
                  </a:cubicBezTo>
                  <a:cubicBezTo>
                    <a:pt x="996989" y="68199"/>
                    <a:pt x="999326" y="120973"/>
                    <a:pt x="955581" y="168069"/>
                  </a:cubicBezTo>
                  <a:cubicBezTo>
                    <a:pt x="947233" y="177088"/>
                    <a:pt x="940220" y="185772"/>
                    <a:pt x="940220" y="187776"/>
                  </a:cubicBezTo>
                  <a:cubicBezTo>
                    <a:pt x="940220" y="189446"/>
                    <a:pt x="948235" y="193788"/>
                    <a:pt x="957585" y="197129"/>
                  </a:cubicBezTo>
                  <a:cubicBezTo>
                    <a:pt x="979624" y="205145"/>
                    <a:pt x="1005003" y="229528"/>
                    <a:pt x="1010012" y="247565"/>
                  </a:cubicBezTo>
                  <a:cubicBezTo>
                    <a:pt x="1015355" y="266938"/>
                    <a:pt x="1014687" y="275956"/>
                    <a:pt x="1005337" y="294327"/>
                  </a:cubicBezTo>
                  <a:cubicBezTo>
                    <a:pt x="995987" y="313032"/>
                    <a:pt x="972278" y="332739"/>
                    <a:pt x="940220" y="349105"/>
                  </a:cubicBezTo>
                  <a:cubicBezTo>
                    <a:pt x="923523" y="357456"/>
                    <a:pt x="802640" y="393529"/>
                    <a:pt x="740194" y="408560"/>
                  </a:cubicBezTo>
                  <a:lnTo>
                    <a:pt x="715149" y="414572"/>
                  </a:lnTo>
                  <a:lnTo>
                    <a:pt x="753885" y="442295"/>
                  </a:lnTo>
                  <a:cubicBezTo>
                    <a:pt x="800302" y="475363"/>
                    <a:pt x="858407" y="533481"/>
                    <a:pt x="883118" y="570891"/>
                  </a:cubicBezTo>
                  <a:cubicBezTo>
                    <a:pt x="892134" y="584920"/>
                    <a:pt x="900816" y="599616"/>
                    <a:pt x="901818" y="603290"/>
                  </a:cubicBezTo>
                  <a:cubicBezTo>
                    <a:pt x="903487" y="607633"/>
                    <a:pt x="906159" y="609303"/>
                    <a:pt x="911168" y="607967"/>
                  </a:cubicBezTo>
                  <a:cubicBezTo>
                    <a:pt x="1070120" y="572227"/>
                    <a:pt x="1242096" y="570557"/>
                    <a:pt x="1400046" y="602956"/>
                  </a:cubicBezTo>
                  <a:cubicBezTo>
                    <a:pt x="1484531" y="620325"/>
                    <a:pt x="1560334" y="643038"/>
                    <a:pt x="1634801" y="673434"/>
                  </a:cubicBezTo>
                  <a:lnTo>
                    <a:pt x="1676877" y="690468"/>
                  </a:lnTo>
                  <a:lnTo>
                    <a:pt x="1696913" y="671095"/>
                  </a:lnTo>
                  <a:cubicBezTo>
                    <a:pt x="1751010" y="618989"/>
                    <a:pt x="1804773" y="544504"/>
                    <a:pt x="1839502" y="474361"/>
                  </a:cubicBezTo>
                  <a:cubicBezTo>
                    <a:pt x="1883581" y="385179"/>
                    <a:pt x="1896605" y="300339"/>
                    <a:pt x="1873563" y="250905"/>
                  </a:cubicBezTo>
                  <a:cubicBezTo>
                    <a:pt x="1860206" y="222848"/>
                    <a:pt x="1855865" y="185772"/>
                    <a:pt x="1862877" y="161723"/>
                  </a:cubicBezTo>
                  <a:cubicBezTo>
                    <a:pt x="1873897" y="123979"/>
                    <a:pt x="1894935" y="102936"/>
                    <a:pt x="1933337" y="91246"/>
                  </a:cubicBezTo>
                  <a:cubicBezTo>
                    <a:pt x="1954709" y="84900"/>
                    <a:pt x="1958716" y="84566"/>
                    <a:pt x="1988436" y="88240"/>
                  </a:cubicBezTo>
                  <a:cubicBezTo>
                    <a:pt x="2051883" y="96256"/>
                    <a:pt x="2094627" y="108949"/>
                    <a:pt x="2168092" y="140680"/>
                  </a:cubicBezTo>
                  <a:cubicBezTo>
                    <a:pt x="2228534" y="166733"/>
                    <a:pt x="2281629" y="195125"/>
                    <a:pt x="2342739" y="233870"/>
                  </a:cubicBezTo>
                  <a:cubicBezTo>
                    <a:pt x="2447928" y="301007"/>
                    <a:pt x="2477314" y="321382"/>
                    <a:pt x="2524733" y="360796"/>
                  </a:cubicBezTo>
                  <a:cubicBezTo>
                    <a:pt x="2616898" y="437285"/>
                    <a:pt x="2665319" y="499078"/>
                    <a:pt x="2676672" y="554524"/>
                  </a:cubicBezTo>
                  <a:cubicBezTo>
                    <a:pt x="2685689" y="597278"/>
                    <a:pt x="2672331" y="647714"/>
                    <a:pt x="2644949" y="674102"/>
                  </a:cubicBezTo>
                  <a:cubicBezTo>
                    <a:pt x="2619904" y="698485"/>
                    <a:pt x="2576826" y="706167"/>
                    <a:pt x="2530410" y="694476"/>
                  </a:cubicBezTo>
                  <a:cubicBezTo>
                    <a:pt x="2518722" y="691470"/>
                    <a:pt x="2508370" y="689800"/>
                    <a:pt x="2507368" y="690802"/>
                  </a:cubicBezTo>
                  <a:cubicBezTo>
                    <a:pt x="2506366" y="691804"/>
                    <a:pt x="2507368" y="702493"/>
                    <a:pt x="2509372" y="714183"/>
                  </a:cubicBezTo>
                  <a:cubicBezTo>
                    <a:pt x="2519724" y="774640"/>
                    <a:pt x="2507702" y="808041"/>
                    <a:pt x="2470636" y="820400"/>
                  </a:cubicBezTo>
                  <a:cubicBezTo>
                    <a:pt x="2412197" y="839439"/>
                    <a:pt x="2260592" y="747919"/>
                    <a:pt x="2140376" y="620325"/>
                  </a:cubicBezTo>
                  <a:cubicBezTo>
                    <a:pt x="2123345" y="602622"/>
                    <a:pt x="2108986" y="588594"/>
                    <a:pt x="2107984" y="589596"/>
                  </a:cubicBezTo>
                  <a:cubicBezTo>
                    <a:pt x="2107316" y="590598"/>
                    <a:pt x="2096964" y="609971"/>
                    <a:pt x="2085611" y="633018"/>
                  </a:cubicBezTo>
                  <a:cubicBezTo>
                    <a:pt x="2052217" y="699821"/>
                    <a:pt x="2007804" y="766624"/>
                    <a:pt x="1964393" y="814388"/>
                  </a:cubicBezTo>
                  <a:lnTo>
                    <a:pt x="1940684" y="840775"/>
                  </a:lnTo>
                  <a:lnTo>
                    <a:pt x="1969068" y="866828"/>
                  </a:lnTo>
                  <a:cubicBezTo>
                    <a:pt x="1998788" y="894217"/>
                    <a:pt x="2045873" y="946323"/>
                    <a:pt x="2074257" y="984067"/>
                  </a:cubicBezTo>
                  <a:cubicBezTo>
                    <a:pt x="2196477" y="1144394"/>
                    <a:pt x="2269274" y="1362840"/>
                    <a:pt x="2261260" y="1543208"/>
                  </a:cubicBezTo>
                  <a:cubicBezTo>
                    <a:pt x="2257586" y="1631388"/>
                    <a:pt x="2236215" y="1729922"/>
                    <a:pt x="2205827" y="1800399"/>
                  </a:cubicBezTo>
                  <a:cubicBezTo>
                    <a:pt x="2196810" y="1822110"/>
                    <a:pt x="2189130" y="1840815"/>
                    <a:pt x="2189130" y="1842151"/>
                  </a:cubicBezTo>
                  <a:cubicBezTo>
                    <a:pt x="2189130" y="1843153"/>
                    <a:pt x="2197812" y="1844823"/>
                    <a:pt x="2208498" y="1845157"/>
                  </a:cubicBezTo>
                  <a:cubicBezTo>
                    <a:pt x="2247902" y="1846493"/>
                    <a:pt x="2288642" y="1861524"/>
                    <a:pt x="2309012" y="1881899"/>
                  </a:cubicBezTo>
                  <a:cubicBezTo>
                    <a:pt x="2338398" y="1911292"/>
                    <a:pt x="2335727" y="1956718"/>
                    <a:pt x="2302667" y="1990787"/>
                  </a:cubicBezTo>
                  <a:cubicBezTo>
                    <a:pt x="2295655" y="1998136"/>
                    <a:pt x="2271945" y="2023855"/>
                    <a:pt x="2249906" y="2047570"/>
                  </a:cubicBezTo>
                  <a:cubicBezTo>
                    <a:pt x="2199816" y="2102014"/>
                    <a:pt x="2165755" y="2131742"/>
                    <a:pt x="2120006" y="2160133"/>
                  </a:cubicBezTo>
                  <a:cubicBezTo>
                    <a:pt x="2067244" y="2193200"/>
                    <a:pt x="2003463" y="2214243"/>
                    <a:pt x="1961054" y="2212573"/>
                  </a:cubicBezTo>
                  <a:lnTo>
                    <a:pt x="1941352" y="2211571"/>
                  </a:lnTo>
                  <a:lnTo>
                    <a:pt x="1932001" y="2235286"/>
                  </a:lnTo>
                  <a:cubicBezTo>
                    <a:pt x="1919980" y="2266683"/>
                    <a:pt x="1912299" y="2278708"/>
                    <a:pt x="1890928" y="2298749"/>
                  </a:cubicBezTo>
                  <a:cubicBezTo>
                    <a:pt x="1878572" y="2310439"/>
                    <a:pt x="1866551" y="2318122"/>
                    <a:pt x="1852191" y="2323466"/>
                  </a:cubicBezTo>
                  <a:cubicBezTo>
                    <a:pt x="1831488" y="2330814"/>
                    <a:pt x="1830486" y="2331816"/>
                    <a:pt x="1821470" y="2351189"/>
                  </a:cubicBezTo>
                  <a:cubicBezTo>
                    <a:pt x="1816127" y="2362546"/>
                    <a:pt x="1807778" y="2386595"/>
                    <a:pt x="1802769" y="2404966"/>
                  </a:cubicBezTo>
                  <a:cubicBezTo>
                    <a:pt x="1794755" y="2434359"/>
                    <a:pt x="1793753" y="2444713"/>
                    <a:pt x="1793753" y="2488469"/>
                  </a:cubicBezTo>
                  <a:cubicBezTo>
                    <a:pt x="1793419" y="2520535"/>
                    <a:pt x="1795089" y="2545252"/>
                    <a:pt x="1798094" y="2556942"/>
                  </a:cubicBezTo>
                  <a:cubicBezTo>
                    <a:pt x="1803771" y="2579989"/>
                    <a:pt x="1821136" y="2618401"/>
                    <a:pt x="1834827" y="2638442"/>
                  </a:cubicBezTo>
                  <a:lnTo>
                    <a:pt x="1845513" y="2653806"/>
                  </a:lnTo>
                  <a:lnTo>
                    <a:pt x="1892931" y="2653806"/>
                  </a:lnTo>
                  <a:cubicBezTo>
                    <a:pt x="1949700" y="2653806"/>
                    <a:pt x="2002461" y="2660153"/>
                    <a:pt x="2059230" y="2673847"/>
                  </a:cubicBezTo>
                  <a:cubicBezTo>
                    <a:pt x="2176107" y="2702239"/>
                    <a:pt x="2257252" y="2741318"/>
                    <a:pt x="2323705" y="2800773"/>
                  </a:cubicBezTo>
                  <a:cubicBezTo>
                    <a:pt x="2359102" y="2832838"/>
                    <a:pt x="2392161" y="2883609"/>
                    <a:pt x="2404851" y="2926028"/>
                  </a:cubicBezTo>
                  <a:cubicBezTo>
                    <a:pt x="2414201" y="2956424"/>
                    <a:pt x="2412865" y="3016212"/>
                    <a:pt x="2402847" y="3042934"/>
                  </a:cubicBezTo>
                  <a:cubicBezTo>
                    <a:pt x="2381809" y="3098380"/>
                    <a:pt x="2331719" y="3110738"/>
                    <a:pt x="2235881" y="3083349"/>
                  </a:cubicBezTo>
                  <a:cubicBezTo>
                    <a:pt x="2187460" y="3069655"/>
                    <a:pt x="2168760" y="3068653"/>
                    <a:pt x="2137036" y="3078339"/>
                  </a:cubicBezTo>
                  <a:cubicBezTo>
                    <a:pt x="2105647" y="3088025"/>
                    <a:pt x="2084943" y="3099048"/>
                    <a:pt x="2056225" y="3121093"/>
                  </a:cubicBezTo>
                  <a:cubicBezTo>
                    <a:pt x="2042533" y="3131447"/>
                    <a:pt x="2022831" y="3146478"/>
                    <a:pt x="2011811" y="3154828"/>
                  </a:cubicBezTo>
                  <a:lnTo>
                    <a:pt x="1992109" y="3170193"/>
                  </a:lnTo>
                  <a:lnTo>
                    <a:pt x="1991108" y="3216621"/>
                  </a:lnTo>
                  <a:cubicBezTo>
                    <a:pt x="1988436" y="3325176"/>
                    <a:pt x="1951370" y="3417364"/>
                    <a:pt x="1880910" y="3491181"/>
                  </a:cubicBezTo>
                  <a:lnTo>
                    <a:pt x="1854863" y="3518570"/>
                  </a:lnTo>
                  <a:lnTo>
                    <a:pt x="1862543" y="3523247"/>
                  </a:lnTo>
                  <a:cubicBezTo>
                    <a:pt x="1866885" y="3525919"/>
                    <a:pt x="1881578" y="3534603"/>
                    <a:pt x="1895269" y="3542619"/>
                  </a:cubicBezTo>
                  <a:cubicBezTo>
                    <a:pt x="1923987" y="3558986"/>
                    <a:pt x="1954375" y="3588045"/>
                    <a:pt x="1974411" y="3618441"/>
                  </a:cubicBezTo>
                  <a:cubicBezTo>
                    <a:pt x="2024835" y="3694596"/>
                    <a:pt x="2018824" y="3787786"/>
                    <a:pt x="1959718" y="3850247"/>
                  </a:cubicBezTo>
                  <a:cubicBezTo>
                    <a:pt x="1929664" y="3881644"/>
                    <a:pt x="1899610" y="3895673"/>
                    <a:pt x="1843509" y="3904691"/>
                  </a:cubicBezTo>
                  <a:cubicBezTo>
                    <a:pt x="1800766" y="3911706"/>
                    <a:pt x="1689232" y="3910704"/>
                    <a:pt x="1634467" y="3903021"/>
                  </a:cubicBezTo>
                  <a:close/>
                  <a:moveTo>
                    <a:pt x="1741994" y="3821522"/>
                  </a:moveTo>
                  <a:cubicBezTo>
                    <a:pt x="1800098" y="3809163"/>
                    <a:pt x="1832489" y="3773758"/>
                    <a:pt x="1833157" y="3722319"/>
                  </a:cubicBezTo>
                  <a:cubicBezTo>
                    <a:pt x="1833825" y="3672885"/>
                    <a:pt x="1786073" y="3609756"/>
                    <a:pt x="1724963" y="3580029"/>
                  </a:cubicBezTo>
                  <a:cubicBezTo>
                    <a:pt x="1706597" y="3571011"/>
                    <a:pt x="1682553" y="3562994"/>
                    <a:pt x="1656507" y="3556982"/>
                  </a:cubicBezTo>
                  <a:cubicBezTo>
                    <a:pt x="1508574" y="3523581"/>
                    <a:pt x="1408060" y="3480493"/>
                    <a:pt x="1275823" y="3394317"/>
                  </a:cubicBezTo>
                  <a:cubicBezTo>
                    <a:pt x="1215381" y="3354569"/>
                    <a:pt x="1206365" y="3348223"/>
                    <a:pt x="1169632" y="3319832"/>
                  </a:cubicBezTo>
                  <a:cubicBezTo>
                    <a:pt x="1152602" y="3307139"/>
                    <a:pt x="1112530" y="3276076"/>
                    <a:pt x="1080472" y="3251359"/>
                  </a:cubicBezTo>
                  <a:cubicBezTo>
                    <a:pt x="973947" y="3169525"/>
                    <a:pt x="925861" y="3136792"/>
                    <a:pt x="853398" y="3097378"/>
                  </a:cubicBezTo>
                  <a:cubicBezTo>
                    <a:pt x="809318" y="3073329"/>
                    <a:pt x="787947" y="3066983"/>
                    <a:pt x="753218" y="3066649"/>
                  </a:cubicBezTo>
                  <a:cubicBezTo>
                    <a:pt x="726503" y="3066315"/>
                    <a:pt x="718822" y="3067651"/>
                    <a:pt x="703795" y="3074331"/>
                  </a:cubicBezTo>
                  <a:cubicBezTo>
                    <a:pt x="671070" y="3089028"/>
                    <a:pt x="653038" y="3120759"/>
                    <a:pt x="651368" y="3166519"/>
                  </a:cubicBezTo>
                  <a:cubicBezTo>
                    <a:pt x="649364" y="3214617"/>
                    <a:pt x="666061" y="3263717"/>
                    <a:pt x="703128" y="3319164"/>
                  </a:cubicBezTo>
                  <a:cubicBezTo>
                    <a:pt x="779264" y="3433397"/>
                    <a:pt x="900482" y="3524917"/>
                    <a:pt x="1077467" y="3600738"/>
                  </a:cubicBezTo>
                  <a:cubicBezTo>
                    <a:pt x="1111194" y="3615101"/>
                    <a:pt x="1185661" y="3650506"/>
                    <a:pt x="1242430" y="3679231"/>
                  </a:cubicBezTo>
                  <a:cubicBezTo>
                    <a:pt x="1358304" y="3738018"/>
                    <a:pt x="1403051" y="3758059"/>
                    <a:pt x="1466165" y="3781106"/>
                  </a:cubicBezTo>
                  <a:cubicBezTo>
                    <a:pt x="1569684" y="3818850"/>
                    <a:pt x="1679214" y="3834548"/>
                    <a:pt x="1741994" y="3821522"/>
                  </a:cubicBezTo>
                  <a:close/>
                  <a:moveTo>
                    <a:pt x="1791750" y="3478489"/>
                  </a:moveTo>
                  <a:cubicBezTo>
                    <a:pt x="1834493" y="3447091"/>
                    <a:pt x="1870558" y="3404003"/>
                    <a:pt x="1890594" y="3360247"/>
                  </a:cubicBezTo>
                  <a:cubicBezTo>
                    <a:pt x="1909628" y="3319164"/>
                    <a:pt x="1923987" y="3245012"/>
                    <a:pt x="1921316" y="3200254"/>
                  </a:cubicBezTo>
                  <a:lnTo>
                    <a:pt x="1920314" y="3180548"/>
                  </a:lnTo>
                  <a:lnTo>
                    <a:pt x="1906956" y="3176539"/>
                  </a:lnTo>
                  <a:cubicBezTo>
                    <a:pt x="1873563" y="3166853"/>
                    <a:pt x="1842173" y="3139130"/>
                    <a:pt x="1824475" y="3104392"/>
                  </a:cubicBezTo>
                  <a:cubicBezTo>
                    <a:pt x="1819466" y="3094372"/>
                    <a:pt x="1806443" y="3066649"/>
                    <a:pt x="1795423" y="3042265"/>
                  </a:cubicBezTo>
                  <a:cubicBezTo>
                    <a:pt x="1770378" y="2985817"/>
                    <a:pt x="1750008" y="2955756"/>
                    <a:pt x="1721290" y="2930705"/>
                  </a:cubicBezTo>
                  <a:cubicBezTo>
                    <a:pt x="1690234" y="2903983"/>
                    <a:pt x="1680550" y="2898639"/>
                    <a:pt x="1630126" y="2877262"/>
                  </a:cubicBezTo>
                  <a:cubicBezTo>
                    <a:pt x="1582707" y="2857555"/>
                    <a:pt x="1556995" y="2838517"/>
                    <a:pt x="1544305" y="2813465"/>
                  </a:cubicBezTo>
                  <a:cubicBezTo>
                    <a:pt x="1523267" y="2772048"/>
                    <a:pt x="1569016" y="2720275"/>
                    <a:pt x="1651832" y="2691884"/>
                  </a:cubicBezTo>
                  <a:cubicBezTo>
                    <a:pt x="1678546" y="2682866"/>
                    <a:pt x="1743663" y="2667167"/>
                    <a:pt x="1754683" y="2667167"/>
                  </a:cubicBezTo>
                  <a:cubicBezTo>
                    <a:pt x="1765703" y="2667167"/>
                    <a:pt x="1765703" y="2661823"/>
                    <a:pt x="1755351" y="2644788"/>
                  </a:cubicBezTo>
                  <a:cubicBezTo>
                    <a:pt x="1743663" y="2625749"/>
                    <a:pt x="1733979" y="2600364"/>
                    <a:pt x="1726633" y="2570303"/>
                  </a:cubicBezTo>
                  <a:cubicBezTo>
                    <a:pt x="1719286" y="2538905"/>
                    <a:pt x="1716281" y="2472771"/>
                    <a:pt x="1721290" y="2441039"/>
                  </a:cubicBezTo>
                  <a:cubicBezTo>
                    <a:pt x="1726299" y="2409308"/>
                    <a:pt x="1739656" y="2358872"/>
                    <a:pt x="1748338" y="2338497"/>
                  </a:cubicBezTo>
                  <a:lnTo>
                    <a:pt x="1754683" y="2323800"/>
                  </a:lnTo>
                  <a:lnTo>
                    <a:pt x="1736651" y="2314782"/>
                  </a:lnTo>
                  <a:cubicBezTo>
                    <a:pt x="1726633" y="2310105"/>
                    <a:pt x="1712607" y="2299417"/>
                    <a:pt x="1705595" y="2291067"/>
                  </a:cubicBezTo>
                  <a:cubicBezTo>
                    <a:pt x="1698248" y="2283050"/>
                    <a:pt x="1691236" y="2276370"/>
                    <a:pt x="1689900" y="2276370"/>
                  </a:cubicBezTo>
                  <a:cubicBezTo>
                    <a:pt x="1687896" y="2276370"/>
                    <a:pt x="1670198" y="2288728"/>
                    <a:pt x="1604413" y="2335490"/>
                  </a:cubicBezTo>
                  <a:cubicBezTo>
                    <a:pt x="1517257" y="2397951"/>
                    <a:pt x="1383015" y="2471768"/>
                    <a:pt x="1267475" y="2520869"/>
                  </a:cubicBezTo>
                  <a:cubicBezTo>
                    <a:pt x="1204361" y="2547924"/>
                    <a:pt x="1146257" y="2573309"/>
                    <a:pt x="1144587" y="2574979"/>
                  </a:cubicBezTo>
                  <a:cubicBezTo>
                    <a:pt x="1143919" y="2575647"/>
                    <a:pt x="1146591" y="2581993"/>
                    <a:pt x="1150264" y="2589008"/>
                  </a:cubicBezTo>
                  <a:cubicBezTo>
                    <a:pt x="1159280" y="2605708"/>
                    <a:pt x="1158946" y="2618735"/>
                    <a:pt x="1149930" y="2637106"/>
                  </a:cubicBezTo>
                  <a:cubicBezTo>
                    <a:pt x="1143251" y="2649798"/>
                    <a:pt x="1138576" y="2654140"/>
                    <a:pt x="1117205" y="2665163"/>
                  </a:cubicBezTo>
                  <a:cubicBezTo>
                    <a:pt x="1103513" y="2672177"/>
                    <a:pt x="1077801" y="2689546"/>
                    <a:pt x="1060436" y="2703575"/>
                  </a:cubicBezTo>
                  <a:cubicBezTo>
                    <a:pt x="1009344" y="2744992"/>
                    <a:pt x="980960" y="2793091"/>
                    <a:pt x="977955" y="2844195"/>
                  </a:cubicBezTo>
                  <a:cubicBezTo>
                    <a:pt x="975951" y="2879934"/>
                    <a:pt x="974615" y="2883609"/>
                    <a:pt x="962594" y="2890957"/>
                  </a:cubicBezTo>
                  <a:cubicBezTo>
                    <a:pt x="949570" y="2898973"/>
                    <a:pt x="936547" y="2899307"/>
                    <a:pt x="922856" y="2892293"/>
                  </a:cubicBezTo>
                  <a:cubicBezTo>
                    <a:pt x="912504" y="2886949"/>
                    <a:pt x="912504" y="2886949"/>
                    <a:pt x="914507" y="2894965"/>
                  </a:cubicBezTo>
                  <a:cubicBezTo>
                    <a:pt x="915843" y="2898973"/>
                    <a:pt x="919850" y="2919014"/>
                    <a:pt x="923857" y="2938721"/>
                  </a:cubicBezTo>
                  <a:cubicBezTo>
                    <a:pt x="930202" y="2969116"/>
                    <a:pt x="930870" y="2978803"/>
                    <a:pt x="928199" y="2999846"/>
                  </a:cubicBezTo>
                  <a:lnTo>
                    <a:pt x="924859" y="3024897"/>
                  </a:lnTo>
                  <a:lnTo>
                    <a:pt x="951908" y="3040261"/>
                  </a:lnTo>
                  <a:cubicBezTo>
                    <a:pt x="1014019" y="3075667"/>
                    <a:pt x="1048748" y="3102054"/>
                    <a:pt x="1162286" y="3197916"/>
                  </a:cubicBezTo>
                  <a:cubicBezTo>
                    <a:pt x="1282836" y="3300125"/>
                    <a:pt x="1360976" y="3353567"/>
                    <a:pt x="1470840" y="3408680"/>
                  </a:cubicBezTo>
                  <a:cubicBezTo>
                    <a:pt x="1538294" y="3442415"/>
                    <a:pt x="1624783" y="3474480"/>
                    <a:pt x="1684891" y="3488509"/>
                  </a:cubicBezTo>
                  <a:cubicBezTo>
                    <a:pt x="1702255" y="3492517"/>
                    <a:pt x="1724295" y="3497861"/>
                    <a:pt x="1733311" y="3500200"/>
                  </a:cubicBezTo>
                  <a:cubicBezTo>
                    <a:pt x="1753013" y="3505210"/>
                    <a:pt x="1758690" y="3503206"/>
                    <a:pt x="1791750" y="3478489"/>
                  </a:cubicBezTo>
                  <a:close/>
                  <a:moveTo>
                    <a:pt x="1960386" y="3098046"/>
                  </a:moveTo>
                  <a:cubicBezTo>
                    <a:pt x="1965061" y="3096376"/>
                    <a:pt x="1979420" y="3086355"/>
                    <a:pt x="1992109" y="3076335"/>
                  </a:cubicBezTo>
                  <a:cubicBezTo>
                    <a:pt x="2039862" y="3037589"/>
                    <a:pt x="2089284" y="3013874"/>
                    <a:pt x="2140376" y="3004856"/>
                  </a:cubicBezTo>
                  <a:cubicBezTo>
                    <a:pt x="2173101" y="2998844"/>
                    <a:pt x="2210168" y="3000514"/>
                    <a:pt x="2256251" y="3009866"/>
                  </a:cubicBezTo>
                  <a:cubicBezTo>
                    <a:pt x="2279960" y="3014542"/>
                    <a:pt x="2303335" y="3017548"/>
                    <a:pt x="2308010" y="3016546"/>
                  </a:cubicBezTo>
                  <a:cubicBezTo>
                    <a:pt x="2317360" y="3014208"/>
                    <a:pt x="2322703" y="3002852"/>
                    <a:pt x="2322703" y="2986819"/>
                  </a:cubicBezTo>
                  <a:cubicBezTo>
                    <a:pt x="2322369" y="2973124"/>
                    <a:pt x="2307008" y="2937051"/>
                    <a:pt x="2292315" y="2915674"/>
                  </a:cubicBezTo>
                  <a:cubicBezTo>
                    <a:pt x="2277622" y="2894297"/>
                    <a:pt x="2235881" y="2852211"/>
                    <a:pt x="2211504" y="2834508"/>
                  </a:cubicBezTo>
                  <a:cubicBezTo>
                    <a:pt x="2161748" y="2798101"/>
                    <a:pt x="2062235" y="2759355"/>
                    <a:pt x="1975413" y="2742320"/>
                  </a:cubicBezTo>
                  <a:cubicBezTo>
                    <a:pt x="1937344" y="2734638"/>
                    <a:pt x="1811452" y="2731632"/>
                    <a:pt x="1775721" y="2737310"/>
                  </a:cubicBezTo>
                  <a:cubicBezTo>
                    <a:pt x="1726633" y="2744992"/>
                    <a:pt x="1676543" y="2760691"/>
                    <a:pt x="1640478" y="2780064"/>
                  </a:cubicBezTo>
                  <a:cubicBezTo>
                    <a:pt x="1620776" y="2790752"/>
                    <a:pt x="1619440" y="2789416"/>
                    <a:pt x="1679214" y="2819144"/>
                  </a:cubicBezTo>
                  <a:cubicBezTo>
                    <a:pt x="1789412" y="2874256"/>
                    <a:pt x="1822805" y="2910998"/>
                    <a:pt x="1882245" y="3043602"/>
                  </a:cubicBezTo>
                  <a:cubicBezTo>
                    <a:pt x="1891262" y="3063976"/>
                    <a:pt x="1910964" y="3084685"/>
                    <a:pt x="1930332" y="3093370"/>
                  </a:cubicBezTo>
                  <a:cubicBezTo>
                    <a:pt x="1949700" y="3102388"/>
                    <a:pt x="1949032" y="3102388"/>
                    <a:pt x="1960386" y="3098046"/>
                  </a:cubicBezTo>
                  <a:close/>
                  <a:moveTo>
                    <a:pt x="1112196" y="2502498"/>
                  </a:moveTo>
                  <a:cubicBezTo>
                    <a:pt x="1130562" y="2494147"/>
                    <a:pt x="1181654" y="2472102"/>
                    <a:pt x="1225733" y="2453398"/>
                  </a:cubicBezTo>
                  <a:cubicBezTo>
                    <a:pt x="1380678" y="2387597"/>
                    <a:pt x="1477852" y="2336493"/>
                    <a:pt x="1574693" y="2270358"/>
                  </a:cubicBezTo>
                  <a:cubicBezTo>
                    <a:pt x="1603077" y="2250985"/>
                    <a:pt x="1633131" y="2230276"/>
                    <a:pt x="1641480" y="2224932"/>
                  </a:cubicBezTo>
                  <a:lnTo>
                    <a:pt x="1656507" y="2214577"/>
                  </a:lnTo>
                  <a:lnTo>
                    <a:pt x="1626453" y="2212239"/>
                  </a:lnTo>
                  <a:cubicBezTo>
                    <a:pt x="1561336" y="2207563"/>
                    <a:pt x="1466165" y="2209233"/>
                    <a:pt x="1415073" y="2216247"/>
                  </a:cubicBezTo>
                  <a:cubicBezTo>
                    <a:pt x="1320570" y="2229608"/>
                    <a:pt x="1212376" y="2258333"/>
                    <a:pt x="1148928" y="2287058"/>
                  </a:cubicBezTo>
                  <a:cubicBezTo>
                    <a:pt x="1091158" y="2313112"/>
                    <a:pt x="1085815" y="2316118"/>
                    <a:pt x="1059434" y="2336827"/>
                  </a:cubicBezTo>
                  <a:cubicBezTo>
                    <a:pt x="1025707" y="2363214"/>
                    <a:pt x="1015355" y="2382921"/>
                    <a:pt x="1015355" y="2421666"/>
                  </a:cubicBezTo>
                  <a:cubicBezTo>
                    <a:pt x="1015355" y="2445381"/>
                    <a:pt x="1016691" y="2451060"/>
                    <a:pt x="1026375" y="2471100"/>
                  </a:cubicBezTo>
                  <a:cubicBezTo>
                    <a:pt x="1034389" y="2487467"/>
                    <a:pt x="1042404" y="2497488"/>
                    <a:pt x="1054425" y="2507174"/>
                  </a:cubicBezTo>
                  <a:cubicBezTo>
                    <a:pt x="1063775" y="2514522"/>
                    <a:pt x="1073126" y="2519867"/>
                    <a:pt x="1075129" y="2519199"/>
                  </a:cubicBezTo>
                  <a:cubicBezTo>
                    <a:pt x="1077133" y="2518197"/>
                    <a:pt x="1093829" y="2510848"/>
                    <a:pt x="1112196" y="2502498"/>
                  </a:cubicBezTo>
                  <a:close/>
                  <a:moveTo>
                    <a:pt x="1831822" y="2251319"/>
                  </a:moveTo>
                  <a:cubicBezTo>
                    <a:pt x="1850856" y="2241298"/>
                    <a:pt x="1865215" y="2217583"/>
                    <a:pt x="1865215" y="2195538"/>
                  </a:cubicBezTo>
                  <a:cubicBezTo>
                    <a:pt x="1865215" y="2178170"/>
                    <a:pt x="1857868" y="2156459"/>
                    <a:pt x="1849186" y="2147440"/>
                  </a:cubicBezTo>
                  <a:cubicBezTo>
                    <a:pt x="1824809" y="2123391"/>
                    <a:pt x="1785405" y="2123391"/>
                    <a:pt x="1759024" y="2147440"/>
                  </a:cubicBezTo>
                  <a:cubicBezTo>
                    <a:pt x="1746669" y="2158463"/>
                    <a:pt x="1741660" y="2170821"/>
                    <a:pt x="1741660" y="2190528"/>
                  </a:cubicBezTo>
                  <a:cubicBezTo>
                    <a:pt x="1741660" y="2205225"/>
                    <a:pt x="1743329" y="2210903"/>
                    <a:pt x="1751344" y="2221591"/>
                  </a:cubicBezTo>
                  <a:cubicBezTo>
                    <a:pt x="1776723" y="2256329"/>
                    <a:pt x="1803103" y="2266015"/>
                    <a:pt x="1831822" y="2251319"/>
                  </a:cubicBezTo>
                  <a:close/>
                  <a:moveTo>
                    <a:pt x="1992443" y="2138088"/>
                  </a:moveTo>
                  <a:cubicBezTo>
                    <a:pt x="2030512" y="2128401"/>
                    <a:pt x="2072921" y="2108361"/>
                    <a:pt x="2103977" y="2084979"/>
                  </a:cubicBezTo>
                  <a:cubicBezTo>
                    <a:pt x="2137036" y="2060262"/>
                    <a:pt x="2186792" y="2011830"/>
                    <a:pt x="2211170" y="1980433"/>
                  </a:cubicBezTo>
                  <a:cubicBezTo>
                    <a:pt x="2222857" y="1965402"/>
                    <a:pt x="2234545" y="1951374"/>
                    <a:pt x="2237550" y="1949035"/>
                  </a:cubicBezTo>
                  <a:cubicBezTo>
                    <a:pt x="2250574" y="1938013"/>
                    <a:pt x="2235881" y="1930665"/>
                    <a:pt x="2184455" y="1921980"/>
                  </a:cubicBezTo>
                  <a:cubicBezTo>
                    <a:pt x="2138706" y="1914298"/>
                    <a:pt x="2070918" y="1930331"/>
                    <a:pt x="2025503" y="1959390"/>
                  </a:cubicBezTo>
                  <a:cubicBezTo>
                    <a:pt x="1989104" y="1982771"/>
                    <a:pt x="1967064" y="2007154"/>
                    <a:pt x="1938346" y="2054584"/>
                  </a:cubicBezTo>
                  <a:lnTo>
                    <a:pt x="1911632" y="2099342"/>
                  </a:lnTo>
                  <a:lnTo>
                    <a:pt x="1919980" y="2110365"/>
                  </a:lnTo>
                  <a:cubicBezTo>
                    <a:pt x="1924321" y="2116043"/>
                    <a:pt x="1928996" y="2124393"/>
                    <a:pt x="1929998" y="2128401"/>
                  </a:cubicBezTo>
                  <a:cubicBezTo>
                    <a:pt x="1936009" y="2148442"/>
                    <a:pt x="1946361" y="2149778"/>
                    <a:pt x="1992443" y="2138088"/>
                  </a:cubicBezTo>
                  <a:close/>
                  <a:moveTo>
                    <a:pt x="1827814" y="2051912"/>
                  </a:moveTo>
                  <a:cubicBezTo>
                    <a:pt x="1842841" y="2055586"/>
                    <a:pt x="1843843" y="2055252"/>
                    <a:pt x="1850856" y="2046568"/>
                  </a:cubicBezTo>
                  <a:cubicBezTo>
                    <a:pt x="1873563" y="2019513"/>
                    <a:pt x="1889926" y="1973753"/>
                    <a:pt x="1898608" y="1914966"/>
                  </a:cubicBezTo>
                  <a:cubicBezTo>
                    <a:pt x="1908292" y="1848497"/>
                    <a:pt x="1885919" y="1752635"/>
                    <a:pt x="1847850" y="1698190"/>
                  </a:cubicBezTo>
                  <a:cubicBezTo>
                    <a:pt x="1831488" y="1674809"/>
                    <a:pt x="1827814" y="1675143"/>
                    <a:pt x="1800098" y="1703535"/>
                  </a:cubicBezTo>
                  <a:cubicBezTo>
                    <a:pt x="1746335" y="1758313"/>
                    <a:pt x="1719954" y="1863862"/>
                    <a:pt x="1737986" y="1952710"/>
                  </a:cubicBezTo>
                  <a:cubicBezTo>
                    <a:pt x="1745333" y="1989451"/>
                    <a:pt x="1753013" y="2012164"/>
                    <a:pt x="1766705" y="2038885"/>
                  </a:cubicBezTo>
                  <a:lnTo>
                    <a:pt x="1774719" y="2054918"/>
                  </a:lnTo>
                  <a:lnTo>
                    <a:pt x="1793085" y="2051578"/>
                  </a:lnTo>
                  <a:cubicBezTo>
                    <a:pt x="1806443" y="2049240"/>
                    <a:pt x="1816461" y="2049240"/>
                    <a:pt x="1827814" y="2051912"/>
                  </a:cubicBezTo>
                  <a:close/>
                  <a:moveTo>
                    <a:pt x="1382348" y="1960058"/>
                  </a:moveTo>
                  <a:cubicBezTo>
                    <a:pt x="1383015" y="1956718"/>
                    <a:pt x="1384685" y="1948701"/>
                    <a:pt x="1386021" y="1942355"/>
                  </a:cubicBezTo>
                  <a:cubicBezTo>
                    <a:pt x="1387357" y="1936009"/>
                    <a:pt x="1396373" y="1893923"/>
                    <a:pt x="1406057" y="1848831"/>
                  </a:cubicBezTo>
                  <a:cubicBezTo>
                    <a:pt x="1430768" y="1736268"/>
                    <a:pt x="1457483" y="1602328"/>
                    <a:pt x="1479522" y="1481415"/>
                  </a:cubicBezTo>
                  <a:cubicBezTo>
                    <a:pt x="1513249" y="1298375"/>
                    <a:pt x="1527942" y="1215873"/>
                    <a:pt x="1527942" y="1212199"/>
                  </a:cubicBezTo>
                  <a:cubicBezTo>
                    <a:pt x="1527942" y="1207189"/>
                    <a:pt x="1467834" y="1191156"/>
                    <a:pt x="1367655" y="1169111"/>
                  </a:cubicBezTo>
                  <a:cubicBezTo>
                    <a:pt x="1252114" y="1143392"/>
                    <a:pt x="1254117" y="1143726"/>
                    <a:pt x="1237755" y="1158423"/>
                  </a:cubicBezTo>
                  <a:cubicBezTo>
                    <a:pt x="1230408" y="1164769"/>
                    <a:pt x="1220724" y="1172785"/>
                    <a:pt x="1215715" y="1176126"/>
                  </a:cubicBezTo>
                  <a:cubicBezTo>
                    <a:pt x="1205029" y="1183140"/>
                    <a:pt x="1206699" y="1184810"/>
                    <a:pt x="1234749" y="1193828"/>
                  </a:cubicBezTo>
                  <a:cubicBezTo>
                    <a:pt x="1295525" y="1212867"/>
                    <a:pt x="1339270" y="1254619"/>
                    <a:pt x="1346283" y="1299711"/>
                  </a:cubicBezTo>
                  <a:cubicBezTo>
                    <a:pt x="1349288" y="1319418"/>
                    <a:pt x="1339270" y="1355491"/>
                    <a:pt x="1323241" y="1382881"/>
                  </a:cubicBezTo>
                  <a:cubicBezTo>
                    <a:pt x="1303205" y="1416950"/>
                    <a:pt x="1272484" y="1445007"/>
                    <a:pt x="1167295" y="1524503"/>
                  </a:cubicBezTo>
                  <a:cubicBezTo>
                    <a:pt x="1101176" y="1574605"/>
                    <a:pt x="1042404" y="1623705"/>
                    <a:pt x="1035057" y="1635062"/>
                  </a:cubicBezTo>
                  <a:cubicBezTo>
                    <a:pt x="1030382" y="1641742"/>
                    <a:pt x="1022368" y="1658777"/>
                    <a:pt x="1017025" y="1673139"/>
                  </a:cubicBezTo>
                  <a:cubicBezTo>
                    <a:pt x="1005337" y="1703201"/>
                    <a:pt x="974615" y="1820774"/>
                    <a:pt x="971610" y="1846493"/>
                  </a:cubicBezTo>
                  <a:lnTo>
                    <a:pt x="969606" y="1864196"/>
                  </a:lnTo>
                  <a:lnTo>
                    <a:pt x="998992" y="1872880"/>
                  </a:lnTo>
                  <a:cubicBezTo>
                    <a:pt x="1068117" y="1893589"/>
                    <a:pt x="1230742" y="1934005"/>
                    <a:pt x="1292520" y="1945695"/>
                  </a:cubicBezTo>
                  <a:cubicBezTo>
                    <a:pt x="1314559" y="1950038"/>
                    <a:pt x="1342276" y="1956050"/>
                    <a:pt x="1354297" y="1959056"/>
                  </a:cubicBezTo>
                  <a:cubicBezTo>
                    <a:pt x="1366319" y="1962396"/>
                    <a:pt x="1377005" y="1965068"/>
                    <a:pt x="1378340" y="1965402"/>
                  </a:cubicBezTo>
                  <a:cubicBezTo>
                    <a:pt x="1379676" y="1965402"/>
                    <a:pt x="1381346" y="1963064"/>
                    <a:pt x="1382348" y="1960058"/>
                  </a:cubicBezTo>
                  <a:close/>
                  <a:moveTo>
                    <a:pt x="1924655" y="733556"/>
                  </a:moveTo>
                  <a:cubicBezTo>
                    <a:pt x="1968400" y="678778"/>
                    <a:pt x="2027172" y="576235"/>
                    <a:pt x="2049212" y="515445"/>
                  </a:cubicBezTo>
                  <a:cubicBezTo>
                    <a:pt x="2061568" y="482377"/>
                    <a:pt x="2065241" y="477367"/>
                    <a:pt x="2082271" y="474695"/>
                  </a:cubicBezTo>
                  <a:cubicBezTo>
                    <a:pt x="2100638" y="471689"/>
                    <a:pt x="2109654" y="477033"/>
                    <a:pt x="2130358" y="502752"/>
                  </a:cubicBezTo>
                  <a:cubicBezTo>
                    <a:pt x="2201486" y="590598"/>
                    <a:pt x="2317026" y="691136"/>
                    <a:pt x="2392161" y="729882"/>
                  </a:cubicBezTo>
                  <a:cubicBezTo>
                    <a:pt x="2414535" y="741907"/>
                    <a:pt x="2421214" y="740236"/>
                    <a:pt x="2418208" y="723536"/>
                  </a:cubicBezTo>
                  <a:cubicBezTo>
                    <a:pt x="2412197" y="690468"/>
                    <a:pt x="2412197" y="680114"/>
                    <a:pt x="2417874" y="661075"/>
                  </a:cubicBezTo>
                  <a:cubicBezTo>
                    <a:pt x="2425555" y="633686"/>
                    <a:pt x="2434237" y="620993"/>
                    <a:pt x="2452269" y="610639"/>
                  </a:cubicBezTo>
                  <a:cubicBezTo>
                    <a:pt x="2469300" y="600618"/>
                    <a:pt x="2485663" y="599282"/>
                    <a:pt x="2533081" y="604292"/>
                  </a:cubicBezTo>
                  <a:cubicBezTo>
                    <a:pt x="2556123" y="606965"/>
                    <a:pt x="2558794" y="606631"/>
                    <a:pt x="2564471" y="599950"/>
                  </a:cubicBezTo>
                  <a:cubicBezTo>
                    <a:pt x="2574155" y="589262"/>
                    <a:pt x="2570148" y="569889"/>
                    <a:pt x="2552783" y="546842"/>
                  </a:cubicBezTo>
                  <a:cubicBezTo>
                    <a:pt x="2528740" y="514777"/>
                    <a:pt x="2473641" y="460666"/>
                    <a:pt x="2427892" y="423591"/>
                  </a:cubicBezTo>
                  <a:cubicBezTo>
                    <a:pt x="2298326" y="318376"/>
                    <a:pt x="2099970" y="214831"/>
                    <a:pt x="2018824" y="209821"/>
                  </a:cubicBezTo>
                  <a:cubicBezTo>
                    <a:pt x="1997786" y="208485"/>
                    <a:pt x="1992777" y="209153"/>
                    <a:pt x="1988770" y="213829"/>
                  </a:cubicBezTo>
                  <a:cubicBezTo>
                    <a:pt x="1985097" y="218172"/>
                    <a:pt x="1984095" y="234204"/>
                    <a:pt x="1983761" y="284974"/>
                  </a:cubicBezTo>
                  <a:cubicBezTo>
                    <a:pt x="1983093" y="357456"/>
                    <a:pt x="1978084" y="390189"/>
                    <a:pt x="1958716" y="449644"/>
                  </a:cubicBezTo>
                  <a:cubicBezTo>
                    <a:pt x="1947028" y="485049"/>
                    <a:pt x="1908960" y="564545"/>
                    <a:pt x="1888590" y="596276"/>
                  </a:cubicBezTo>
                  <a:cubicBezTo>
                    <a:pt x="1863545" y="635022"/>
                    <a:pt x="1830820" y="676774"/>
                    <a:pt x="1795757" y="714183"/>
                  </a:cubicBezTo>
                  <a:cubicBezTo>
                    <a:pt x="1785405" y="725206"/>
                    <a:pt x="1778726" y="734892"/>
                    <a:pt x="1780396" y="736562"/>
                  </a:cubicBezTo>
                  <a:cubicBezTo>
                    <a:pt x="1782066" y="737898"/>
                    <a:pt x="1803771" y="751593"/>
                    <a:pt x="1828482" y="766290"/>
                  </a:cubicBezTo>
                  <a:lnTo>
                    <a:pt x="1873563" y="793345"/>
                  </a:lnTo>
                  <a:lnTo>
                    <a:pt x="1890260" y="774306"/>
                  </a:lnTo>
                  <a:cubicBezTo>
                    <a:pt x="1899610" y="763951"/>
                    <a:pt x="1914971" y="745581"/>
                    <a:pt x="1924655" y="733556"/>
                  </a:cubicBezTo>
                  <a:close/>
                  <a:moveTo>
                    <a:pt x="781602" y="638028"/>
                  </a:moveTo>
                  <a:cubicBezTo>
                    <a:pt x="798299" y="633018"/>
                    <a:pt x="812992" y="628342"/>
                    <a:pt x="814327" y="627339"/>
                  </a:cubicBezTo>
                  <a:cubicBezTo>
                    <a:pt x="817333" y="625669"/>
                    <a:pt x="802974" y="599616"/>
                    <a:pt x="790618" y="584586"/>
                  </a:cubicBezTo>
                  <a:cubicBezTo>
                    <a:pt x="756557" y="542500"/>
                    <a:pt x="712812" y="504756"/>
                    <a:pt x="652370" y="465008"/>
                  </a:cubicBezTo>
                  <a:cubicBezTo>
                    <a:pt x="607289" y="435281"/>
                    <a:pt x="599608" y="426931"/>
                    <a:pt x="599608" y="408560"/>
                  </a:cubicBezTo>
                  <a:cubicBezTo>
                    <a:pt x="599608" y="382841"/>
                    <a:pt x="610294" y="377162"/>
                    <a:pt x="708137" y="351109"/>
                  </a:cubicBezTo>
                  <a:cubicBezTo>
                    <a:pt x="766575" y="335411"/>
                    <a:pt x="803975" y="322050"/>
                    <a:pt x="846719" y="301675"/>
                  </a:cubicBezTo>
                  <a:lnTo>
                    <a:pt x="888460" y="281968"/>
                  </a:lnTo>
                  <a:lnTo>
                    <a:pt x="865085" y="269276"/>
                  </a:lnTo>
                  <a:cubicBezTo>
                    <a:pt x="839706" y="254913"/>
                    <a:pt x="829354" y="243557"/>
                    <a:pt x="823677" y="223516"/>
                  </a:cubicBezTo>
                  <a:cubicBezTo>
                    <a:pt x="818335" y="204143"/>
                    <a:pt x="824011" y="189446"/>
                    <a:pt x="850058" y="154375"/>
                  </a:cubicBezTo>
                  <a:lnTo>
                    <a:pt x="873433" y="123645"/>
                  </a:lnTo>
                  <a:lnTo>
                    <a:pt x="861746" y="122643"/>
                  </a:lnTo>
                  <a:cubicBezTo>
                    <a:pt x="855401" y="121975"/>
                    <a:pt x="835699" y="125649"/>
                    <a:pt x="818335" y="130326"/>
                  </a:cubicBezTo>
                  <a:cubicBezTo>
                    <a:pt x="757225" y="147026"/>
                    <a:pt x="724165" y="145022"/>
                    <a:pt x="694111" y="122977"/>
                  </a:cubicBezTo>
                  <a:cubicBezTo>
                    <a:pt x="685429" y="116631"/>
                    <a:pt x="674743" y="110285"/>
                    <a:pt x="670736" y="108615"/>
                  </a:cubicBezTo>
                  <a:cubicBezTo>
                    <a:pt x="652704" y="101266"/>
                    <a:pt x="583580" y="135002"/>
                    <a:pt x="535159" y="174416"/>
                  </a:cubicBezTo>
                  <a:cubicBezTo>
                    <a:pt x="475051" y="223516"/>
                    <a:pt x="421956" y="306351"/>
                    <a:pt x="390900" y="399541"/>
                  </a:cubicBezTo>
                  <a:cubicBezTo>
                    <a:pt x="378545" y="436951"/>
                    <a:pt x="376875" y="450646"/>
                    <a:pt x="382886" y="463672"/>
                  </a:cubicBezTo>
                  <a:cubicBezTo>
                    <a:pt x="387561" y="474027"/>
                    <a:pt x="394573" y="477367"/>
                    <a:pt x="436983" y="488055"/>
                  </a:cubicBezTo>
                  <a:cubicBezTo>
                    <a:pt x="481730" y="499078"/>
                    <a:pt x="492082" y="502752"/>
                    <a:pt x="527813" y="519787"/>
                  </a:cubicBezTo>
                  <a:cubicBezTo>
                    <a:pt x="580908" y="544504"/>
                    <a:pt x="620312" y="573229"/>
                    <a:pt x="668065" y="621327"/>
                  </a:cubicBezTo>
                  <a:lnTo>
                    <a:pt x="711476" y="665083"/>
                  </a:lnTo>
                  <a:lnTo>
                    <a:pt x="731512" y="656065"/>
                  </a:lnTo>
                  <a:cubicBezTo>
                    <a:pt x="742532" y="651055"/>
                    <a:pt x="765239" y="643038"/>
                    <a:pt x="781602" y="638028"/>
                  </a:cubicBezTo>
                  <a:close/>
                </a:path>
              </a:pathLst>
            </a:custGeom>
            <a:grpFill/>
            <a:ln w="334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611E340F-74E3-0505-4277-0BC5B4B638B6}"/>
                </a:ext>
              </a:extLst>
            </p:cNvPr>
            <p:cNvSpPr/>
            <p:nvPr/>
          </p:nvSpPr>
          <p:spPr>
            <a:xfrm flipV="1">
              <a:off x="1888938" y="1471690"/>
              <a:ext cx="163567" cy="262787"/>
            </a:xfrm>
            <a:custGeom>
              <a:avLst/>
              <a:gdLst>
                <a:gd name="csX0" fmla="*/ 58590 w 163567"/>
                <a:gd name="csY0" fmla="*/ 249937 h 262787"/>
                <a:gd name="csX1" fmla="*/ -3855 w 163567"/>
                <a:gd name="csY1" fmla="*/ 147729 h 262787"/>
                <a:gd name="csX2" fmla="*/ 19854 w 163567"/>
                <a:gd name="csY2" fmla="*/ 23475 h 262787"/>
                <a:gd name="csX3" fmla="*/ 119700 w 163567"/>
                <a:gd name="csY3" fmla="*/ 4770 h 262787"/>
                <a:gd name="csX4" fmla="*/ 149086 w 163567"/>
                <a:gd name="csY4" fmla="*/ 176788 h 262787"/>
                <a:gd name="csX5" fmla="*/ 58590 w 163567"/>
                <a:gd name="csY5" fmla="*/ 249937 h 2627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63567" h="262787">
                  <a:moveTo>
                    <a:pt x="58590" y="249937"/>
                  </a:moveTo>
                  <a:cubicBezTo>
                    <a:pt x="23194" y="238580"/>
                    <a:pt x="2490" y="204511"/>
                    <a:pt x="-3855" y="147729"/>
                  </a:cubicBezTo>
                  <a:cubicBezTo>
                    <a:pt x="-9198" y="102303"/>
                    <a:pt x="486" y="52200"/>
                    <a:pt x="19854" y="23475"/>
                  </a:cubicBezTo>
                  <a:cubicBezTo>
                    <a:pt x="44899" y="-12933"/>
                    <a:pt x="90648" y="-21617"/>
                    <a:pt x="119700" y="4770"/>
                  </a:cubicBezTo>
                  <a:cubicBezTo>
                    <a:pt x="156433" y="37838"/>
                    <a:pt x="168454" y="109317"/>
                    <a:pt x="149086" y="176788"/>
                  </a:cubicBezTo>
                  <a:cubicBezTo>
                    <a:pt x="133725" y="229896"/>
                    <a:pt x="94655" y="261293"/>
                    <a:pt x="58590" y="249937"/>
                  </a:cubicBezTo>
                  <a:close/>
                </a:path>
              </a:pathLst>
            </a:custGeom>
            <a:grpFill/>
            <a:ln w="334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8630414A-E83E-C609-A6C3-2B15CACB135F}"/>
                </a:ext>
              </a:extLst>
            </p:cNvPr>
            <p:cNvSpPr/>
            <p:nvPr/>
          </p:nvSpPr>
          <p:spPr>
            <a:xfrm flipV="1">
              <a:off x="641893" y="2155686"/>
              <a:ext cx="132683" cy="164883"/>
            </a:xfrm>
            <a:custGeom>
              <a:avLst/>
              <a:gdLst>
                <a:gd name="csX0" fmla="*/ 12042 w 132683"/>
                <a:gd name="csY0" fmla="*/ 153057 h 164883"/>
                <a:gd name="csX1" fmla="*/ -1315 w 132683"/>
                <a:gd name="csY1" fmla="*/ 119321 h 164883"/>
                <a:gd name="csX2" fmla="*/ 69145 w 132683"/>
                <a:gd name="csY2" fmla="*/ 16779 h 164883"/>
                <a:gd name="csX3" fmla="*/ 117231 w 132683"/>
                <a:gd name="csY3" fmla="*/ -5934 h 164883"/>
                <a:gd name="csX4" fmla="*/ 72150 w 132683"/>
                <a:gd name="csY4" fmla="*/ 119989 h 164883"/>
                <a:gd name="csX5" fmla="*/ 12042 w 132683"/>
                <a:gd name="csY5" fmla="*/ 153057 h 164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132683" h="164883">
                  <a:moveTo>
                    <a:pt x="12042" y="153057"/>
                  </a:moveTo>
                  <a:cubicBezTo>
                    <a:pt x="2692" y="149383"/>
                    <a:pt x="-3987" y="132348"/>
                    <a:pt x="-1315" y="119321"/>
                  </a:cubicBezTo>
                  <a:cubicBezTo>
                    <a:pt x="1022" y="106963"/>
                    <a:pt x="45101" y="43166"/>
                    <a:pt x="69145" y="16779"/>
                  </a:cubicBezTo>
                  <a:cubicBezTo>
                    <a:pt x="90182" y="-6268"/>
                    <a:pt x="103874" y="-12614"/>
                    <a:pt x="117231" y="-5934"/>
                  </a:cubicBezTo>
                  <a:cubicBezTo>
                    <a:pt x="143612" y="8095"/>
                    <a:pt x="132926" y="38156"/>
                    <a:pt x="72150" y="119989"/>
                  </a:cubicBezTo>
                  <a:cubicBezTo>
                    <a:pt x="46437" y="154727"/>
                    <a:pt x="33414" y="161741"/>
                    <a:pt x="12042" y="153057"/>
                  </a:cubicBezTo>
                  <a:close/>
                </a:path>
              </a:pathLst>
            </a:custGeom>
            <a:grpFill/>
            <a:ln w="334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814BC17A-802E-123F-5B5C-85758A654DA2}"/>
                </a:ext>
              </a:extLst>
            </p:cNvPr>
            <p:cNvSpPr/>
            <p:nvPr/>
          </p:nvSpPr>
          <p:spPr>
            <a:xfrm flipV="1">
              <a:off x="507578" y="2301328"/>
              <a:ext cx="159500" cy="114252"/>
            </a:xfrm>
            <a:custGeom>
              <a:avLst/>
              <a:gdLst>
                <a:gd name="csX0" fmla="*/ 19455 w 159500"/>
                <a:gd name="csY0" fmla="*/ 105840 h 114252"/>
                <a:gd name="csX1" fmla="*/ -1583 w 159500"/>
                <a:gd name="csY1" fmla="*/ 77783 h 114252"/>
                <a:gd name="csX2" fmla="*/ 58859 w 159500"/>
                <a:gd name="csY2" fmla="*/ 23004 h 114252"/>
                <a:gd name="csX3" fmla="*/ 151024 w 159500"/>
                <a:gd name="csY3" fmla="*/ -43 h 114252"/>
                <a:gd name="csX4" fmla="*/ 143010 w 159500"/>
                <a:gd name="csY4" fmla="*/ 41041 h 114252"/>
                <a:gd name="csX5" fmla="*/ 36819 w 159500"/>
                <a:gd name="csY5" fmla="*/ 105506 h 114252"/>
                <a:gd name="csX6" fmla="*/ 19455 w 159500"/>
                <a:gd name="csY6" fmla="*/ 105840 h 1142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59500" h="114252">
                  <a:moveTo>
                    <a:pt x="19455" y="105840"/>
                  </a:moveTo>
                  <a:cubicBezTo>
                    <a:pt x="6098" y="104170"/>
                    <a:pt x="-1583" y="94150"/>
                    <a:pt x="-1583" y="77783"/>
                  </a:cubicBezTo>
                  <a:cubicBezTo>
                    <a:pt x="-1583" y="61750"/>
                    <a:pt x="12442" y="48724"/>
                    <a:pt x="58859" y="23004"/>
                  </a:cubicBezTo>
                  <a:cubicBezTo>
                    <a:pt x="117965" y="-10397"/>
                    <a:pt x="136331" y="-14739"/>
                    <a:pt x="151024" y="-43"/>
                  </a:cubicBezTo>
                  <a:cubicBezTo>
                    <a:pt x="162378" y="11648"/>
                    <a:pt x="159707" y="25677"/>
                    <a:pt x="143010" y="41041"/>
                  </a:cubicBezTo>
                  <a:cubicBezTo>
                    <a:pt x="118967" y="62752"/>
                    <a:pt x="55186" y="101164"/>
                    <a:pt x="36819" y="105506"/>
                  </a:cubicBezTo>
                  <a:cubicBezTo>
                    <a:pt x="33146" y="106174"/>
                    <a:pt x="25132" y="106508"/>
                    <a:pt x="19455" y="105840"/>
                  </a:cubicBezTo>
                  <a:close/>
                </a:path>
              </a:pathLst>
            </a:custGeom>
            <a:grpFill/>
            <a:ln w="334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1EA13DBE-CEAF-6196-784C-B7BC137595CD}"/>
                </a:ext>
              </a:extLst>
            </p:cNvPr>
            <p:cNvSpPr/>
            <p:nvPr/>
          </p:nvSpPr>
          <p:spPr>
            <a:xfrm flipV="1">
              <a:off x="2872592" y="3408174"/>
              <a:ext cx="136750" cy="183279"/>
            </a:xfrm>
            <a:custGeom>
              <a:avLst/>
              <a:gdLst>
                <a:gd name="csX0" fmla="*/ 84474 w 136750"/>
                <a:gd name="csY0" fmla="*/ 172869 h 183279"/>
                <a:gd name="csX1" fmla="*/ -7358 w 136750"/>
                <a:gd name="csY1" fmla="*/ 25902 h 183279"/>
                <a:gd name="csX2" fmla="*/ 10341 w 136750"/>
                <a:gd name="csY2" fmla="*/ -3491 h 183279"/>
                <a:gd name="csX3" fmla="*/ 31712 w 136750"/>
                <a:gd name="csY3" fmla="*/ 5527 h 183279"/>
                <a:gd name="csX4" fmla="*/ 61432 w 136750"/>
                <a:gd name="csY4" fmla="*/ 45275 h 183279"/>
                <a:gd name="csX5" fmla="*/ 97831 w 136750"/>
                <a:gd name="csY5" fmla="*/ 98383 h 183279"/>
                <a:gd name="csX6" fmla="*/ 127551 w 136750"/>
                <a:gd name="csY6" fmla="*/ 162514 h 183279"/>
                <a:gd name="csX7" fmla="*/ 84474 w 136750"/>
                <a:gd name="csY7" fmla="*/ 172869 h 1832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36750" h="183279">
                  <a:moveTo>
                    <a:pt x="84474" y="172869"/>
                  </a:moveTo>
                  <a:cubicBezTo>
                    <a:pt x="55088" y="153496"/>
                    <a:pt x="-3685" y="59304"/>
                    <a:pt x="-7358" y="25902"/>
                  </a:cubicBezTo>
                  <a:cubicBezTo>
                    <a:pt x="-9695" y="7197"/>
                    <a:pt x="-5020" y="-485"/>
                    <a:pt x="10341" y="-3491"/>
                  </a:cubicBezTo>
                  <a:cubicBezTo>
                    <a:pt x="19691" y="-5495"/>
                    <a:pt x="22696" y="-4159"/>
                    <a:pt x="31712" y="5527"/>
                  </a:cubicBezTo>
                  <a:cubicBezTo>
                    <a:pt x="37723" y="11874"/>
                    <a:pt x="50746" y="29576"/>
                    <a:pt x="61432" y="45275"/>
                  </a:cubicBezTo>
                  <a:cubicBezTo>
                    <a:pt x="71784" y="60974"/>
                    <a:pt x="88147" y="84689"/>
                    <a:pt x="97831" y="98383"/>
                  </a:cubicBezTo>
                  <a:cubicBezTo>
                    <a:pt x="125881" y="137463"/>
                    <a:pt x="131892" y="150490"/>
                    <a:pt x="127551" y="162514"/>
                  </a:cubicBezTo>
                  <a:cubicBezTo>
                    <a:pt x="121874" y="179215"/>
                    <a:pt x="101504" y="184225"/>
                    <a:pt x="84474" y="172869"/>
                  </a:cubicBezTo>
                  <a:close/>
                </a:path>
              </a:pathLst>
            </a:custGeom>
            <a:grpFill/>
            <a:ln w="334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자유형: 도형 38">
              <a:extLst>
                <a:ext uri="{FF2B5EF4-FFF2-40B4-BE49-F238E27FC236}">
                  <a16:creationId xmlns:a16="http://schemas.microsoft.com/office/drawing/2014/main" id="{6D2C8112-1B9E-7C7B-708B-8C78B91DD071}"/>
                </a:ext>
              </a:extLst>
            </p:cNvPr>
            <p:cNvSpPr/>
            <p:nvPr/>
          </p:nvSpPr>
          <p:spPr>
            <a:xfrm flipV="1">
              <a:off x="2955554" y="3542016"/>
              <a:ext cx="132951" cy="121854"/>
            </a:xfrm>
            <a:custGeom>
              <a:avLst/>
              <a:gdLst>
                <a:gd name="csX0" fmla="*/ 74424 w 132951"/>
                <a:gd name="csY0" fmla="*/ 108011 h 121854"/>
                <a:gd name="csX1" fmla="*/ -2046 w 132951"/>
                <a:gd name="csY1" fmla="*/ 32858 h 121854"/>
                <a:gd name="csX2" fmla="*/ -5052 w 132951"/>
                <a:gd name="csY2" fmla="*/ 8809 h 121854"/>
                <a:gd name="csX3" fmla="*/ 30011 w 132951"/>
                <a:gd name="csY3" fmla="*/ 124 h 121854"/>
                <a:gd name="csX4" fmla="*/ 118837 w 132951"/>
                <a:gd name="csY4" fmla="*/ 79620 h 121854"/>
                <a:gd name="csX5" fmla="*/ 118503 w 132951"/>
                <a:gd name="csY5" fmla="*/ 111351 h 121854"/>
                <a:gd name="csX6" fmla="*/ 74424 w 132951"/>
                <a:gd name="csY6" fmla="*/ 108011 h 1218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32951" h="121854">
                  <a:moveTo>
                    <a:pt x="74424" y="108011"/>
                  </a:moveTo>
                  <a:cubicBezTo>
                    <a:pt x="49713" y="91644"/>
                    <a:pt x="6636" y="49224"/>
                    <a:pt x="-2046" y="32858"/>
                  </a:cubicBezTo>
                  <a:cubicBezTo>
                    <a:pt x="-9393" y="18829"/>
                    <a:pt x="-9727" y="17159"/>
                    <a:pt x="-5052" y="8809"/>
                  </a:cubicBezTo>
                  <a:cubicBezTo>
                    <a:pt x="2295" y="-4218"/>
                    <a:pt x="15652" y="-7558"/>
                    <a:pt x="30011" y="124"/>
                  </a:cubicBezTo>
                  <a:cubicBezTo>
                    <a:pt x="45706" y="8475"/>
                    <a:pt x="111491" y="66927"/>
                    <a:pt x="118837" y="79620"/>
                  </a:cubicBezTo>
                  <a:cubicBezTo>
                    <a:pt x="126852" y="92646"/>
                    <a:pt x="126852" y="103001"/>
                    <a:pt x="118503" y="111351"/>
                  </a:cubicBezTo>
                  <a:cubicBezTo>
                    <a:pt x="108819" y="121038"/>
                    <a:pt x="92457" y="120036"/>
                    <a:pt x="74424" y="108011"/>
                  </a:cubicBezTo>
                  <a:close/>
                </a:path>
              </a:pathLst>
            </a:custGeom>
            <a:grpFill/>
            <a:ln w="334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4113442C-EA13-6115-5A13-E55320210605}"/>
              </a:ext>
            </a:extLst>
          </p:cNvPr>
          <p:cNvSpPr txBox="1"/>
          <p:nvPr/>
        </p:nvSpPr>
        <p:spPr>
          <a:xfrm>
            <a:off x="5280976" y="4705975"/>
            <a:ext cx="7864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최초 로그인 시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5314A3A-A3A4-72CA-680D-4F7B274927DC}"/>
              </a:ext>
            </a:extLst>
          </p:cNvPr>
          <p:cNvCxnSpPr>
            <a:cxnSpLocks/>
          </p:cNvCxnSpPr>
          <p:nvPr/>
        </p:nvCxnSpPr>
        <p:spPr>
          <a:xfrm flipH="1">
            <a:off x="5162625" y="4813697"/>
            <a:ext cx="215614" cy="0"/>
          </a:xfrm>
          <a:prstGeom prst="straightConnector1">
            <a:avLst/>
          </a:prstGeom>
          <a:ln w="6350">
            <a:solidFill>
              <a:srgbClr val="C0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2D49A96-BA14-FCC8-8E2E-D4E7413B2D16}"/>
              </a:ext>
            </a:extLst>
          </p:cNvPr>
          <p:cNvSpPr txBox="1"/>
          <p:nvPr/>
        </p:nvSpPr>
        <p:spPr>
          <a:xfrm>
            <a:off x="2234757" y="4689644"/>
            <a:ext cx="6499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로그인 이후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8D52DF7-A2C1-8AA0-A904-7AB24A26A477}"/>
              </a:ext>
            </a:extLst>
          </p:cNvPr>
          <p:cNvCxnSpPr>
            <a:cxnSpLocks/>
          </p:cNvCxnSpPr>
          <p:nvPr/>
        </p:nvCxnSpPr>
        <p:spPr>
          <a:xfrm flipH="1">
            <a:off x="2076736" y="4797366"/>
            <a:ext cx="215614" cy="0"/>
          </a:xfrm>
          <a:prstGeom prst="straightConnector1">
            <a:avLst/>
          </a:prstGeom>
          <a:ln w="6350">
            <a:solidFill>
              <a:srgbClr val="C00000"/>
            </a:solidFill>
            <a:headEnd w="sm" len="sm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3DCBBC1-AB70-CC0C-32BB-2AB80185FCDE}"/>
              </a:ext>
            </a:extLst>
          </p:cNvPr>
          <p:cNvSpPr txBox="1"/>
          <p:nvPr/>
        </p:nvSpPr>
        <p:spPr>
          <a:xfrm>
            <a:off x="1290289" y="504144"/>
            <a:ext cx="7864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Title 87sp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CA5583-DCB7-DA31-7062-25B26CF69709}"/>
              </a:ext>
            </a:extLst>
          </p:cNvPr>
          <p:cNvSpPr txBox="1"/>
          <p:nvPr/>
        </p:nvSpPr>
        <p:spPr>
          <a:xfrm>
            <a:off x="1144139" y="4130187"/>
            <a:ext cx="10467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Sub title 24sp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608014-4D03-4C99-8178-16E7C6A6694E}"/>
              </a:ext>
            </a:extLst>
          </p:cNvPr>
          <p:cNvSpPr txBox="1"/>
          <p:nvPr/>
        </p:nvSpPr>
        <p:spPr>
          <a:xfrm>
            <a:off x="1464996" y="4458596"/>
            <a:ext cx="4439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21sp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7C388D-EB4B-7C77-B228-2F384C51D5ED}"/>
              </a:ext>
            </a:extLst>
          </p:cNvPr>
          <p:cNvSpPr txBox="1"/>
          <p:nvPr/>
        </p:nvSpPr>
        <p:spPr>
          <a:xfrm>
            <a:off x="928766" y="362474"/>
            <a:ext cx="15619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Color code :#008484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87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DB0C7-F48A-0605-C563-763528A2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7A471FDB-8E61-8CD0-ADC7-9678D4AC852C}"/>
              </a:ext>
            </a:extLst>
          </p:cNvPr>
          <p:cNvGrpSpPr/>
          <p:nvPr/>
        </p:nvGrpSpPr>
        <p:grpSpPr>
          <a:xfrm>
            <a:off x="-176762" y="2347012"/>
            <a:ext cx="1042340" cy="1568747"/>
            <a:chOff x="2138045" y="3527386"/>
            <a:chExt cx="2425965" cy="3651137"/>
          </a:xfrm>
        </p:grpSpPr>
        <p:sp>
          <p:nvSpPr>
            <p:cNvPr id="73" name="사각형: 둥근 위쪽 모서리 72">
              <a:extLst>
                <a:ext uri="{FF2B5EF4-FFF2-40B4-BE49-F238E27FC236}">
                  <a16:creationId xmlns:a16="http://schemas.microsoft.com/office/drawing/2014/main" id="{0875F131-6815-0F17-E743-F20B5882360D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305683"/>
            </a:solidFill>
            <a:ln>
              <a:noFill/>
            </a:ln>
            <a:effectLst>
              <a:outerShdw blurRad="38100" dist="38100" dir="2700000" algn="tl" rotWithShape="0">
                <a:srgbClr val="27466B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6BC7F21C-1D45-CB78-473F-E435F6B80C7A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45F25CFD-9337-6072-7DE7-2D1ECDABC855}"/>
              </a:ext>
            </a:extLst>
          </p:cNvPr>
          <p:cNvGrpSpPr/>
          <p:nvPr/>
        </p:nvGrpSpPr>
        <p:grpSpPr>
          <a:xfrm>
            <a:off x="2549803" y="2347012"/>
            <a:ext cx="1042340" cy="1568747"/>
            <a:chOff x="2138045" y="3527386"/>
            <a:chExt cx="2425965" cy="3651137"/>
          </a:xfrm>
        </p:grpSpPr>
        <p:sp>
          <p:nvSpPr>
            <p:cNvPr id="80" name="사각형: 둥근 위쪽 모서리 79">
              <a:extLst>
                <a:ext uri="{FF2B5EF4-FFF2-40B4-BE49-F238E27FC236}">
                  <a16:creationId xmlns:a16="http://schemas.microsoft.com/office/drawing/2014/main" id="{EC73FAC3-9FAE-C45A-F209-D02FA7DA063F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38100" dist="38100" dir="2700000" algn="tl" rotWithShape="0">
                <a:schemeClr val="accent2">
                  <a:lumMod val="75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5DE0B39-E5E4-CCD8-C923-2421A99CA142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361CD12-F327-D2DF-2E94-46725E4106DF}"/>
              </a:ext>
            </a:extLst>
          </p:cNvPr>
          <p:cNvGrpSpPr/>
          <p:nvPr/>
        </p:nvGrpSpPr>
        <p:grpSpPr>
          <a:xfrm>
            <a:off x="1046593" y="2141376"/>
            <a:ext cx="1315608" cy="1980020"/>
            <a:chOff x="2138045" y="3527386"/>
            <a:chExt cx="2425965" cy="3651137"/>
          </a:xfrm>
        </p:grpSpPr>
        <p:sp>
          <p:nvSpPr>
            <p:cNvPr id="3" name="사각형: 둥근 위쪽 모서리 2">
              <a:extLst>
                <a:ext uri="{FF2B5EF4-FFF2-40B4-BE49-F238E27FC236}">
                  <a16:creationId xmlns:a16="http://schemas.microsoft.com/office/drawing/2014/main" id="{52E08F6A-EA65-70D3-B501-D7C5C0B7A3D0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B21631A-81CD-2A04-19BB-0653B2F85178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94AC538-F9A6-BFCD-B383-E60190EADEB9}"/>
              </a:ext>
            </a:extLst>
          </p:cNvPr>
          <p:cNvSpPr txBox="1"/>
          <p:nvPr/>
        </p:nvSpPr>
        <p:spPr>
          <a:xfrm>
            <a:off x="1100015" y="2196278"/>
            <a:ext cx="1229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중앙 노트 아이콘 크기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182*275dp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E5E538-4AD7-DA24-CC7D-616328FD469B}"/>
              </a:ext>
            </a:extLst>
          </p:cNvPr>
          <p:cNvSpPr txBox="1"/>
          <p:nvPr/>
        </p:nvSpPr>
        <p:spPr>
          <a:xfrm>
            <a:off x="1150825" y="3724897"/>
            <a:ext cx="1117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표지 하단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제목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생성일 표기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04B0AD-EAE8-78ED-2C94-F711B6674465}"/>
              </a:ext>
            </a:extLst>
          </p:cNvPr>
          <p:cNvSpPr txBox="1"/>
          <p:nvPr/>
        </p:nvSpPr>
        <p:spPr>
          <a:xfrm>
            <a:off x="341314" y="913620"/>
            <a:ext cx="273684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500" dirty="0">
                <a:solidFill>
                  <a:schemeClr val="accent5">
                    <a:lumMod val="50000"/>
                  </a:schemeClr>
                </a:solidFill>
                <a:latin typeface="Cavorting" panose="000B0504000000000004" pitchFamily="34" charset="0"/>
              </a:rPr>
              <a:t>Draw your time</a:t>
            </a:r>
            <a:endParaRPr lang="ko-KR" altLang="en-US" sz="3500" dirty="0">
              <a:solidFill>
                <a:schemeClr val="accent5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D758741-D61E-ADCD-4058-C09F8F063D4B}"/>
              </a:ext>
            </a:extLst>
          </p:cNvPr>
          <p:cNvSpPr txBox="1"/>
          <p:nvPr/>
        </p:nvSpPr>
        <p:spPr>
          <a:xfrm>
            <a:off x="1289819" y="4132403"/>
            <a:ext cx="8398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Title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086EC91-DEE8-6951-42FB-54D3910AEDA3}"/>
              </a:ext>
            </a:extLst>
          </p:cNvPr>
          <p:cNvSpPr txBox="1"/>
          <p:nvPr/>
        </p:nvSpPr>
        <p:spPr>
          <a:xfrm>
            <a:off x="1289819" y="4259687"/>
            <a:ext cx="8398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2026.08.16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7E080-97D5-36F1-ECF4-FF223A22D9AB}"/>
              </a:ext>
            </a:extLst>
          </p:cNvPr>
          <p:cNvSpPr txBox="1"/>
          <p:nvPr/>
        </p:nvSpPr>
        <p:spPr>
          <a:xfrm>
            <a:off x="1207986" y="364661"/>
            <a:ext cx="100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doni MT Black" panose="02070A03080606020203" pitchFamily="18" charset="0"/>
              </a:rPr>
              <a:t>daymory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Bodoni MT Black" panose="02070A03080606020203" pitchFamily="18" charset="0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91353CAE-AA92-17D6-54AD-491B62ED0FB0}"/>
              </a:ext>
            </a:extLst>
          </p:cNvPr>
          <p:cNvGrpSpPr/>
          <p:nvPr/>
        </p:nvGrpSpPr>
        <p:grpSpPr>
          <a:xfrm>
            <a:off x="-2" y="4972050"/>
            <a:ext cx="3419475" cy="434975"/>
            <a:chOff x="-2" y="4972050"/>
            <a:chExt cx="3419475" cy="434975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FE7978B-EA12-912B-527F-D89EB47ABA03}"/>
                </a:ext>
              </a:extLst>
            </p:cNvPr>
            <p:cNvSpPr/>
            <p:nvPr/>
          </p:nvSpPr>
          <p:spPr>
            <a:xfrm>
              <a:off x="-2" y="4972050"/>
              <a:ext cx="3419475" cy="434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0934EB0B-BB6D-F9C6-ACB4-EB0BB460924F}"/>
                </a:ext>
              </a:extLst>
            </p:cNvPr>
            <p:cNvGrpSpPr/>
            <p:nvPr/>
          </p:nvGrpSpPr>
          <p:grpSpPr>
            <a:xfrm>
              <a:off x="211329" y="5045701"/>
              <a:ext cx="405037" cy="351080"/>
              <a:chOff x="211329" y="3536941"/>
              <a:chExt cx="405037" cy="351080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C679796-4F52-6CFB-81AB-FDD2835C9352}"/>
                  </a:ext>
                </a:extLst>
              </p:cNvPr>
              <p:cNvSpPr txBox="1"/>
              <p:nvPr userDrawn="1"/>
            </p:nvSpPr>
            <p:spPr>
              <a:xfrm>
                <a:off x="211329" y="370335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ctr" defTabSz="304815" rtl="0" eaLnBrk="1" latinLnBrk="0" hangingPunct="1"/>
                <a:r>
                  <a:rPr lang="en-US" altLang="ko-KR" sz="600" kern="1200" dirty="0">
                    <a:solidFill>
                      <a:schemeClr val="accent5">
                        <a:lumMod val="50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Home</a:t>
                </a:r>
                <a:endParaRPr lang="ko-KR" altLang="en-US" sz="600" kern="1200" dirty="0">
                  <a:solidFill>
                    <a:schemeClr val="accent5">
                      <a:lumMod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3" name="그래픽 15" descr="주택 윤곽선">
                <a:extLst>
                  <a:ext uri="{FF2B5EF4-FFF2-40B4-BE49-F238E27FC236}">
                    <a16:creationId xmlns:a16="http://schemas.microsoft.com/office/drawing/2014/main" id="{FAA7341F-21AE-FC26-2EC9-9E91B41FC964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323848" y="3536941"/>
                <a:ext cx="180000" cy="180000"/>
              </a:xfrm>
              <a:custGeom>
                <a:avLst/>
                <a:gdLst>
                  <a:gd name="csX0" fmla="*/ 0 w 789298"/>
                  <a:gd name="csY0" fmla="*/ 374885 h 699134"/>
                  <a:gd name="csX1" fmla="*/ 61808 w 789298"/>
                  <a:gd name="csY1" fmla="*/ 436683 h 699134"/>
                  <a:gd name="csX2" fmla="*/ 108899 w 789298"/>
                  <a:gd name="csY2" fmla="*/ 392087 h 699134"/>
                  <a:gd name="csX3" fmla="*/ 108899 w 789298"/>
                  <a:gd name="csY3" fmla="*/ 698906 h 699134"/>
                  <a:gd name="csX4" fmla="*/ 347024 w 789298"/>
                  <a:gd name="csY4" fmla="*/ 699002 h 699134"/>
                  <a:gd name="csX5" fmla="*/ 347024 w 789298"/>
                  <a:gd name="csY5" fmla="*/ 461172 h 699134"/>
                  <a:gd name="csX6" fmla="*/ 442274 w 789298"/>
                  <a:gd name="csY6" fmla="*/ 461172 h 699134"/>
                  <a:gd name="csX7" fmla="*/ 442274 w 789298"/>
                  <a:gd name="csY7" fmla="*/ 699040 h 699134"/>
                  <a:gd name="csX8" fmla="*/ 680399 w 789298"/>
                  <a:gd name="csY8" fmla="*/ 699135 h 699134"/>
                  <a:gd name="csX9" fmla="*/ 680399 w 789298"/>
                  <a:gd name="csY9" fmla="*/ 391687 h 699134"/>
                  <a:gd name="csX10" fmla="*/ 727729 w 789298"/>
                  <a:gd name="csY10" fmla="*/ 436455 h 699134"/>
                  <a:gd name="csX11" fmla="*/ 789299 w 789298"/>
                  <a:gd name="csY11" fmla="*/ 374894 h 699134"/>
                  <a:gd name="csX12" fmla="*/ 394649 w 789298"/>
                  <a:gd name="csY12" fmla="*/ 0 h 699134"/>
                  <a:gd name="csX13" fmla="*/ 661349 w 789298"/>
                  <a:gd name="csY13" fmla="*/ 680085 h 699134"/>
                  <a:gd name="csX14" fmla="*/ 461324 w 789298"/>
                  <a:gd name="csY14" fmla="*/ 679999 h 699134"/>
                  <a:gd name="csX15" fmla="*/ 461324 w 789298"/>
                  <a:gd name="csY15" fmla="*/ 442122 h 699134"/>
                  <a:gd name="csX16" fmla="*/ 327974 w 789298"/>
                  <a:gd name="csY16" fmla="*/ 442122 h 699134"/>
                  <a:gd name="csX17" fmla="*/ 327974 w 789298"/>
                  <a:gd name="csY17" fmla="*/ 679942 h 699134"/>
                  <a:gd name="csX18" fmla="*/ 127949 w 789298"/>
                  <a:gd name="csY18" fmla="*/ 679866 h 699134"/>
                  <a:gd name="csX19" fmla="*/ 127949 w 789298"/>
                  <a:gd name="csY19" fmla="*/ 374047 h 699134"/>
                  <a:gd name="csX20" fmla="*/ 394649 w 789298"/>
                  <a:gd name="csY20" fmla="*/ 121482 h 699134"/>
                  <a:gd name="csX21" fmla="*/ 661349 w 789298"/>
                  <a:gd name="csY21" fmla="*/ 373675 h 699134"/>
                  <a:gd name="csX22" fmla="*/ 62170 w 789298"/>
                  <a:gd name="csY22" fmla="*/ 410108 h 699134"/>
                  <a:gd name="csX23" fmla="*/ 27299 w 789298"/>
                  <a:gd name="csY23" fmla="*/ 375285 h 699134"/>
                  <a:gd name="csX24" fmla="*/ 394649 w 789298"/>
                  <a:gd name="csY24" fmla="*/ 26251 h 699134"/>
                  <a:gd name="csX25" fmla="*/ 762000 w 789298"/>
                  <a:gd name="csY25" fmla="*/ 375285 h 699134"/>
                  <a:gd name="csX26" fmla="*/ 727358 w 789298"/>
                  <a:gd name="csY26" fmla="*/ 409880 h 699134"/>
                  <a:gd name="csX27" fmla="*/ 394649 w 789298"/>
                  <a:gd name="csY27" fmla="*/ 95250 h 699134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661349 w 789299"/>
                  <a:gd name="csY14" fmla="*/ 680085 h 699135"/>
                  <a:gd name="csX15" fmla="*/ 461324 w 789299"/>
                  <a:gd name="csY15" fmla="*/ 679999 h 699135"/>
                  <a:gd name="csX16" fmla="*/ 461324 w 789299"/>
                  <a:gd name="csY16" fmla="*/ 442122 h 699135"/>
                  <a:gd name="csX17" fmla="*/ 327974 w 789299"/>
                  <a:gd name="csY17" fmla="*/ 442122 h 699135"/>
                  <a:gd name="csX18" fmla="*/ 327974 w 789299"/>
                  <a:gd name="csY18" fmla="*/ 679942 h 699135"/>
                  <a:gd name="csX19" fmla="*/ 127949 w 789299"/>
                  <a:gd name="csY19" fmla="*/ 679866 h 699135"/>
                  <a:gd name="csX20" fmla="*/ 127949 w 789299"/>
                  <a:gd name="csY20" fmla="*/ 374047 h 699135"/>
                  <a:gd name="csX21" fmla="*/ 394649 w 789299"/>
                  <a:gd name="csY21" fmla="*/ 121482 h 699135"/>
                  <a:gd name="csX22" fmla="*/ 661349 w 789299"/>
                  <a:gd name="csY22" fmla="*/ 680085 h 699135"/>
                  <a:gd name="csX23" fmla="*/ 62170 w 789299"/>
                  <a:gd name="csY23" fmla="*/ 410108 h 699135"/>
                  <a:gd name="csX24" fmla="*/ 27299 w 789299"/>
                  <a:gd name="csY24" fmla="*/ 375285 h 699135"/>
                  <a:gd name="csX25" fmla="*/ 394649 w 789299"/>
                  <a:gd name="csY25" fmla="*/ 26251 h 699135"/>
                  <a:gd name="csX26" fmla="*/ 762000 w 789299"/>
                  <a:gd name="csY26" fmla="*/ 375285 h 699135"/>
                  <a:gd name="csX27" fmla="*/ 727358 w 789299"/>
                  <a:gd name="csY27" fmla="*/ 409880 h 699135"/>
                  <a:gd name="csX28" fmla="*/ 394649 w 789299"/>
                  <a:gd name="csY28" fmla="*/ 95250 h 699135"/>
                  <a:gd name="csX29" fmla="*/ 62170 w 789299"/>
                  <a:gd name="csY29" fmla="*/ 410108 h 699135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661349 w 789299"/>
                  <a:gd name="csY14" fmla="*/ 680085 h 699135"/>
                  <a:gd name="csX15" fmla="*/ 461324 w 789299"/>
                  <a:gd name="csY15" fmla="*/ 679999 h 699135"/>
                  <a:gd name="csX16" fmla="*/ 461324 w 789299"/>
                  <a:gd name="csY16" fmla="*/ 442122 h 699135"/>
                  <a:gd name="csX17" fmla="*/ 327974 w 789299"/>
                  <a:gd name="csY17" fmla="*/ 442122 h 699135"/>
                  <a:gd name="csX18" fmla="*/ 327974 w 789299"/>
                  <a:gd name="csY18" fmla="*/ 679942 h 699135"/>
                  <a:gd name="csX19" fmla="*/ 127949 w 789299"/>
                  <a:gd name="csY19" fmla="*/ 679866 h 699135"/>
                  <a:gd name="csX20" fmla="*/ 127949 w 789299"/>
                  <a:gd name="csY20" fmla="*/ 374047 h 699135"/>
                  <a:gd name="csX21" fmla="*/ 394649 w 789299"/>
                  <a:gd name="csY21" fmla="*/ 121482 h 699135"/>
                  <a:gd name="csX22" fmla="*/ 661349 w 789299"/>
                  <a:gd name="csY22" fmla="*/ 680085 h 699135"/>
                  <a:gd name="csX23" fmla="*/ 62170 w 789299"/>
                  <a:gd name="csY23" fmla="*/ 410108 h 699135"/>
                  <a:gd name="csX24" fmla="*/ 27299 w 789299"/>
                  <a:gd name="csY24" fmla="*/ 375285 h 699135"/>
                  <a:gd name="csX25" fmla="*/ 394649 w 789299"/>
                  <a:gd name="csY25" fmla="*/ 26251 h 699135"/>
                  <a:gd name="csX26" fmla="*/ 762000 w 789299"/>
                  <a:gd name="csY26" fmla="*/ 375285 h 699135"/>
                  <a:gd name="csX27" fmla="*/ 727358 w 789299"/>
                  <a:gd name="csY27" fmla="*/ 409880 h 699135"/>
                  <a:gd name="csX28" fmla="*/ 62170 w 789299"/>
                  <a:gd name="csY28" fmla="*/ 410108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127949 w 789299"/>
                  <a:gd name="csY22" fmla="*/ 374047 h 699135"/>
                  <a:gd name="csX23" fmla="*/ 394649 w 789299"/>
                  <a:gd name="csY23" fmla="*/ 121482 h 699135"/>
                  <a:gd name="csX24" fmla="*/ 661349 w 789299"/>
                  <a:gd name="csY24" fmla="*/ 680085 h 699135"/>
                  <a:gd name="csX25" fmla="*/ 62170 w 789299"/>
                  <a:gd name="csY25" fmla="*/ 410108 h 699135"/>
                  <a:gd name="csX26" fmla="*/ 27299 w 789299"/>
                  <a:gd name="csY26" fmla="*/ 375285 h 699135"/>
                  <a:gd name="csX27" fmla="*/ 486089 w 789299"/>
                  <a:gd name="csY27" fmla="*/ 117691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394649 w 789299"/>
                  <a:gd name="csY24" fmla="*/ 121482 h 699135"/>
                  <a:gd name="csX25" fmla="*/ 661349 w 789299"/>
                  <a:gd name="csY25" fmla="*/ 680085 h 699135"/>
                  <a:gd name="csX26" fmla="*/ 62170 w 789299"/>
                  <a:gd name="csY26" fmla="*/ 410108 h 699135"/>
                  <a:gd name="csX27" fmla="*/ 27299 w 789299"/>
                  <a:gd name="csY27" fmla="*/ 375285 h 699135"/>
                  <a:gd name="csX28" fmla="*/ 490852 w 789299"/>
                  <a:gd name="csY28" fmla="*/ 119279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394649 w 789299"/>
                  <a:gd name="csY24" fmla="*/ 121482 h 699135"/>
                  <a:gd name="csX25" fmla="*/ 661349 w 789299"/>
                  <a:gd name="csY25" fmla="*/ 680085 h 699135"/>
                  <a:gd name="csX26" fmla="*/ 62170 w 789299"/>
                  <a:gd name="csY26" fmla="*/ 410108 h 699135"/>
                  <a:gd name="csX27" fmla="*/ 27299 w 789299"/>
                  <a:gd name="csY27" fmla="*/ 3752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661349 w 789299"/>
                  <a:gd name="csY24" fmla="*/ 680085 h 699135"/>
                  <a:gd name="csX25" fmla="*/ 62170 w 789299"/>
                  <a:gd name="csY25" fmla="*/ 410108 h 699135"/>
                  <a:gd name="csX26" fmla="*/ 27299 w 789299"/>
                  <a:gd name="csY26" fmla="*/ 3752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661349 w 789299"/>
                  <a:gd name="csY24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127949 w 789299"/>
                  <a:gd name="csY22" fmla="*/ 374047 h 699135"/>
                  <a:gd name="csX23" fmla="*/ 661349 w 789299"/>
                  <a:gd name="csY23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661349 w 789299"/>
                  <a:gd name="csY22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661349 w 789299"/>
                  <a:gd name="csY21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661349 w 789299"/>
                  <a:gd name="csY20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661349 w 789299"/>
                  <a:gd name="csY19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661349 w 789299"/>
                  <a:gd name="csY18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0" fmla="*/ 762000 w 789299"/>
                  <a:gd name="csY0" fmla="*/ 3752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762000 w 789299"/>
                  <a:gd name="csY14" fmla="*/ 375285 h 699135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89299" h="699135">
                    <a:moveTo>
                      <a:pt x="0" y="374885"/>
                    </a:moveTo>
                    <a:lnTo>
                      <a:pt x="61808" y="436683"/>
                    </a:lnTo>
                    <a:lnTo>
                      <a:pt x="108899" y="392087"/>
                    </a:lnTo>
                    <a:lnTo>
                      <a:pt x="108899" y="698906"/>
                    </a:lnTo>
                    <a:lnTo>
                      <a:pt x="347024" y="699002"/>
                    </a:lnTo>
                    <a:lnTo>
                      <a:pt x="347024" y="461172"/>
                    </a:lnTo>
                    <a:lnTo>
                      <a:pt x="442274" y="461172"/>
                    </a:lnTo>
                    <a:lnTo>
                      <a:pt x="442274" y="699040"/>
                    </a:lnTo>
                    <a:lnTo>
                      <a:pt x="680399" y="699135"/>
                    </a:lnTo>
                    <a:lnTo>
                      <a:pt x="680399" y="391687"/>
                    </a:lnTo>
                    <a:lnTo>
                      <a:pt x="727729" y="436455"/>
                    </a:lnTo>
                    <a:lnTo>
                      <a:pt x="789299" y="374894"/>
                    </a:lnTo>
                    <a:lnTo>
                      <a:pt x="394649" y="0"/>
                    </a:lnTo>
                    <a:lnTo>
                      <a:pt x="0" y="37488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 dirty="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CBAA7F1-E109-971F-0E7E-47C75C8F6245}"/>
                </a:ext>
              </a:extLst>
            </p:cNvPr>
            <p:cNvSpPr txBox="1"/>
            <p:nvPr/>
          </p:nvSpPr>
          <p:spPr>
            <a:xfrm>
              <a:off x="2803106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Other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520BAF-1196-11DD-0B4B-FA0339FAD1A7}"/>
                </a:ext>
              </a:extLst>
            </p:cNvPr>
            <p:cNvSpPr txBox="1"/>
            <p:nvPr/>
          </p:nvSpPr>
          <p:spPr>
            <a:xfrm>
              <a:off x="2155161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Diary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E76C29F-70FF-BCA2-AC0A-F7748DAB1B21}"/>
                </a:ext>
              </a:extLst>
            </p:cNvPr>
            <p:cNvSpPr txBox="1"/>
            <p:nvPr/>
          </p:nvSpPr>
          <p:spPr>
            <a:xfrm>
              <a:off x="1507217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share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10646C4-DB6B-F7F0-BCE7-53AD5D929803}"/>
                </a:ext>
              </a:extLst>
            </p:cNvPr>
            <p:cNvSpPr txBox="1"/>
            <p:nvPr/>
          </p:nvSpPr>
          <p:spPr>
            <a:xfrm>
              <a:off x="859273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List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6FFA03F1-4146-AFD9-8C94-D834CF9DC677}"/>
                </a:ext>
              </a:extLst>
            </p:cNvPr>
            <p:cNvGrpSpPr/>
            <p:nvPr/>
          </p:nvGrpSpPr>
          <p:grpSpPr>
            <a:xfrm>
              <a:off x="971792" y="5045701"/>
              <a:ext cx="180000" cy="180000"/>
              <a:chOff x="971792" y="5045701"/>
              <a:chExt cx="180000" cy="180000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E0EFEF9A-55C8-9651-7740-A2DDE34E4856}"/>
                  </a:ext>
                </a:extLst>
              </p:cNvPr>
              <p:cNvSpPr/>
              <p:nvPr/>
            </p:nvSpPr>
            <p:spPr>
              <a:xfrm>
                <a:off x="971792" y="5046151"/>
                <a:ext cx="19286" cy="17955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53A701B3-9362-BA1F-596E-88E5B35651F6}"/>
                  </a:ext>
                </a:extLst>
              </p:cNvPr>
              <p:cNvSpPr/>
              <p:nvPr/>
            </p:nvSpPr>
            <p:spPr>
              <a:xfrm>
                <a:off x="1003935" y="5045701"/>
                <a:ext cx="147857" cy="180000"/>
              </a:xfrm>
              <a:custGeom>
                <a:avLst/>
                <a:gdLst>
                  <a:gd name="csX0" fmla="*/ 352425 w 438150"/>
                  <a:gd name="csY0" fmla="*/ 285750 h 762000"/>
                  <a:gd name="csX1" fmla="*/ 85725 w 438150"/>
                  <a:gd name="csY1" fmla="*/ 285750 h 762000"/>
                  <a:gd name="csX2" fmla="*/ 85725 w 438150"/>
                  <a:gd name="csY2" fmla="*/ 228600 h 762000"/>
                  <a:gd name="csX3" fmla="*/ 352425 w 438150"/>
                  <a:gd name="csY3" fmla="*/ 228600 h 762000"/>
                  <a:gd name="csX4" fmla="*/ 352425 w 438150"/>
                  <a:gd name="csY4" fmla="*/ 285750 h 762000"/>
                  <a:gd name="csX5" fmla="*/ 295275 w 438150"/>
                  <a:gd name="csY5" fmla="*/ 381000 h 762000"/>
                  <a:gd name="csX6" fmla="*/ 147638 w 438150"/>
                  <a:gd name="csY6" fmla="*/ 381000 h 762000"/>
                  <a:gd name="csX7" fmla="*/ 147638 w 438150"/>
                  <a:gd name="csY7" fmla="*/ 342900 h 762000"/>
                  <a:gd name="csX8" fmla="*/ 295275 w 438150"/>
                  <a:gd name="csY8" fmla="*/ 342900 h 762000"/>
                  <a:gd name="csX9" fmla="*/ 295275 w 438150"/>
                  <a:gd name="csY9" fmla="*/ 381000 h 762000"/>
                  <a:gd name="csX10" fmla="*/ 400050 w 438150"/>
                  <a:gd name="csY10" fmla="*/ 0 h 762000"/>
                  <a:gd name="csX11" fmla="*/ 0 w 438150"/>
                  <a:gd name="csY11" fmla="*/ 1905 h 762000"/>
                  <a:gd name="csX12" fmla="*/ 0 w 438150"/>
                  <a:gd name="csY12" fmla="*/ 762000 h 762000"/>
                  <a:gd name="csX13" fmla="*/ 400050 w 438150"/>
                  <a:gd name="csY13" fmla="*/ 762000 h 762000"/>
                  <a:gd name="csX14" fmla="*/ 438150 w 438150"/>
                  <a:gd name="csY14" fmla="*/ 723900 h 762000"/>
                  <a:gd name="csX15" fmla="*/ 438150 w 438150"/>
                  <a:gd name="csY15" fmla="*/ 38100 h 762000"/>
                  <a:gd name="csX16" fmla="*/ 400050 w 438150"/>
                  <a:gd name="csY16" fmla="*/ 0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438150" h="762000">
                    <a:moveTo>
                      <a:pt x="352425" y="285750"/>
                    </a:moveTo>
                    <a:lnTo>
                      <a:pt x="85725" y="285750"/>
                    </a:lnTo>
                    <a:lnTo>
                      <a:pt x="85725" y="228600"/>
                    </a:lnTo>
                    <a:lnTo>
                      <a:pt x="352425" y="228600"/>
                    </a:lnTo>
                    <a:lnTo>
                      <a:pt x="352425" y="285750"/>
                    </a:lnTo>
                    <a:close/>
                    <a:moveTo>
                      <a:pt x="295275" y="381000"/>
                    </a:moveTo>
                    <a:lnTo>
                      <a:pt x="147638" y="381000"/>
                    </a:lnTo>
                    <a:lnTo>
                      <a:pt x="147638" y="342900"/>
                    </a:lnTo>
                    <a:lnTo>
                      <a:pt x="295275" y="342900"/>
                    </a:lnTo>
                    <a:lnTo>
                      <a:pt x="295275" y="381000"/>
                    </a:lnTo>
                    <a:close/>
                    <a:moveTo>
                      <a:pt x="400050" y="0"/>
                    </a:moveTo>
                    <a:lnTo>
                      <a:pt x="0" y="1905"/>
                    </a:lnTo>
                    <a:lnTo>
                      <a:pt x="0" y="762000"/>
                    </a:lnTo>
                    <a:lnTo>
                      <a:pt x="400050" y="762000"/>
                    </a:lnTo>
                    <a:cubicBezTo>
                      <a:pt x="421005" y="762000"/>
                      <a:pt x="438150" y="744855"/>
                      <a:pt x="438150" y="723900"/>
                    </a:cubicBezTo>
                    <a:lnTo>
                      <a:pt x="438150" y="38100"/>
                    </a:lnTo>
                    <a:cubicBezTo>
                      <a:pt x="438150" y="17145"/>
                      <a:pt x="421005" y="0"/>
                      <a:pt x="40005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61FDEBBC-706E-4BB1-12D7-B275673B09B6}"/>
                </a:ext>
              </a:extLst>
            </p:cNvPr>
            <p:cNvGrpSpPr/>
            <p:nvPr/>
          </p:nvGrpSpPr>
          <p:grpSpPr>
            <a:xfrm>
              <a:off x="2267680" y="5045701"/>
              <a:ext cx="180000" cy="180000"/>
              <a:chOff x="2267680" y="5045701"/>
              <a:chExt cx="180000" cy="180000"/>
            </a:xfrm>
          </p:grpSpPr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AB019894-6DAE-D617-5CF2-3CED8B5952FA}"/>
                  </a:ext>
                </a:extLst>
              </p:cNvPr>
              <p:cNvSpPr/>
              <p:nvPr/>
            </p:nvSpPr>
            <p:spPr>
              <a:xfrm>
                <a:off x="2267680" y="5077465"/>
                <a:ext cx="180000" cy="148236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7747B9C2-0B78-126D-5AB8-57456AA507E3}"/>
                  </a:ext>
                </a:extLst>
              </p:cNvPr>
              <p:cNvSpPr/>
              <p:nvPr/>
            </p:nvSpPr>
            <p:spPr>
              <a:xfrm>
                <a:off x="2267680" y="5045701"/>
                <a:ext cx="180000" cy="2117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89" name="그래픽 9" descr="단일 톱니바퀴 단색으로 채워진">
              <a:extLst>
                <a:ext uri="{FF2B5EF4-FFF2-40B4-BE49-F238E27FC236}">
                  <a16:creationId xmlns:a16="http://schemas.microsoft.com/office/drawing/2014/main" id="{9FCA685B-1848-E461-DFE0-D97A61022277}"/>
                </a:ext>
              </a:extLst>
            </p:cNvPr>
            <p:cNvSpPr/>
            <p:nvPr/>
          </p:nvSpPr>
          <p:spPr>
            <a:xfrm>
              <a:off x="2915625" y="5045701"/>
              <a:ext cx="180000" cy="180000"/>
            </a:xfrm>
            <a:custGeom>
              <a:avLst/>
              <a:gdLst>
                <a:gd name="csX0" fmla="*/ 323850 w 648652"/>
                <a:gd name="csY0" fmla="*/ 438150 h 647700"/>
                <a:gd name="csX1" fmla="*/ 209550 w 648652"/>
                <a:gd name="csY1" fmla="*/ 323850 h 647700"/>
                <a:gd name="csX2" fmla="*/ 323850 w 648652"/>
                <a:gd name="csY2" fmla="*/ 209550 h 647700"/>
                <a:gd name="csX3" fmla="*/ 438150 w 648652"/>
                <a:gd name="csY3" fmla="*/ 323850 h 647700"/>
                <a:gd name="csX4" fmla="*/ 323850 w 648652"/>
                <a:gd name="csY4" fmla="*/ 438150 h 647700"/>
                <a:gd name="csX5" fmla="*/ 581025 w 648652"/>
                <a:gd name="csY5" fmla="*/ 252413 h 647700"/>
                <a:gd name="csX6" fmla="*/ 556260 w 648652"/>
                <a:gd name="csY6" fmla="*/ 193358 h 647700"/>
                <a:gd name="csX7" fmla="*/ 580073 w 648652"/>
                <a:gd name="csY7" fmla="*/ 121920 h 647700"/>
                <a:gd name="csX8" fmla="*/ 525780 w 648652"/>
                <a:gd name="csY8" fmla="*/ 67628 h 647700"/>
                <a:gd name="csX9" fmla="*/ 454343 w 648652"/>
                <a:gd name="csY9" fmla="*/ 91440 h 647700"/>
                <a:gd name="csX10" fmla="*/ 394335 w 648652"/>
                <a:gd name="csY10" fmla="*/ 66675 h 647700"/>
                <a:gd name="csX11" fmla="*/ 361950 w 648652"/>
                <a:gd name="csY11" fmla="*/ 0 h 647700"/>
                <a:gd name="csX12" fmla="*/ 285750 w 648652"/>
                <a:gd name="csY12" fmla="*/ 0 h 647700"/>
                <a:gd name="csX13" fmla="*/ 252413 w 648652"/>
                <a:gd name="csY13" fmla="*/ 66675 h 647700"/>
                <a:gd name="csX14" fmla="*/ 193358 w 648652"/>
                <a:gd name="csY14" fmla="*/ 91440 h 647700"/>
                <a:gd name="csX15" fmla="*/ 121920 w 648652"/>
                <a:gd name="csY15" fmla="*/ 67628 h 647700"/>
                <a:gd name="csX16" fmla="*/ 67628 w 648652"/>
                <a:gd name="csY16" fmla="*/ 121920 h 647700"/>
                <a:gd name="csX17" fmla="*/ 91440 w 648652"/>
                <a:gd name="csY17" fmla="*/ 193358 h 647700"/>
                <a:gd name="csX18" fmla="*/ 66675 w 648652"/>
                <a:gd name="csY18" fmla="*/ 253365 h 647700"/>
                <a:gd name="csX19" fmla="*/ 0 w 648652"/>
                <a:gd name="csY19" fmla="*/ 285750 h 647700"/>
                <a:gd name="csX20" fmla="*/ 0 w 648652"/>
                <a:gd name="csY20" fmla="*/ 361950 h 647700"/>
                <a:gd name="csX21" fmla="*/ 66675 w 648652"/>
                <a:gd name="csY21" fmla="*/ 395288 h 647700"/>
                <a:gd name="csX22" fmla="*/ 91440 w 648652"/>
                <a:gd name="csY22" fmla="*/ 454343 h 647700"/>
                <a:gd name="csX23" fmla="*/ 67628 w 648652"/>
                <a:gd name="csY23" fmla="*/ 525780 h 647700"/>
                <a:gd name="csX24" fmla="*/ 121920 w 648652"/>
                <a:gd name="csY24" fmla="*/ 580073 h 647700"/>
                <a:gd name="csX25" fmla="*/ 193358 w 648652"/>
                <a:gd name="csY25" fmla="*/ 556260 h 647700"/>
                <a:gd name="csX26" fmla="*/ 253365 w 648652"/>
                <a:gd name="csY26" fmla="*/ 581025 h 647700"/>
                <a:gd name="csX27" fmla="*/ 286703 w 648652"/>
                <a:gd name="csY27" fmla="*/ 647700 h 647700"/>
                <a:gd name="csX28" fmla="*/ 362903 w 648652"/>
                <a:gd name="csY28" fmla="*/ 647700 h 647700"/>
                <a:gd name="csX29" fmla="*/ 396240 w 648652"/>
                <a:gd name="csY29" fmla="*/ 581025 h 647700"/>
                <a:gd name="csX30" fmla="*/ 455295 w 648652"/>
                <a:gd name="csY30" fmla="*/ 556260 h 647700"/>
                <a:gd name="csX31" fmla="*/ 526733 w 648652"/>
                <a:gd name="csY31" fmla="*/ 580073 h 647700"/>
                <a:gd name="csX32" fmla="*/ 581025 w 648652"/>
                <a:gd name="csY32" fmla="*/ 525780 h 647700"/>
                <a:gd name="csX33" fmla="*/ 557213 w 648652"/>
                <a:gd name="csY33" fmla="*/ 454343 h 647700"/>
                <a:gd name="csX34" fmla="*/ 581978 w 648652"/>
                <a:gd name="csY34" fmla="*/ 394335 h 647700"/>
                <a:gd name="csX35" fmla="*/ 648653 w 648652"/>
                <a:gd name="csY35" fmla="*/ 360998 h 647700"/>
                <a:gd name="csX36" fmla="*/ 648653 w 648652"/>
                <a:gd name="csY36" fmla="*/ 284798 h 647700"/>
                <a:gd name="csX37" fmla="*/ 581025 w 648652"/>
                <a:gd name="csY37" fmla="*/ 252413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48652" h="647700">
                  <a:moveTo>
                    <a:pt x="323850" y="438150"/>
                  </a:moveTo>
                  <a:cubicBezTo>
                    <a:pt x="260985" y="438150"/>
                    <a:pt x="209550" y="386715"/>
                    <a:pt x="209550" y="323850"/>
                  </a:cubicBezTo>
                  <a:cubicBezTo>
                    <a:pt x="209550" y="260985"/>
                    <a:pt x="260985" y="209550"/>
                    <a:pt x="323850" y="209550"/>
                  </a:cubicBezTo>
                  <a:cubicBezTo>
                    <a:pt x="386715" y="209550"/>
                    <a:pt x="438150" y="260985"/>
                    <a:pt x="438150" y="323850"/>
                  </a:cubicBezTo>
                  <a:cubicBezTo>
                    <a:pt x="438150" y="386715"/>
                    <a:pt x="386715" y="438150"/>
                    <a:pt x="323850" y="438150"/>
                  </a:cubicBezTo>
                  <a:close/>
                  <a:moveTo>
                    <a:pt x="581025" y="252413"/>
                  </a:moveTo>
                  <a:cubicBezTo>
                    <a:pt x="575310" y="231458"/>
                    <a:pt x="566738" y="211455"/>
                    <a:pt x="556260" y="193358"/>
                  </a:cubicBezTo>
                  <a:lnTo>
                    <a:pt x="580073" y="121920"/>
                  </a:lnTo>
                  <a:lnTo>
                    <a:pt x="525780" y="67628"/>
                  </a:lnTo>
                  <a:lnTo>
                    <a:pt x="454343" y="91440"/>
                  </a:lnTo>
                  <a:cubicBezTo>
                    <a:pt x="435293" y="80963"/>
                    <a:pt x="415290" y="72390"/>
                    <a:pt x="394335" y="66675"/>
                  </a:cubicBezTo>
                  <a:lnTo>
                    <a:pt x="361950" y="0"/>
                  </a:lnTo>
                  <a:lnTo>
                    <a:pt x="285750" y="0"/>
                  </a:lnTo>
                  <a:lnTo>
                    <a:pt x="252413" y="66675"/>
                  </a:lnTo>
                  <a:cubicBezTo>
                    <a:pt x="231458" y="72390"/>
                    <a:pt x="211455" y="80963"/>
                    <a:pt x="193358" y="91440"/>
                  </a:cubicBezTo>
                  <a:lnTo>
                    <a:pt x="121920" y="67628"/>
                  </a:lnTo>
                  <a:lnTo>
                    <a:pt x="67628" y="121920"/>
                  </a:lnTo>
                  <a:lnTo>
                    <a:pt x="91440" y="193358"/>
                  </a:lnTo>
                  <a:cubicBezTo>
                    <a:pt x="80963" y="212408"/>
                    <a:pt x="72390" y="232410"/>
                    <a:pt x="66675" y="253365"/>
                  </a:cubicBezTo>
                  <a:lnTo>
                    <a:pt x="0" y="285750"/>
                  </a:lnTo>
                  <a:lnTo>
                    <a:pt x="0" y="361950"/>
                  </a:lnTo>
                  <a:lnTo>
                    <a:pt x="66675" y="395288"/>
                  </a:lnTo>
                  <a:cubicBezTo>
                    <a:pt x="72390" y="416243"/>
                    <a:pt x="80963" y="436245"/>
                    <a:pt x="91440" y="454343"/>
                  </a:cubicBezTo>
                  <a:lnTo>
                    <a:pt x="67628" y="525780"/>
                  </a:lnTo>
                  <a:lnTo>
                    <a:pt x="121920" y="580073"/>
                  </a:lnTo>
                  <a:lnTo>
                    <a:pt x="193358" y="556260"/>
                  </a:lnTo>
                  <a:cubicBezTo>
                    <a:pt x="212408" y="566738"/>
                    <a:pt x="232410" y="575310"/>
                    <a:pt x="253365" y="581025"/>
                  </a:cubicBezTo>
                  <a:lnTo>
                    <a:pt x="286703" y="647700"/>
                  </a:lnTo>
                  <a:lnTo>
                    <a:pt x="362903" y="647700"/>
                  </a:lnTo>
                  <a:lnTo>
                    <a:pt x="396240" y="581025"/>
                  </a:lnTo>
                  <a:cubicBezTo>
                    <a:pt x="417195" y="575310"/>
                    <a:pt x="437198" y="566738"/>
                    <a:pt x="455295" y="556260"/>
                  </a:cubicBezTo>
                  <a:lnTo>
                    <a:pt x="526733" y="580073"/>
                  </a:lnTo>
                  <a:lnTo>
                    <a:pt x="581025" y="525780"/>
                  </a:lnTo>
                  <a:lnTo>
                    <a:pt x="557213" y="454343"/>
                  </a:lnTo>
                  <a:cubicBezTo>
                    <a:pt x="567690" y="435293"/>
                    <a:pt x="576263" y="415290"/>
                    <a:pt x="581978" y="394335"/>
                  </a:cubicBezTo>
                  <a:lnTo>
                    <a:pt x="648653" y="360998"/>
                  </a:lnTo>
                  <a:lnTo>
                    <a:pt x="648653" y="284798"/>
                  </a:lnTo>
                  <a:lnTo>
                    <a:pt x="581025" y="25241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57838D57-0A64-1FDC-FC5B-46C731B47621}"/>
                </a:ext>
              </a:extLst>
            </p:cNvPr>
            <p:cNvGrpSpPr/>
            <p:nvPr/>
          </p:nvGrpSpPr>
          <p:grpSpPr>
            <a:xfrm>
              <a:off x="1619737" y="5045701"/>
              <a:ext cx="184117" cy="187446"/>
              <a:chOff x="1619737" y="5045701"/>
              <a:chExt cx="184117" cy="187446"/>
            </a:xfrm>
          </p:grpSpPr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CC9AC0AB-67D1-C79E-1B36-3D8E5BBC8406}"/>
                  </a:ext>
                </a:extLst>
              </p:cNvPr>
              <p:cNvSpPr/>
              <p:nvPr userDrawn="1"/>
            </p:nvSpPr>
            <p:spPr>
              <a:xfrm>
                <a:off x="1619737" y="5126793"/>
                <a:ext cx="72000" cy="72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DB2ADD1B-DCFB-043E-A7DE-27776604FB77}"/>
                  </a:ext>
                </a:extLst>
              </p:cNvPr>
              <p:cNvSpPr/>
              <p:nvPr userDrawn="1"/>
            </p:nvSpPr>
            <p:spPr>
              <a:xfrm>
                <a:off x="1749854" y="5179147"/>
                <a:ext cx="54000" cy="54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5E34E8E3-4614-4535-9A3E-D12DC6D7D7E6}"/>
                  </a:ext>
                </a:extLst>
              </p:cNvPr>
              <p:cNvSpPr/>
              <p:nvPr userDrawn="1"/>
            </p:nvSpPr>
            <p:spPr>
              <a:xfrm>
                <a:off x="1717962" y="5045701"/>
                <a:ext cx="72000" cy="72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85AA9736-B2BB-D2D6-2927-60D4601C19F7}"/>
                  </a:ext>
                </a:extLst>
              </p:cNvPr>
              <p:cNvSpPr/>
              <p:nvPr userDrawn="1"/>
            </p:nvSpPr>
            <p:spPr>
              <a:xfrm>
                <a:off x="1653838" y="5087791"/>
                <a:ext cx="115484" cy="112914"/>
              </a:xfrm>
              <a:custGeom>
                <a:avLst/>
                <a:gdLst>
                  <a:gd name="csX0" fmla="*/ 134938 w 195263"/>
                  <a:gd name="csY0" fmla="*/ 0 h 161925"/>
                  <a:gd name="csX1" fmla="*/ 0 w 195263"/>
                  <a:gd name="csY1" fmla="*/ 109538 h 161925"/>
                  <a:gd name="csX2" fmla="*/ 195263 w 195263"/>
                  <a:gd name="csY2" fmla="*/ 161925 h 1619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6688" h="174625">
                    <a:moveTo>
                      <a:pt x="134938" y="0"/>
                    </a:moveTo>
                    <a:lnTo>
                      <a:pt x="0" y="109538"/>
                    </a:lnTo>
                    <a:lnTo>
                      <a:pt x="166688" y="174625"/>
                    </a:lnTo>
                  </a:path>
                </a:pathLst>
              </a:custGeom>
              <a:noFill/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019FCEF4-2C5A-4E90-4FF1-3274DF2A4D48}"/>
              </a:ext>
            </a:extLst>
          </p:cNvPr>
          <p:cNvSpPr txBox="1"/>
          <p:nvPr/>
        </p:nvSpPr>
        <p:spPr>
          <a:xfrm>
            <a:off x="368367" y="1632062"/>
            <a:ext cx="26827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홈화면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탭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노트 확인용</a:t>
            </a:r>
            <a:b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공유노트인지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개인노트인지 </a:t>
            </a:r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우상단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토글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버튼을 통해 확인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44BBADE-E48C-C482-0ED0-A55D11BA2508}"/>
              </a:ext>
            </a:extLst>
          </p:cNvPr>
          <p:cNvSpPr txBox="1"/>
          <p:nvPr/>
        </p:nvSpPr>
        <p:spPr>
          <a:xfrm>
            <a:off x="1257435" y="4136007"/>
            <a:ext cx="430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14sp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F092271-8552-525C-F15A-2EED763356E0}"/>
              </a:ext>
            </a:extLst>
          </p:cNvPr>
          <p:cNvSpPr txBox="1"/>
          <p:nvPr/>
        </p:nvSpPr>
        <p:spPr>
          <a:xfrm>
            <a:off x="1134667" y="4246560"/>
            <a:ext cx="430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12sp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FCAF561-774C-9BFA-6ABF-1CA1761BB623}"/>
              </a:ext>
            </a:extLst>
          </p:cNvPr>
          <p:cNvSpPr txBox="1"/>
          <p:nvPr/>
        </p:nvSpPr>
        <p:spPr>
          <a:xfrm>
            <a:off x="1150825" y="3131385"/>
            <a:ext cx="11787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책처럼 </a:t>
            </a:r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두께감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있게 표현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그림자 효과 추가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6C021E0-8038-05C9-E2E9-8DBBEE763432}"/>
              </a:ext>
            </a:extLst>
          </p:cNvPr>
          <p:cNvSpPr txBox="1"/>
          <p:nvPr/>
        </p:nvSpPr>
        <p:spPr>
          <a:xfrm>
            <a:off x="1076049" y="2534235"/>
            <a:ext cx="1267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주변 노트 아이콘 크기</a:t>
            </a:r>
            <a:b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145*218dp</a:t>
            </a:r>
          </a:p>
        </p:txBody>
      </p: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441718E3-035D-C105-35F7-334126A7A3FD}"/>
              </a:ext>
            </a:extLst>
          </p:cNvPr>
          <p:cNvGrpSpPr/>
          <p:nvPr/>
        </p:nvGrpSpPr>
        <p:grpSpPr>
          <a:xfrm>
            <a:off x="2734585" y="435624"/>
            <a:ext cx="360650" cy="180325"/>
            <a:chOff x="3138715" y="2760323"/>
            <a:chExt cx="360000" cy="180000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2A04DC68-EFB4-5A4E-0FCF-1E603520E7E2}"/>
                </a:ext>
              </a:extLst>
            </p:cNvPr>
            <p:cNvSpPr/>
            <p:nvPr/>
          </p:nvSpPr>
          <p:spPr>
            <a:xfrm>
              <a:off x="3138715" y="2760323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DDCA6822-B293-B4B4-78AF-E670C9EC00E0}"/>
                </a:ext>
              </a:extLst>
            </p:cNvPr>
            <p:cNvSpPr/>
            <p:nvPr/>
          </p:nvSpPr>
          <p:spPr>
            <a:xfrm>
              <a:off x="3155551" y="2772923"/>
              <a:ext cx="151200" cy="151200"/>
            </a:xfrm>
            <a:prstGeom prst="ellipse">
              <a:avLst/>
            </a:prstGeom>
            <a:solidFill>
              <a:schemeClr val="accent4"/>
            </a:solidFill>
            <a:ln w="6350">
              <a:noFill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2" name="그래픽 111" descr="사용자 단색으로 채워진">
            <a:extLst>
              <a:ext uri="{FF2B5EF4-FFF2-40B4-BE49-F238E27FC236}">
                <a16:creationId xmlns:a16="http://schemas.microsoft.com/office/drawing/2014/main" id="{998DF0DE-0C95-4ACD-1AA0-575AE3B16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8577" y="432018"/>
            <a:ext cx="156957" cy="156957"/>
          </a:xfrm>
          <a:prstGeom prst="rect">
            <a:avLst/>
          </a:prstGeom>
        </p:spPr>
      </p:pic>
      <p:pic>
        <p:nvPicPr>
          <p:cNvPr id="108" name="그래픽 107" descr="모임 단색으로 채워진">
            <a:extLst>
              <a:ext uri="{FF2B5EF4-FFF2-40B4-BE49-F238E27FC236}">
                <a16:creationId xmlns:a16="http://schemas.microsoft.com/office/drawing/2014/main" id="{37198DC8-DA16-E132-7A9B-5B133D4B0F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5625" y="443355"/>
            <a:ext cx="156957" cy="156957"/>
          </a:xfrm>
          <a:prstGeom prst="rect">
            <a:avLst/>
          </a:prstGeom>
        </p:spPr>
      </p:pic>
      <p:sp>
        <p:nvSpPr>
          <p:cNvPr id="161" name="TextBox 160">
            <a:extLst>
              <a:ext uri="{FF2B5EF4-FFF2-40B4-BE49-F238E27FC236}">
                <a16:creationId xmlns:a16="http://schemas.microsoft.com/office/drawing/2014/main" id="{F7B4926F-42CA-4D30-F46E-25C031ADFBB8}"/>
              </a:ext>
            </a:extLst>
          </p:cNvPr>
          <p:cNvSpPr txBox="1"/>
          <p:nvPr/>
        </p:nvSpPr>
        <p:spPr>
          <a:xfrm>
            <a:off x="1214934" y="701991"/>
            <a:ext cx="156194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04815">
              <a:defRPr/>
            </a:pPr>
            <a:r>
              <a:rPr lang="en-US" altLang="ko-KR" sz="7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Togle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스위치로 개인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or 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공유 목록 전환</a:t>
            </a:r>
          </a:p>
        </p:txBody>
      </p:sp>
      <p:sp>
        <p:nvSpPr>
          <p:cNvPr id="164" name="자유형: 도형 163">
            <a:extLst>
              <a:ext uri="{FF2B5EF4-FFF2-40B4-BE49-F238E27FC236}">
                <a16:creationId xmlns:a16="http://schemas.microsoft.com/office/drawing/2014/main" id="{F64954FF-2D96-AAF2-B1EE-96267E781797}"/>
              </a:ext>
            </a:extLst>
          </p:cNvPr>
          <p:cNvSpPr/>
          <p:nvPr/>
        </p:nvSpPr>
        <p:spPr>
          <a:xfrm flipH="1">
            <a:off x="2705201" y="622300"/>
            <a:ext cx="98088" cy="177800"/>
          </a:xfrm>
          <a:custGeom>
            <a:avLst/>
            <a:gdLst>
              <a:gd name="csX0" fmla="*/ 0 w 73025"/>
              <a:gd name="csY0" fmla="*/ 0 h 177800"/>
              <a:gd name="csX1" fmla="*/ 0 w 73025"/>
              <a:gd name="csY1" fmla="*/ 177800 h 177800"/>
              <a:gd name="csX2" fmla="*/ 73025 w 73025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3025" h="177800">
                <a:moveTo>
                  <a:pt x="0" y="0"/>
                </a:moveTo>
                <a:lnTo>
                  <a:pt x="0" y="177800"/>
                </a:lnTo>
                <a:lnTo>
                  <a:pt x="73025" y="177800"/>
                </a:lnTo>
              </a:path>
            </a:pathLst>
          </a:custGeom>
          <a:noFill/>
          <a:ln w="6350">
            <a:solidFill>
              <a:srgbClr val="C00000"/>
            </a:solidFill>
            <a:head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A2FBB12F-0797-31AD-BE81-17F199B89D71}"/>
              </a:ext>
            </a:extLst>
          </p:cNvPr>
          <p:cNvSpPr txBox="1"/>
          <p:nvPr/>
        </p:nvSpPr>
        <p:spPr>
          <a:xfrm>
            <a:off x="1145485" y="303215"/>
            <a:ext cx="11178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04815">
              <a:defRPr/>
            </a:pPr>
            <a:r>
              <a:rPr lang="ko-KR" altLang="en-US" sz="7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탭헤더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색상은 검정색으로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EE5C160-C379-7373-0407-6A74CC11C8E2}"/>
              </a:ext>
            </a:extLst>
          </p:cNvPr>
          <p:cNvSpPr txBox="1"/>
          <p:nvPr/>
        </p:nvSpPr>
        <p:spPr>
          <a:xfrm>
            <a:off x="-92712" y="3905091"/>
            <a:ext cx="8398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Title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B2985DC-C9F9-DF0C-AB84-085C13EEEA1A}"/>
              </a:ext>
            </a:extLst>
          </p:cNvPr>
          <p:cNvSpPr txBox="1"/>
          <p:nvPr/>
        </p:nvSpPr>
        <p:spPr>
          <a:xfrm>
            <a:off x="-92712" y="4010379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2026.08.16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E50B2EF-C3D8-7623-476B-8F43DE75EB3C}"/>
              </a:ext>
            </a:extLst>
          </p:cNvPr>
          <p:cNvSpPr txBox="1"/>
          <p:nvPr/>
        </p:nvSpPr>
        <p:spPr>
          <a:xfrm>
            <a:off x="-92717" y="3884437"/>
            <a:ext cx="430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12sp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BFD3AF0-4015-BEE3-6EF3-909F8B31B72C}"/>
              </a:ext>
            </a:extLst>
          </p:cNvPr>
          <p:cNvSpPr txBox="1"/>
          <p:nvPr/>
        </p:nvSpPr>
        <p:spPr>
          <a:xfrm>
            <a:off x="-215485" y="3994990"/>
            <a:ext cx="430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10sp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422E4F3-3122-F8DF-120F-E4F11D97D6F7}"/>
              </a:ext>
            </a:extLst>
          </p:cNvPr>
          <p:cNvSpPr txBox="1"/>
          <p:nvPr/>
        </p:nvSpPr>
        <p:spPr>
          <a:xfrm>
            <a:off x="2734585" y="3905091"/>
            <a:ext cx="8398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Title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81C96B46-7D88-B150-9212-D19E4B8924F5}"/>
              </a:ext>
            </a:extLst>
          </p:cNvPr>
          <p:cNvSpPr txBox="1"/>
          <p:nvPr/>
        </p:nvSpPr>
        <p:spPr>
          <a:xfrm>
            <a:off x="2734585" y="4010379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2026.08.16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D363325-58C1-CD47-4354-4E01F399151E}"/>
              </a:ext>
            </a:extLst>
          </p:cNvPr>
          <p:cNvSpPr txBox="1"/>
          <p:nvPr/>
        </p:nvSpPr>
        <p:spPr>
          <a:xfrm>
            <a:off x="2734580" y="3884437"/>
            <a:ext cx="430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12sp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EBF55DB3-8B94-1D5E-4EAF-9E9800541B9B}"/>
              </a:ext>
            </a:extLst>
          </p:cNvPr>
          <p:cNvSpPr txBox="1"/>
          <p:nvPr/>
        </p:nvSpPr>
        <p:spPr>
          <a:xfrm>
            <a:off x="2611812" y="3994990"/>
            <a:ext cx="430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10sp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0AB3CCE-16A6-A9FB-A75E-56E3BADBF072}"/>
              </a:ext>
            </a:extLst>
          </p:cNvPr>
          <p:cNvGrpSpPr/>
          <p:nvPr/>
        </p:nvGrpSpPr>
        <p:grpSpPr>
          <a:xfrm>
            <a:off x="2479854" y="1705317"/>
            <a:ext cx="614108" cy="180000"/>
            <a:chOff x="2479854" y="1705317"/>
            <a:chExt cx="614108" cy="18000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5006B99-103D-C914-C099-27ED4143DDDE}"/>
                </a:ext>
              </a:extLst>
            </p:cNvPr>
            <p:cNvSpPr/>
            <p:nvPr/>
          </p:nvSpPr>
          <p:spPr>
            <a:xfrm>
              <a:off x="2913962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54F21650-7FC0-DEE0-12E2-8EE26A4F76B7}"/>
                </a:ext>
              </a:extLst>
            </p:cNvPr>
            <p:cNvSpPr/>
            <p:nvPr/>
          </p:nvSpPr>
          <p:spPr>
            <a:xfrm>
              <a:off x="2696908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38BC5F8-D47C-302F-1D31-947EF89BD152}"/>
                </a:ext>
              </a:extLst>
            </p:cNvPr>
            <p:cNvSpPr/>
            <p:nvPr/>
          </p:nvSpPr>
          <p:spPr>
            <a:xfrm>
              <a:off x="2479854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774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FF198-CAE8-D21D-14D8-B8F892ED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그룹 71">
            <a:extLst>
              <a:ext uri="{FF2B5EF4-FFF2-40B4-BE49-F238E27FC236}">
                <a16:creationId xmlns:a16="http://schemas.microsoft.com/office/drawing/2014/main" id="{6F4E764E-38EA-F1C9-F640-F841FFD25B08}"/>
              </a:ext>
            </a:extLst>
          </p:cNvPr>
          <p:cNvGrpSpPr/>
          <p:nvPr/>
        </p:nvGrpSpPr>
        <p:grpSpPr>
          <a:xfrm>
            <a:off x="-176762" y="2347012"/>
            <a:ext cx="1042340" cy="1568747"/>
            <a:chOff x="2138045" y="3527386"/>
            <a:chExt cx="2425965" cy="3651137"/>
          </a:xfrm>
        </p:grpSpPr>
        <p:sp>
          <p:nvSpPr>
            <p:cNvPr id="73" name="사각형: 둥근 위쪽 모서리 72">
              <a:extLst>
                <a:ext uri="{FF2B5EF4-FFF2-40B4-BE49-F238E27FC236}">
                  <a16:creationId xmlns:a16="http://schemas.microsoft.com/office/drawing/2014/main" id="{52DDFA12-0329-729E-9798-F152CD6B6D20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305683"/>
            </a:solidFill>
            <a:ln>
              <a:noFill/>
            </a:ln>
            <a:effectLst>
              <a:outerShdw blurRad="38100" dist="38100" dir="2700000" algn="tl" rotWithShape="0">
                <a:srgbClr val="27466B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8709F392-BCEB-8ECA-99BB-7C522C8B6A1D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254BAE10-A5D8-9B9D-2CB1-931CAE125F53}"/>
              </a:ext>
            </a:extLst>
          </p:cNvPr>
          <p:cNvGrpSpPr/>
          <p:nvPr/>
        </p:nvGrpSpPr>
        <p:grpSpPr>
          <a:xfrm>
            <a:off x="2549803" y="2347012"/>
            <a:ext cx="1042340" cy="1568747"/>
            <a:chOff x="2138045" y="3527386"/>
            <a:chExt cx="2425965" cy="3651137"/>
          </a:xfrm>
        </p:grpSpPr>
        <p:sp>
          <p:nvSpPr>
            <p:cNvPr id="80" name="사각형: 둥근 위쪽 모서리 79">
              <a:extLst>
                <a:ext uri="{FF2B5EF4-FFF2-40B4-BE49-F238E27FC236}">
                  <a16:creationId xmlns:a16="http://schemas.microsoft.com/office/drawing/2014/main" id="{816B89D1-E5DE-7193-0B5E-3179FAB7A08B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38100" dist="38100" dir="2700000" algn="tl" rotWithShape="0">
                <a:schemeClr val="accent2">
                  <a:lumMod val="75000"/>
                  <a:alpha val="8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A8DD1B4E-82B3-3E20-D0A1-0967FE55CAD6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C98C9C0-CB98-3AF3-B9DF-72DCD73B4444}"/>
              </a:ext>
            </a:extLst>
          </p:cNvPr>
          <p:cNvGrpSpPr/>
          <p:nvPr/>
        </p:nvGrpSpPr>
        <p:grpSpPr>
          <a:xfrm>
            <a:off x="1046593" y="2141376"/>
            <a:ext cx="1315608" cy="1980020"/>
            <a:chOff x="2138045" y="3527386"/>
            <a:chExt cx="2425965" cy="3651137"/>
          </a:xfrm>
        </p:grpSpPr>
        <p:sp>
          <p:nvSpPr>
            <p:cNvPr id="3" name="사각형: 둥근 위쪽 모서리 2">
              <a:extLst>
                <a:ext uri="{FF2B5EF4-FFF2-40B4-BE49-F238E27FC236}">
                  <a16:creationId xmlns:a16="http://schemas.microsoft.com/office/drawing/2014/main" id="{A5701955-3078-E31F-C8C3-5CCECA50CFF2}"/>
                </a:ext>
              </a:extLst>
            </p:cNvPr>
            <p:cNvSpPr/>
            <p:nvPr/>
          </p:nvSpPr>
          <p:spPr>
            <a:xfrm rot="5400000">
              <a:off x="1525460" y="4139972"/>
              <a:ext cx="3651136" cy="242596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rgbClr val="FFBF2A"/>
            </a:solidFill>
            <a:ln>
              <a:noFill/>
            </a:ln>
            <a:effectLst>
              <a:outerShdw blurRad="38100" dist="38100" dir="2700000" algn="tl" rotWithShape="0">
                <a:srgbClr val="825A00">
                  <a:alpha val="8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5B284E2-7D37-B2B2-609A-CA69AF4D59D8}"/>
                </a:ext>
              </a:extLst>
            </p:cNvPr>
            <p:cNvSpPr/>
            <p:nvPr/>
          </p:nvSpPr>
          <p:spPr>
            <a:xfrm>
              <a:off x="2138045" y="3527386"/>
              <a:ext cx="235894" cy="3651136"/>
            </a:xfrm>
            <a:prstGeom prst="rect">
              <a:avLst/>
            </a:prstGeom>
            <a:solidFill>
              <a:srgbClr val="E7A4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465AA63-9BDF-9895-AFC0-D2D02B678FDF}"/>
              </a:ext>
            </a:extLst>
          </p:cNvPr>
          <p:cNvSpPr txBox="1"/>
          <p:nvPr/>
        </p:nvSpPr>
        <p:spPr>
          <a:xfrm>
            <a:off x="341314" y="913620"/>
            <a:ext cx="273684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500" dirty="0">
                <a:solidFill>
                  <a:schemeClr val="accent5">
                    <a:lumMod val="50000"/>
                  </a:schemeClr>
                </a:solidFill>
                <a:latin typeface="Cavorting" panose="000B0504000000000004" pitchFamily="34" charset="0"/>
              </a:rPr>
              <a:t>Draw your time</a:t>
            </a:r>
            <a:endParaRPr lang="ko-KR" altLang="en-US" sz="3500" dirty="0">
              <a:solidFill>
                <a:schemeClr val="accent5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3336B8E-FC0C-3DDB-9E82-31AB4F5DAA72}"/>
              </a:ext>
            </a:extLst>
          </p:cNvPr>
          <p:cNvSpPr txBox="1"/>
          <p:nvPr/>
        </p:nvSpPr>
        <p:spPr>
          <a:xfrm>
            <a:off x="1289819" y="4132403"/>
            <a:ext cx="8398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Title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0DE7706-2FA0-0477-8E7C-7A4A1490F1C2}"/>
              </a:ext>
            </a:extLst>
          </p:cNvPr>
          <p:cNvSpPr txBox="1"/>
          <p:nvPr/>
        </p:nvSpPr>
        <p:spPr>
          <a:xfrm>
            <a:off x="1289819" y="4259687"/>
            <a:ext cx="8398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2026.08.16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D4987-B262-D1CF-423C-912207C632DB}"/>
              </a:ext>
            </a:extLst>
          </p:cNvPr>
          <p:cNvSpPr txBox="1"/>
          <p:nvPr/>
        </p:nvSpPr>
        <p:spPr>
          <a:xfrm>
            <a:off x="1207986" y="364661"/>
            <a:ext cx="100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doni MT Black" panose="02070A03080606020203" pitchFamily="18" charset="0"/>
              </a:rPr>
              <a:t>daymory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Bodoni MT Black" panose="02070A03080606020203" pitchFamily="18" charset="0"/>
            </a:endParaRP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73413859-791B-146E-40BD-D8D5C4C195F8}"/>
              </a:ext>
            </a:extLst>
          </p:cNvPr>
          <p:cNvGrpSpPr/>
          <p:nvPr/>
        </p:nvGrpSpPr>
        <p:grpSpPr>
          <a:xfrm>
            <a:off x="-2" y="4972050"/>
            <a:ext cx="3419475" cy="434975"/>
            <a:chOff x="-2" y="4972050"/>
            <a:chExt cx="3419475" cy="434975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692FF1CF-0947-00C0-05FB-DB6E129D135A}"/>
                </a:ext>
              </a:extLst>
            </p:cNvPr>
            <p:cNvSpPr/>
            <p:nvPr/>
          </p:nvSpPr>
          <p:spPr>
            <a:xfrm>
              <a:off x="-2" y="4972050"/>
              <a:ext cx="3419475" cy="434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543F9810-8808-DEB8-8B9D-E8FE9716F687}"/>
                </a:ext>
              </a:extLst>
            </p:cNvPr>
            <p:cNvGrpSpPr/>
            <p:nvPr/>
          </p:nvGrpSpPr>
          <p:grpSpPr>
            <a:xfrm>
              <a:off x="211329" y="5045701"/>
              <a:ext cx="405037" cy="351080"/>
              <a:chOff x="211329" y="3536941"/>
              <a:chExt cx="405037" cy="351080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51F339-EF34-E0C1-4EFB-79302D564550}"/>
                  </a:ext>
                </a:extLst>
              </p:cNvPr>
              <p:cNvSpPr txBox="1"/>
              <p:nvPr userDrawn="1"/>
            </p:nvSpPr>
            <p:spPr>
              <a:xfrm>
                <a:off x="211329" y="370335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ctr" defTabSz="304815" rtl="0" eaLnBrk="1" latinLnBrk="0" hangingPunct="1"/>
                <a:r>
                  <a:rPr lang="en-US" altLang="ko-KR" sz="600" kern="1200" dirty="0">
                    <a:solidFill>
                      <a:schemeClr val="accent5">
                        <a:lumMod val="50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Home</a:t>
                </a:r>
                <a:endParaRPr lang="ko-KR" altLang="en-US" sz="600" kern="1200" dirty="0">
                  <a:solidFill>
                    <a:schemeClr val="accent5">
                      <a:lumMod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3" name="그래픽 15" descr="주택 윤곽선">
                <a:extLst>
                  <a:ext uri="{FF2B5EF4-FFF2-40B4-BE49-F238E27FC236}">
                    <a16:creationId xmlns:a16="http://schemas.microsoft.com/office/drawing/2014/main" id="{90206743-F609-C60D-76A9-049016D7FF0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323848" y="3536941"/>
                <a:ext cx="180000" cy="180000"/>
              </a:xfrm>
              <a:custGeom>
                <a:avLst/>
                <a:gdLst>
                  <a:gd name="csX0" fmla="*/ 0 w 789298"/>
                  <a:gd name="csY0" fmla="*/ 374885 h 699134"/>
                  <a:gd name="csX1" fmla="*/ 61808 w 789298"/>
                  <a:gd name="csY1" fmla="*/ 436683 h 699134"/>
                  <a:gd name="csX2" fmla="*/ 108899 w 789298"/>
                  <a:gd name="csY2" fmla="*/ 392087 h 699134"/>
                  <a:gd name="csX3" fmla="*/ 108899 w 789298"/>
                  <a:gd name="csY3" fmla="*/ 698906 h 699134"/>
                  <a:gd name="csX4" fmla="*/ 347024 w 789298"/>
                  <a:gd name="csY4" fmla="*/ 699002 h 699134"/>
                  <a:gd name="csX5" fmla="*/ 347024 w 789298"/>
                  <a:gd name="csY5" fmla="*/ 461172 h 699134"/>
                  <a:gd name="csX6" fmla="*/ 442274 w 789298"/>
                  <a:gd name="csY6" fmla="*/ 461172 h 699134"/>
                  <a:gd name="csX7" fmla="*/ 442274 w 789298"/>
                  <a:gd name="csY7" fmla="*/ 699040 h 699134"/>
                  <a:gd name="csX8" fmla="*/ 680399 w 789298"/>
                  <a:gd name="csY8" fmla="*/ 699135 h 699134"/>
                  <a:gd name="csX9" fmla="*/ 680399 w 789298"/>
                  <a:gd name="csY9" fmla="*/ 391687 h 699134"/>
                  <a:gd name="csX10" fmla="*/ 727729 w 789298"/>
                  <a:gd name="csY10" fmla="*/ 436455 h 699134"/>
                  <a:gd name="csX11" fmla="*/ 789299 w 789298"/>
                  <a:gd name="csY11" fmla="*/ 374894 h 699134"/>
                  <a:gd name="csX12" fmla="*/ 394649 w 789298"/>
                  <a:gd name="csY12" fmla="*/ 0 h 699134"/>
                  <a:gd name="csX13" fmla="*/ 661349 w 789298"/>
                  <a:gd name="csY13" fmla="*/ 680085 h 699134"/>
                  <a:gd name="csX14" fmla="*/ 461324 w 789298"/>
                  <a:gd name="csY14" fmla="*/ 679999 h 699134"/>
                  <a:gd name="csX15" fmla="*/ 461324 w 789298"/>
                  <a:gd name="csY15" fmla="*/ 442122 h 699134"/>
                  <a:gd name="csX16" fmla="*/ 327974 w 789298"/>
                  <a:gd name="csY16" fmla="*/ 442122 h 699134"/>
                  <a:gd name="csX17" fmla="*/ 327974 w 789298"/>
                  <a:gd name="csY17" fmla="*/ 679942 h 699134"/>
                  <a:gd name="csX18" fmla="*/ 127949 w 789298"/>
                  <a:gd name="csY18" fmla="*/ 679866 h 699134"/>
                  <a:gd name="csX19" fmla="*/ 127949 w 789298"/>
                  <a:gd name="csY19" fmla="*/ 374047 h 699134"/>
                  <a:gd name="csX20" fmla="*/ 394649 w 789298"/>
                  <a:gd name="csY20" fmla="*/ 121482 h 699134"/>
                  <a:gd name="csX21" fmla="*/ 661349 w 789298"/>
                  <a:gd name="csY21" fmla="*/ 373675 h 699134"/>
                  <a:gd name="csX22" fmla="*/ 62170 w 789298"/>
                  <a:gd name="csY22" fmla="*/ 410108 h 699134"/>
                  <a:gd name="csX23" fmla="*/ 27299 w 789298"/>
                  <a:gd name="csY23" fmla="*/ 375285 h 699134"/>
                  <a:gd name="csX24" fmla="*/ 394649 w 789298"/>
                  <a:gd name="csY24" fmla="*/ 26251 h 699134"/>
                  <a:gd name="csX25" fmla="*/ 762000 w 789298"/>
                  <a:gd name="csY25" fmla="*/ 375285 h 699134"/>
                  <a:gd name="csX26" fmla="*/ 727358 w 789298"/>
                  <a:gd name="csY26" fmla="*/ 409880 h 699134"/>
                  <a:gd name="csX27" fmla="*/ 394649 w 789298"/>
                  <a:gd name="csY27" fmla="*/ 95250 h 699134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661349 w 789299"/>
                  <a:gd name="csY14" fmla="*/ 680085 h 699135"/>
                  <a:gd name="csX15" fmla="*/ 461324 w 789299"/>
                  <a:gd name="csY15" fmla="*/ 679999 h 699135"/>
                  <a:gd name="csX16" fmla="*/ 461324 w 789299"/>
                  <a:gd name="csY16" fmla="*/ 442122 h 699135"/>
                  <a:gd name="csX17" fmla="*/ 327974 w 789299"/>
                  <a:gd name="csY17" fmla="*/ 442122 h 699135"/>
                  <a:gd name="csX18" fmla="*/ 327974 w 789299"/>
                  <a:gd name="csY18" fmla="*/ 679942 h 699135"/>
                  <a:gd name="csX19" fmla="*/ 127949 w 789299"/>
                  <a:gd name="csY19" fmla="*/ 679866 h 699135"/>
                  <a:gd name="csX20" fmla="*/ 127949 w 789299"/>
                  <a:gd name="csY20" fmla="*/ 374047 h 699135"/>
                  <a:gd name="csX21" fmla="*/ 394649 w 789299"/>
                  <a:gd name="csY21" fmla="*/ 121482 h 699135"/>
                  <a:gd name="csX22" fmla="*/ 661349 w 789299"/>
                  <a:gd name="csY22" fmla="*/ 680085 h 699135"/>
                  <a:gd name="csX23" fmla="*/ 62170 w 789299"/>
                  <a:gd name="csY23" fmla="*/ 410108 h 699135"/>
                  <a:gd name="csX24" fmla="*/ 27299 w 789299"/>
                  <a:gd name="csY24" fmla="*/ 375285 h 699135"/>
                  <a:gd name="csX25" fmla="*/ 394649 w 789299"/>
                  <a:gd name="csY25" fmla="*/ 26251 h 699135"/>
                  <a:gd name="csX26" fmla="*/ 762000 w 789299"/>
                  <a:gd name="csY26" fmla="*/ 375285 h 699135"/>
                  <a:gd name="csX27" fmla="*/ 727358 w 789299"/>
                  <a:gd name="csY27" fmla="*/ 409880 h 699135"/>
                  <a:gd name="csX28" fmla="*/ 394649 w 789299"/>
                  <a:gd name="csY28" fmla="*/ 95250 h 699135"/>
                  <a:gd name="csX29" fmla="*/ 62170 w 789299"/>
                  <a:gd name="csY29" fmla="*/ 410108 h 699135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661349 w 789299"/>
                  <a:gd name="csY14" fmla="*/ 680085 h 699135"/>
                  <a:gd name="csX15" fmla="*/ 461324 w 789299"/>
                  <a:gd name="csY15" fmla="*/ 679999 h 699135"/>
                  <a:gd name="csX16" fmla="*/ 461324 w 789299"/>
                  <a:gd name="csY16" fmla="*/ 442122 h 699135"/>
                  <a:gd name="csX17" fmla="*/ 327974 w 789299"/>
                  <a:gd name="csY17" fmla="*/ 442122 h 699135"/>
                  <a:gd name="csX18" fmla="*/ 327974 w 789299"/>
                  <a:gd name="csY18" fmla="*/ 679942 h 699135"/>
                  <a:gd name="csX19" fmla="*/ 127949 w 789299"/>
                  <a:gd name="csY19" fmla="*/ 679866 h 699135"/>
                  <a:gd name="csX20" fmla="*/ 127949 w 789299"/>
                  <a:gd name="csY20" fmla="*/ 374047 h 699135"/>
                  <a:gd name="csX21" fmla="*/ 394649 w 789299"/>
                  <a:gd name="csY21" fmla="*/ 121482 h 699135"/>
                  <a:gd name="csX22" fmla="*/ 661349 w 789299"/>
                  <a:gd name="csY22" fmla="*/ 680085 h 699135"/>
                  <a:gd name="csX23" fmla="*/ 62170 w 789299"/>
                  <a:gd name="csY23" fmla="*/ 410108 h 699135"/>
                  <a:gd name="csX24" fmla="*/ 27299 w 789299"/>
                  <a:gd name="csY24" fmla="*/ 375285 h 699135"/>
                  <a:gd name="csX25" fmla="*/ 394649 w 789299"/>
                  <a:gd name="csY25" fmla="*/ 26251 h 699135"/>
                  <a:gd name="csX26" fmla="*/ 762000 w 789299"/>
                  <a:gd name="csY26" fmla="*/ 375285 h 699135"/>
                  <a:gd name="csX27" fmla="*/ 727358 w 789299"/>
                  <a:gd name="csY27" fmla="*/ 409880 h 699135"/>
                  <a:gd name="csX28" fmla="*/ 62170 w 789299"/>
                  <a:gd name="csY28" fmla="*/ 410108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127949 w 789299"/>
                  <a:gd name="csY22" fmla="*/ 374047 h 699135"/>
                  <a:gd name="csX23" fmla="*/ 394649 w 789299"/>
                  <a:gd name="csY23" fmla="*/ 121482 h 699135"/>
                  <a:gd name="csX24" fmla="*/ 661349 w 789299"/>
                  <a:gd name="csY24" fmla="*/ 680085 h 699135"/>
                  <a:gd name="csX25" fmla="*/ 62170 w 789299"/>
                  <a:gd name="csY25" fmla="*/ 410108 h 699135"/>
                  <a:gd name="csX26" fmla="*/ 27299 w 789299"/>
                  <a:gd name="csY26" fmla="*/ 375285 h 699135"/>
                  <a:gd name="csX27" fmla="*/ 486089 w 789299"/>
                  <a:gd name="csY27" fmla="*/ 117691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394649 w 789299"/>
                  <a:gd name="csY24" fmla="*/ 121482 h 699135"/>
                  <a:gd name="csX25" fmla="*/ 661349 w 789299"/>
                  <a:gd name="csY25" fmla="*/ 680085 h 699135"/>
                  <a:gd name="csX26" fmla="*/ 62170 w 789299"/>
                  <a:gd name="csY26" fmla="*/ 410108 h 699135"/>
                  <a:gd name="csX27" fmla="*/ 27299 w 789299"/>
                  <a:gd name="csY27" fmla="*/ 375285 h 699135"/>
                  <a:gd name="csX28" fmla="*/ 490852 w 789299"/>
                  <a:gd name="csY28" fmla="*/ 119279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394649 w 789299"/>
                  <a:gd name="csY24" fmla="*/ 121482 h 699135"/>
                  <a:gd name="csX25" fmla="*/ 661349 w 789299"/>
                  <a:gd name="csY25" fmla="*/ 680085 h 699135"/>
                  <a:gd name="csX26" fmla="*/ 62170 w 789299"/>
                  <a:gd name="csY26" fmla="*/ 410108 h 699135"/>
                  <a:gd name="csX27" fmla="*/ 27299 w 789299"/>
                  <a:gd name="csY27" fmla="*/ 3752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661349 w 789299"/>
                  <a:gd name="csY24" fmla="*/ 680085 h 699135"/>
                  <a:gd name="csX25" fmla="*/ 62170 w 789299"/>
                  <a:gd name="csY25" fmla="*/ 410108 h 699135"/>
                  <a:gd name="csX26" fmla="*/ 27299 w 789299"/>
                  <a:gd name="csY26" fmla="*/ 3752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661349 w 789299"/>
                  <a:gd name="csY24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127949 w 789299"/>
                  <a:gd name="csY22" fmla="*/ 374047 h 699135"/>
                  <a:gd name="csX23" fmla="*/ 661349 w 789299"/>
                  <a:gd name="csY23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661349 w 789299"/>
                  <a:gd name="csY22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661349 w 789299"/>
                  <a:gd name="csY21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661349 w 789299"/>
                  <a:gd name="csY20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661349 w 789299"/>
                  <a:gd name="csY19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661349 w 789299"/>
                  <a:gd name="csY18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0" fmla="*/ 762000 w 789299"/>
                  <a:gd name="csY0" fmla="*/ 3752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762000 w 789299"/>
                  <a:gd name="csY14" fmla="*/ 375285 h 699135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89299" h="699135">
                    <a:moveTo>
                      <a:pt x="0" y="374885"/>
                    </a:moveTo>
                    <a:lnTo>
                      <a:pt x="61808" y="436683"/>
                    </a:lnTo>
                    <a:lnTo>
                      <a:pt x="108899" y="392087"/>
                    </a:lnTo>
                    <a:lnTo>
                      <a:pt x="108899" y="698906"/>
                    </a:lnTo>
                    <a:lnTo>
                      <a:pt x="347024" y="699002"/>
                    </a:lnTo>
                    <a:lnTo>
                      <a:pt x="347024" y="461172"/>
                    </a:lnTo>
                    <a:lnTo>
                      <a:pt x="442274" y="461172"/>
                    </a:lnTo>
                    <a:lnTo>
                      <a:pt x="442274" y="699040"/>
                    </a:lnTo>
                    <a:lnTo>
                      <a:pt x="680399" y="699135"/>
                    </a:lnTo>
                    <a:lnTo>
                      <a:pt x="680399" y="391687"/>
                    </a:lnTo>
                    <a:lnTo>
                      <a:pt x="727729" y="436455"/>
                    </a:lnTo>
                    <a:lnTo>
                      <a:pt x="789299" y="374894"/>
                    </a:lnTo>
                    <a:lnTo>
                      <a:pt x="394649" y="0"/>
                    </a:lnTo>
                    <a:lnTo>
                      <a:pt x="0" y="37488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 dirty="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7067E5A-D270-B415-FD00-8B2CC2DF610D}"/>
                </a:ext>
              </a:extLst>
            </p:cNvPr>
            <p:cNvSpPr txBox="1"/>
            <p:nvPr/>
          </p:nvSpPr>
          <p:spPr>
            <a:xfrm>
              <a:off x="2803106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Other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AB57DDC-6DCF-4FF9-31C2-AEC4087236F4}"/>
                </a:ext>
              </a:extLst>
            </p:cNvPr>
            <p:cNvSpPr txBox="1"/>
            <p:nvPr/>
          </p:nvSpPr>
          <p:spPr>
            <a:xfrm>
              <a:off x="2155161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Diary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1428F26-8194-DC64-3BC8-41476F42E6CA}"/>
                </a:ext>
              </a:extLst>
            </p:cNvPr>
            <p:cNvSpPr txBox="1"/>
            <p:nvPr/>
          </p:nvSpPr>
          <p:spPr>
            <a:xfrm>
              <a:off x="1507217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share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1D5C16A-2959-5759-02CF-6BAE04916C45}"/>
                </a:ext>
              </a:extLst>
            </p:cNvPr>
            <p:cNvSpPr txBox="1"/>
            <p:nvPr/>
          </p:nvSpPr>
          <p:spPr>
            <a:xfrm>
              <a:off x="859273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List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DE1659A1-47E2-8E90-870D-FF3999FBA41F}"/>
                </a:ext>
              </a:extLst>
            </p:cNvPr>
            <p:cNvGrpSpPr/>
            <p:nvPr/>
          </p:nvGrpSpPr>
          <p:grpSpPr>
            <a:xfrm>
              <a:off x="971792" y="5045701"/>
              <a:ext cx="180000" cy="180000"/>
              <a:chOff x="971792" y="5045701"/>
              <a:chExt cx="180000" cy="180000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43B36EB5-533B-8C67-05FE-E37D527E73C9}"/>
                  </a:ext>
                </a:extLst>
              </p:cNvPr>
              <p:cNvSpPr/>
              <p:nvPr/>
            </p:nvSpPr>
            <p:spPr>
              <a:xfrm>
                <a:off x="971792" y="5046151"/>
                <a:ext cx="19286" cy="17955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BA78696F-A1F4-8A9A-0E0E-1F86C10C3A9F}"/>
                  </a:ext>
                </a:extLst>
              </p:cNvPr>
              <p:cNvSpPr/>
              <p:nvPr/>
            </p:nvSpPr>
            <p:spPr>
              <a:xfrm>
                <a:off x="1003935" y="5045701"/>
                <a:ext cx="147857" cy="180000"/>
              </a:xfrm>
              <a:custGeom>
                <a:avLst/>
                <a:gdLst>
                  <a:gd name="csX0" fmla="*/ 352425 w 438150"/>
                  <a:gd name="csY0" fmla="*/ 285750 h 762000"/>
                  <a:gd name="csX1" fmla="*/ 85725 w 438150"/>
                  <a:gd name="csY1" fmla="*/ 285750 h 762000"/>
                  <a:gd name="csX2" fmla="*/ 85725 w 438150"/>
                  <a:gd name="csY2" fmla="*/ 228600 h 762000"/>
                  <a:gd name="csX3" fmla="*/ 352425 w 438150"/>
                  <a:gd name="csY3" fmla="*/ 228600 h 762000"/>
                  <a:gd name="csX4" fmla="*/ 352425 w 438150"/>
                  <a:gd name="csY4" fmla="*/ 285750 h 762000"/>
                  <a:gd name="csX5" fmla="*/ 295275 w 438150"/>
                  <a:gd name="csY5" fmla="*/ 381000 h 762000"/>
                  <a:gd name="csX6" fmla="*/ 147638 w 438150"/>
                  <a:gd name="csY6" fmla="*/ 381000 h 762000"/>
                  <a:gd name="csX7" fmla="*/ 147638 w 438150"/>
                  <a:gd name="csY7" fmla="*/ 342900 h 762000"/>
                  <a:gd name="csX8" fmla="*/ 295275 w 438150"/>
                  <a:gd name="csY8" fmla="*/ 342900 h 762000"/>
                  <a:gd name="csX9" fmla="*/ 295275 w 438150"/>
                  <a:gd name="csY9" fmla="*/ 381000 h 762000"/>
                  <a:gd name="csX10" fmla="*/ 400050 w 438150"/>
                  <a:gd name="csY10" fmla="*/ 0 h 762000"/>
                  <a:gd name="csX11" fmla="*/ 0 w 438150"/>
                  <a:gd name="csY11" fmla="*/ 1905 h 762000"/>
                  <a:gd name="csX12" fmla="*/ 0 w 438150"/>
                  <a:gd name="csY12" fmla="*/ 762000 h 762000"/>
                  <a:gd name="csX13" fmla="*/ 400050 w 438150"/>
                  <a:gd name="csY13" fmla="*/ 762000 h 762000"/>
                  <a:gd name="csX14" fmla="*/ 438150 w 438150"/>
                  <a:gd name="csY14" fmla="*/ 723900 h 762000"/>
                  <a:gd name="csX15" fmla="*/ 438150 w 438150"/>
                  <a:gd name="csY15" fmla="*/ 38100 h 762000"/>
                  <a:gd name="csX16" fmla="*/ 400050 w 438150"/>
                  <a:gd name="csY16" fmla="*/ 0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438150" h="762000">
                    <a:moveTo>
                      <a:pt x="352425" y="285750"/>
                    </a:moveTo>
                    <a:lnTo>
                      <a:pt x="85725" y="285750"/>
                    </a:lnTo>
                    <a:lnTo>
                      <a:pt x="85725" y="228600"/>
                    </a:lnTo>
                    <a:lnTo>
                      <a:pt x="352425" y="228600"/>
                    </a:lnTo>
                    <a:lnTo>
                      <a:pt x="352425" y="285750"/>
                    </a:lnTo>
                    <a:close/>
                    <a:moveTo>
                      <a:pt x="295275" y="381000"/>
                    </a:moveTo>
                    <a:lnTo>
                      <a:pt x="147638" y="381000"/>
                    </a:lnTo>
                    <a:lnTo>
                      <a:pt x="147638" y="342900"/>
                    </a:lnTo>
                    <a:lnTo>
                      <a:pt x="295275" y="342900"/>
                    </a:lnTo>
                    <a:lnTo>
                      <a:pt x="295275" y="381000"/>
                    </a:lnTo>
                    <a:close/>
                    <a:moveTo>
                      <a:pt x="400050" y="0"/>
                    </a:moveTo>
                    <a:lnTo>
                      <a:pt x="0" y="1905"/>
                    </a:lnTo>
                    <a:lnTo>
                      <a:pt x="0" y="762000"/>
                    </a:lnTo>
                    <a:lnTo>
                      <a:pt x="400050" y="762000"/>
                    </a:lnTo>
                    <a:cubicBezTo>
                      <a:pt x="421005" y="762000"/>
                      <a:pt x="438150" y="744855"/>
                      <a:pt x="438150" y="723900"/>
                    </a:cubicBezTo>
                    <a:lnTo>
                      <a:pt x="438150" y="38100"/>
                    </a:lnTo>
                    <a:cubicBezTo>
                      <a:pt x="438150" y="17145"/>
                      <a:pt x="421005" y="0"/>
                      <a:pt x="40005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92986B80-D6BA-BDA8-8B9F-A8BCA68E1EAA}"/>
                </a:ext>
              </a:extLst>
            </p:cNvPr>
            <p:cNvGrpSpPr/>
            <p:nvPr/>
          </p:nvGrpSpPr>
          <p:grpSpPr>
            <a:xfrm>
              <a:off x="2267680" y="5045701"/>
              <a:ext cx="180000" cy="180000"/>
              <a:chOff x="2267680" y="5045701"/>
              <a:chExt cx="180000" cy="180000"/>
            </a:xfrm>
          </p:grpSpPr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105F5435-EC70-D0C5-16B3-C005B222B0CA}"/>
                  </a:ext>
                </a:extLst>
              </p:cNvPr>
              <p:cNvSpPr/>
              <p:nvPr/>
            </p:nvSpPr>
            <p:spPr>
              <a:xfrm>
                <a:off x="2267680" y="5077465"/>
                <a:ext cx="180000" cy="148236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ABA71298-1691-69CE-E9D2-A52DCCD8046F}"/>
                  </a:ext>
                </a:extLst>
              </p:cNvPr>
              <p:cNvSpPr/>
              <p:nvPr/>
            </p:nvSpPr>
            <p:spPr>
              <a:xfrm>
                <a:off x="2267680" y="5045701"/>
                <a:ext cx="180000" cy="2117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89" name="그래픽 9" descr="단일 톱니바퀴 단색으로 채워진">
              <a:extLst>
                <a:ext uri="{FF2B5EF4-FFF2-40B4-BE49-F238E27FC236}">
                  <a16:creationId xmlns:a16="http://schemas.microsoft.com/office/drawing/2014/main" id="{C33A665F-D28A-E772-F39C-6A0C0DDF4231}"/>
                </a:ext>
              </a:extLst>
            </p:cNvPr>
            <p:cNvSpPr/>
            <p:nvPr/>
          </p:nvSpPr>
          <p:spPr>
            <a:xfrm>
              <a:off x="2915625" y="5045701"/>
              <a:ext cx="180000" cy="180000"/>
            </a:xfrm>
            <a:custGeom>
              <a:avLst/>
              <a:gdLst>
                <a:gd name="csX0" fmla="*/ 323850 w 648652"/>
                <a:gd name="csY0" fmla="*/ 438150 h 647700"/>
                <a:gd name="csX1" fmla="*/ 209550 w 648652"/>
                <a:gd name="csY1" fmla="*/ 323850 h 647700"/>
                <a:gd name="csX2" fmla="*/ 323850 w 648652"/>
                <a:gd name="csY2" fmla="*/ 209550 h 647700"/>
                <a:gd name="csX3" fmla="*/ 438150 w 648652"/>
                <a:gd name="csY3" fmla="*/ 323850 h 647700"/>
                <a:gd name="csX4" fmla="*/ 323850 w 648652"/>
                <a:gd name="csY4" fmla="*/ 438150 h 647700"/>
                <a:gd name="csX5" fmla="*/ 581025 w 648652"/>
                <a:gd name="csY5" fmla="*/ 252413 h 647700"/>
                <a:gd name="csX6" fmla="*/ 556260 w 648652"/>
                <a:gd name="csY6" fmla="*/ 193358 h 647700"/>
                <a:gd name="csX7" fmla="*/ 580073 w 648652"/>
                <a:gd name="csY7" fmla="*/ 121920 h 647700"/>
                <a:gd name="csX8" fmla="*/ 525780 w 648652"/>
                <a:gd name="csY8" fmla="*/ 67628 h 647700"/>
                <a:gd name="csX9" fmla="*/ 454343 w 648652"/>
                <a:gd name="csY9" fmla="*/ 91440 h 647700"/>
                <a:gd name="csX10" fmla="*/ 394335 w 648652"/>
                <a:gd name="csY10" fmla="*/ 66675 h 647700"/>
                <a:gd name="csX11" fmla="*/ 361950 w 648652"/>
                <a:gd name="csY11" fmla="*/ 0 h 647700"/>
                <a:gd name="csX12" fmla="*/ 285750 w 648652"/>
                <a:gd name="csY12" fmla="*/ 0 h 647700"/>
                <a:gd name="csX13" fmla="*/ 252413 w 648652"/>
                <a:gd name="csY13" fmla="*/ 66675 h 647700"/>
                <a:gd name="csX14" fmla="*/ 193358 w 648652"/>
                <a:gd name="csY14" fmla="*/ 91440 h 647700"/>
                <a:gd name="csX15" fmla="*/ 121920 w 648652"/>
                <a:gd name="csY15" fmla="*/ 67628 h 647700"/>
                <a:gd name="csX16" fmla="*/ 67628 w 648652"/>
                <a:gd name="csY16" fmla="*/ 121920 h 647700"/>
                <a:gd name="csX17" fmla="*/ 91440 w 648652"/>
                <a:gd name="csY17" fmla="*/ 193358 h 647700"/>
                <a:gd name="csX18" fmla="*/ 66675 w 648652"/>
                <a:gd name="csY18" fmla="*/ 253365 h 647700"/>
                <a:gd name="csX19" fmla="*/ 0 w 648652"/>
                <a:gd name="csY19" fmla="*/ 285750 h 647700"/>
                <a:gd name="csX20" fmla="*/ 0 w 648652"/>
                <a:gd name="csY20" fmla="*/ 361950 h 647700"/>
                <a:gd name="csX21" fmla="*/ 66675 w 648652"/>
                <a:gd name="csY21" fmla="*/ 395288 h 647700"/>
                <a:gd name="csX22" fmla="*/ 91440 w 648652"/>
                <a:gd name="csY22" fmla="*/ 454343 h 647700"/>
                <a:gd name="csX23" fmla="*/ 67628 w 648652"/>
                <a:gd name="csY23" fmla="*/ 525780 h 647700"/>
                <a:gd name="csX24" fmla="*/ 121920 w 648652"/>
                <a:gd name="csY24" fmla="*/ 580073 h 647700"/>
                <a:gd name="csX25" fmla="*/ 193358 w 648652"/>
                <a:gd name="csY25" fmla="*/ 556260 h 647700"/>
                <a:gd name="csX26" fmla="*/ 253365 w 648652"/>
                <a:gd name="csY26" fmla="*/ 581025 h 647700"/>
                <a:gd name="csX27" fmla="*/ 286703 w 648652"/>
                <a:gd name="csY27" fmla="*/ 647700 h 647700"/>
                <a:gd name="csX28" fmla="*/ 362903 w 648652"/>
                <a:gd name="csY28" fmla="*/ 647700 h 647700"/>
                <a:gd name="csX29" fmla="*/ 396240 w 648652"/>
                <a:gd name="csY29" fmla="*/ 581025 h 647700"/>
                <a:gd name="csX30" fmla="*/ 455295 w 648652"/>
                <a:gd name="csY30" fmla="*/ 556260 h 647700"/>
                <a:gd name="csX31" fmla="*/ 526733 w 648652"/>
                <a:gd name="csY31" fmla="*/ 580073 h 647700"/>
                <a:gd name="csX32" fmla="*/ 581025 w 648652"/>
                <a:gd name="csY32" fmla="*/ 525780 h 647700"/>
                <a:gd name="csX33" fmla="*/ 557213 w 648652"/>
                <a:gd name="csY33" fmla="*/ 454343 h 647700"/>
                <a:gd name="csX34" fmla="*/ 581978 w 648652"/>
                <a:gd name="csY34" fmla="*/ 394335 h 647700"/>
                <a:gd name="csX35" fmla="*/ 648653 w 648652"/>
                <a:gd name="csY35" fmla="*/ 360998 h 647700"/>
                <a:gd name="csX36" fmla="*/ 648653 w 648652"/>
                <a:gd name="csY36" fmla="*/ 284798 h 647700"/>
                <a:gd name="csX37" fmla="*/ 581025 w 648652"/>
                <a:gd name="csY37" fmla="*/ 252413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48652" h="647700">
                  <a:moveTo>
                    <a:pt x="323850" y="438150"/>
                  </a:moveTo>
                  <a:cubicBezTo>
                    <a:pt x="260985" y="438150"/>
                    <a:pt x="209550" y="386715"/>
                    <a:pt x="209550" y="323850"/>
                  </a:cubicBezTo>
                  <a:cubicBezTo>
                    <a:pt x="209550" y="260985"/>
                    <a:pt x="260985" y="209550"/>
                    <a:pt x="323850" y="209550"/>
                  </a:cubicBezTo>
                  <a:cubicBezTo>
                    <a:pt x="386715" y="209550"/>
                    <a:pt x="438150" y="260985"/>
                    <a:pt x="438150" y="323850"/>
                  </a:cubicBezTo>
                  <a:cubicBezTo>
                    <a:pt x="438150" y="386715"/>
                    <a:pt x="386715" y="438150"/>
                    <a:pt x="323850" y="438150"/>
                  </a:cubicBezTo>
                  <a:close/>
                  <a:moveTo>
                    <a:pt x="581025" y="252413"/>
                  </a:moveTo>
                  <a:cubicBezTo>
                    <a:pt x="575310" y="231458"/>
                    <a:pt x="566738" y="211455"/>
                    <a:pt x="556260" y="193358"/>
                  </a:cubicBezTo>
                  <a:lnTo>
                    <a:pt x="580073" y="121920"/>
                  </a:lnTo>
                  <a:lnTo>
                    <a:pt x="525780" y="67628"/>
                  </a:lnTo>
                  <a:lnTo>
                    <a:pt x="454343" y="91440"/>
                  </a:lnTo>
                  <a:cubicBezTo>
                    <a:pt x="435293" y="80963"/>
                    <a:pt x="415290" y="72390"/>
                    <a:pt x="394335" y="66675"/>
                  </a:cubicBezTo>
                  <a:lnTo>
                    <a:pt x="361950" y="0"/>
                  </a:lnTo>
                  <a:lnTo>
                    <a:pt x="285750" y="0"/>
                  </a:lnTo>
                  <a:lnTo>
                    <a:pt x="252413" y="66675"/>
                  </a:lnTo>
                  <a:cubicBezTo>
                    <a:pt x="231458" y="72390"/>
                    <a:pt x="211455" y="80963"/>
                    <a:pt x="193358" y="91440"/>
                  </a:cubicBezTo>
                  <a:lnTo>
                    <a:pt x="121920" y="67628"/>
                  </a:lnTo>
                  <a:lnTo>
                    <a:pt x="67628" y="121920"/>
                  </a:lnTo>
                  <a:lnTo>
                    <a:pt x="91440" y="193358"/>
                  </a:lnTo>
                  <a:cubicBezTo>
                    <a:pt x="80963" y="212408"/>
                    <a:pt x="72390" y="232410"/>
                    <a:pt x="66675" y="253365"/>
                  </a:cubicBezTo>
                  <a:lnTo>
                    <a:pt x="0" y="285750"/>
                  </a:lnTo>
                  <a:lnTo>
                    <a:pt x="0" y="361950"/>
                  </a:lnTo>
                  <a:lnTo>
                    <a:pt x="66675" y="395288"/>
                  </a:lnTo>
                  <a:cubicBezTo>
                    <a:pt x="72390" y="416243"/>
                    <a:pt x="80963" y="436245"/>
                    <a:pt x="91440" y="454343"/>
                  </a:cubicBezTo>
                  <a:lnTo>
                    <a:pt x="67628" y="525780"/>
                  </a:lnTo>
                  <a:lnTo>
                    <a:pt x="121920" y="580073"/>
                  </a:lnTo>
                  <a:lnTo>
                    <a:pt x="193358" y="556260"/>
                  </a:lnTo>
                  <a:cubicBezTo>
                    <a:pt x="212408" y="566738"/>
                    <a:pt x="232410" y="575310"/>
                    <a:pt x="253365" y="581025"/>
                  </a:cubicBezTo>
                  <a:lnTo>
                    <a:pt x="286703" y="647700"/>
                  </a:lnTo>
                  <a:lnTo>
                    <a:pt x="362903" y="647700"/>
                  </a:lnTo>
                  <a:lnTo>
                    <a:pt x="396240" y="581025"/>
                  </a:lnTo>
                  <a:cubicBezTo>
                    <a:pt x="417195" y="575310"/>
                    <a:pt x="437198" y="566738"/>
                    <a:pt x="455295" y="556260"/>
                  </a:cubicBezTo>
                  <a:lnTo>
                    <a:pt x="526733" y="580073"/>
                  </a:lnTo>
                  <a:lnTo>
                    <a:pt x="581025" y="525780"/>
                  </a:lnTo>
                  <a:lnTo>
                    <a:pt x="557213" y="454343"/>
                  </a:lnTo>
                  <a:cubicBezTo>
                    <a:pt x="567690" y="435293"/>
                    <a:pt x="576263" y="415290"/>
                    <a:pt x="581978" y="394335"/>
                  </a:cubicBezTo>
                  <a:lnTo>
                    <a:pt x="648653" y="360998"/>
                  </a:lnTo>
                  <a:lnTo>
                    <a:pt x="648653" y="284798"/>
                  </a:lnTo>
                  <a:lnTo>
                    <a:pt x="581025" y="25241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67021AF0-33C0-52D9-866F-39442759ED07}"/>
                </a:ext>
              </a:extLst>
            </p:cNvPr>
            <p:cNvGrpSpPr/>
            <p:nvPr/>
          </p:nvGrpSpPr>
          <p:grpSpPr>
            <a:xfrm>
              <a:off x="1619737" y="5045701"/>
              <a:ext cx="184117" cy="187446"/>
              <a:chOff x="1619737" y="5045701"/>
              <a:chExt cx="184117" cy="187446"/>
            </a:xfrm>
          </p:grpSpPr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B04462BA-42C9-F30E-1067-F38A7A654E4E}"/>
                  </a:ext>
                </a:extLst>
              </p:cNvPr>
              <p:cNvSpPr/>
              <p:nvPr userDrawn="1"/>
            </p:nvSpPr>
            <p:spPr>
              <a:xfrm>
                <a:off x="1619737" y="5126793"/>
                <a:ext cx="72000" cy="72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84B7D0C5-8D83-9283-8644-0E10669555EE}"/>
                  </a:ext>
                </a:extLst>
              </p:cNvPr>
              <p:cNvSpPr/>
              <p:nvPr userDrawn="1"/>
            </p:nvSpPr>
            <p:spPr>
              <a:xfrm>
                <a:off x="1749854" y="5179147"/>
                <a:ext cx="54000" cy="54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F4A0D23E-FCF7-0BC9-A8C9-9FB3C883AA55}"/>
                  </a:ext>
                </a:extLst>
              </p:cNvPr>
              <p:cNvSpPr/>
              <p:nvPr userDrawn="1"/>
            </p:nvSpPr>
            <p:spPr>
              <a:xfrm>
                <a:off x="1717962" y="5045701"/>
                <a:ext cx="72000" cy="72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2BF05F9A-5A4B-2055-8EFD-A57D828E8355}"/>
                  </a:ext>
                </a:extLst>
              </p:cNvPr>
              <p:cNvSpPr/>
              <p:nvPr userDrawn="1"/>
            </p:nvSpPr>
            <p:spPr>
              <a:xfrm>
                <a:off x="1653838" y="5087791"/>
                <a:ext cx="115484" cy="112914"/>
              </a:xfrm>
              <a:custGeom>
                <a:avLst/>
                <a:gdLst>
                  <a:gd name="csX0" fmla="*/ 134938 w 195263"/>
                  <a:gd name="csY0" fmla="*/ 0 h 161925"/>
                  <a:gd name="csX1" fmla="*/ 0 w 195263"/>
                  <a:gd name="csY1" fmla="*/ 109538 h 161925"/>
                  <a:gd name="csX2" fmla="*/ 195263 w 195263"/>
                  <a:gd name="csY2" fmla="*/ 161925 h 1619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6688" h="174625">
                    <a:moveTo>
                      <a:pt x="134938" y="0"/>
                    </a:moveTo>
                    <a:lnTo>
                      <a:pt x="0" y="109538"/>
                    </a:lnTo>
                    <a:lnTo>
                      <a:pt x="166688" y="174625"/>
                    </a:lnTo>
                  </a:path>
                </a:pathLst>
              </a:custGeom>
              <a:noFill/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158" name="그룹 157">
            <a:extLst>
              <a:ext uri="{FF2B5EF4-FFF2-40B4-BE49-F238E27FC236}">
                <a16:creationId xmlns:a16="http://schemas.microsoft.com/office/drawing/2014/main" id="{CF552212-9B2C-AB7B-D64A-0BFB9ACCC4D9}"/>
              </a:ext>
            </a:extLst>
          </p:cNvPr>
          <p:cNvGrpSpPr/>
          <p:nvPr/>
        </p:nvGrpSpPr>
        <p:grpSpPr>
          <a:xfrm>
            <a:off x="2734585" y="435624"/>
            <a:ext cx="360650" cy="180325"/>
            <a:chOff x="3138715" y="2760323"/>
            <a:chExt cx="360000" cy="180000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81F9D12E-AD52-299B-7BA0-88085EA13504}"/>
                </a:ext>
              </a:extLst>
            </p:cNvPr>
            <p:cNvSpPr/>
            <p:nvPr/>
          </p:nvSpPr>
          <p:spPr>
            <a:xfrm>
              <a:off x="3138715" y="2760323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3678B1E0-89B1-1A0D-8B74-25688C1C4BCF}"/>
                </a:ext>
              </a:extLst>
            </p:cNvPr>
            <p:cNvSpPr/>
            <p:nvPr/>
          </p:nvSpPr>
          <p:spPr>
            <a:xfrm>
              <a:off x="3155551" y="2772923"/>
              <a:ext cx="151200" cy="151200"/>
            </a:xfrm>
            <a:prstGeom prst="ellipse">
              <a:avLst/>
            </a:prstGeom>
            <a:solidFill>
              <a:schemeClr val="accent4"/>
            </a:solidFill>
            <a:ln w="6350">
              <a:noFill/>
            </a:ln>
            <a:effectLst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2" name="그래픽 111" descr="사용자 단색으로 채워진">
            <a:extLst>
              <a:ext uri="{FF2B5EF4-FFF2-40B4-BE49-F238E27FC236}">
                <a16:creationId xmlns:a16="http://schemas.microsoft.com/office/drawing/2014/main" id="{E3798659-5B63-1AD6-57B8-13ACF8BDF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8577" y="432018"/>
            <a:ext cx="156957" cy="156957"/>
          </a:xfrm>
          <a:prstGeom prst="rect">
            <a:avLst/>
          </a:prstGeom>
        </p:spPr>
      </p:pic>
      <p:pic>
        <p:nvPicPr>
          <p:cNvPr id="108" name="그래픽 107" descr="모임 단색으로 채워진">
            <a:extLst>
              <a:ext uri="{FF2B5EF4-FFF2-40B4-BE49-F238E27FC236}">
                <a16:creationId xmlns:a16="http://schemas.microsoft.com/office/drawing/2014/main" id="{44BB28E4-1BD0-4CA5-3B85-1694FA3F96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5625" y="443355"/>
            <a:ext cx="156957" cy="156957"/>
          </a:xfrm>
          <a:prstGeom prst="rect">
            <a:avLst/>
          </a:prstGeom>
        </p:spPr>
      </p:pic>
      <p:sp>
        <p:nvSpPr>
          <p:cNvPr id="167" name="TextBox 166">
            <a:extLst>
              <a:ext uri="{FF2B5EF4-FFF2-40B4-BE49-F238E27FC236}">
                <a16:creationId xmlns:a16="http://schemas.microsoft.com/office/drawing/2014/main" id="{8501DA6C-DAF9-B8F3-377B-04D3E063BA58}"/>
              </a:ext>
            </a:extLst>
          </p:cNvPr>
          <p:cNvSpPr txBox="1"/>
          <p:nvPr/>
        </p:nvSpPr>
        <p:spPr>
          <a:xfrm>
            <a:off x="-92712" y="3905091"/>
            <a:ext cx="8398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Title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51CD5304-C56A-652F-DC8F-667C797B5271}"/>
              </a:ext>
            </a:extLst>
          </p:cNvPr>
          <p:cNvSpPr txBox="1"/>
          <p:nvPr/>
        </p:nvSpPr>
        <p:spPr>
          <a:xfrm>
            <a:off x="-92712" y="4010379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2026.08.16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66DA454-E445-B5B8-6964-4CC9DE5E95AA}"/>
              </a:ext>
            </a:extLst>
          </p:cNvPr>
          <p:cNvSpPr txBox="1"/>
          <p:nvPr/>
        </p:nvSpPr>
        <p:spPr>
          <a:xfrm>
            <a:off x="2734585" y="3905091"/>
            <a:ext cx="83983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Title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A2176D4E-E83F-E039-444D-A6348B002A71}"/>
              </a:ext>
            </a:extLst>
          </p:cNvPr>
          <p:cNvSpPr txBox="1"/>
          <p:nvPr/>
        </p:nvSpPr>
        <p:spPr>
          <a:xfrm>
            <a:off x="2734585" y="4010379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2026.08.16</a:t>
            </a:r>
          </a:p>
        </p:txBody>
      </p:sp>
    </p:spTree>
    <p:extLst>
      <p:ext uri="{BB962C8B-B14F-4D97-AF65-F5344CB8AC3E}">
        <p14:creationId xmlns:p14="http://schemas.microsoft.com/office/powerpoint/2010/main" val="1652050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8F5041-0C1F-A016-3597-17C9C2A3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E4F11F-3CF9-5067-3EB7-A5CC330D1E0A}"/>
              </a:ext>
            </a:extLst>
          </p:cNvPr>
          <p:cNvGrpSpPr/>
          <p:nvPr/>
        </p:nvGrpSpPr>
        <p:grpSpPr>
          <a:xfrm>
            <a:off x="324903" y="1909436"/>
            <a:ext cx="630525" cy="948955"/>
            <a:chOff x="324903" y="1710973"/>
            <a:chExt cx="630525" cy="948955"/>
          </a:xfrm>
        </p:grpSpPr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4C0C45A7-9A59-110A-8151-85E923359CCD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148468C-5FDC-2145-882C-F2A0B04C7072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6" name="사각형: 둥근 위쪽 모서리 5">
                <a:extLst>
                  <a:ext uri="{FF2B5EF4-FFF2-40B4-BE49-F238E27FC236}">
                    <a16:creationId xmlns:a16="http://schemas.microsoft.com/office/drawing/2014/main" id="{533D9A82-CED1-E5D3-5F13-98BD8B8C6893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6F4EEE4-BD71-B643-D627-41F1D00EE952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17A88F7D-E69A-E790-95A1-9FB4A9B30060}"/>
              </a:ext>
            </a:extLst>
          </p:cNvPr>
          <p:cNvSpPr txBox="1"/>
          <p:nvPr/>
        </p:nvSpPr>
        <p:spPr>
          <a:xfrm>
            <a:off x="341314" y="913620"/>
            <a:ext cx="273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500">
                <a:solidFill>
                  <a:schemeClr val="accent5">
                    <a:lumMod val="50000"/>
                  </a:schemeClr>
                </a:solidFill>
                <a:latin typeface="Cavorting" panose="000B05040000000000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Sketchbook list</a:t>
            </a:r>
            <a:endParaRPr lang="ko-KR" altLang="en-US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478A9B1C-E295-0F59-D104-EE501A13623F}"/>
              </a:ext>
            </a:extLst>
          </p:cNvPr>
          <p:cNvGrpSpPr/>
          <p:nvPr/>
        </p:nvGrpSpPr>
        <p:grpSpPr>
          <a:xfrm>
            <a:off x="1036145" y="1909437"/>
            <a:ext cx="630525" cy="948956"/>
            <a:chOff x="1260090" y="1710974"/>
            <a:chExt cx="630525" cy="948956"/>
          </a:xfrm>
        </p:grpSpPr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EEC6258B-923E-43AE-E1EF-F56373D5F95B}"/>
                </a:ext>
              </a:extLst>
            </p:cNvPr>
            <p:cNvSpPr/>
            <p:nvPr/>
          </p:nvSpPr>
          <p:spPr>
            <a:xfrm rot="5400000">
              <a:off x="1100875" y="1870190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7E79F9CA-7AD3-D407-153E-A2AC6F1DEB3A}"/>
                </a:ext>
              </a:extLst>
            </p:cNvPr>
            <p:cNvGrpSpPr/>
            <p:nvPr/>
          </p:nvGrpSpPr>
          <p:grpSpPr>
            <a:xfrm>
              <a:off x="1260090" y="1710974"/>
              <a:ext cx="628794" cy="946350"/>
              <a:chOff x="2138045" y="3527386"/>
              <a:chExt cx="2425965" cy="3651137"/>
            </a:xfrm>
          </p:grpSpPr>
          <p:sp>
            <p:nvSpPr>
              <p:cNvPr id="73" name="사각형: 둥근 위쪽 모서리 72">
                <a:extLst>
                  <a:ext uri="{FF2B5EF4-FFF2-40B4-BE49-F238E27FC236}">
                    <a16:creationId xmlns:a16="http://schemas.microsoft.com/office/drawing/2014/main" id="{AC702191-60D7-E2DB-EC0B-755B3461CA8D}"/>
                  </a:ext>
                </a:extLst>
              </p:cNvPr>
              <p:cNvSpPr/>
              <p:nvPr/>
            </p:nvSpPr>
            <p:spPr>
              <a:xfrm rot="5400000">
                <a:off x="1525460" y="4139973"/>
                <a:ext cx="3651136" cy="2425964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305683"/>
              </a:solidFill>
              <a:ln>
                <a:noFill/>
              </a:ln>
              <a:effectLst>
                <a:outerShdw dist="12700" dir="2700000" algn="tl" rotWithShape="0">
                  <a:srgbClr val="27466B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DEF21206-E06B-9954-BBA3-2091FA357FD4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2746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E5C24953-EBEA-9810-5A0B-3C36070A71FE}"/>
              </a:ext>
            </a:extLst>
          </p:cNvPr>
          <p:cNvGrpSpPr/>
          <p:nvPr/>
        </p:nvGrpSpPr>
        <p:grpSpPr>
          <a:xfrm>
            <a:off x="2458629" y="1909437"/>
            <a:ext cx="630525" cy="948955"/>
            <a:chOff x="2471584" y="1710974"/>
            <a:chExt cx="630525" cy="948955"/>
          </a:xfrm>
        </p:grpSpPr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9E1345CB-EAD0-266A-1837-8E5A52A2202E}"/>
                </a:ext>
              </a:extLst>
            </p:cNvPr>
            <p:cNvSpPr/>
            <p:nvPr/>
          </p:nvSpPr>
          <p:spPr>
            <a:xfrm rot="5400000">
              <a:off x="2312369" y="1870189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D64F38AE-C046-792D-722A-DA8B337B90EB}"/>
                </a:ext>
              </a:extLst>
            </p:cNvPr>
            <p:cNvGrpSpPr/>
            <p:nvPr/>
          </p:nvGrpSpPr>
          <p:grpSpPr>
            <a:xfrm>
              <a:off x="2471584" y="1710974"/>
              <a:ext cx="628794" cy="946350"/>
              <a:chOff x="2138045" y="3527386"/>
              <a:chExt cx="2425965" cy="3651137"/>
            </a:xfrm>
          </p:grpSpPr>
          <p:sp>
            <p:nvSpPr>
              <p:cNvPr id="80" name="사각형: 둥근 위쪽 모서리 79">
                <a:extLst>
                  <a:ext uri="{FF2B5EF4-FFF2-40B4-BE49-F238E27FC236}">
                    <a16:creationId xmlns:a16="http://schemas.microsoft.com/office/drawing/2014/main" id="{ECD1B525-E27B-8F56-3683-94382CF8C758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E05036"/>
              </a:solidFill>
              <a:ln>
                <a:noFill/>
              </a:ln>
              <a:effectLst>
                <a:outerShdw dist="12700" dir="2700000" algn="tl" rotWithShape="0">
                  <a:srgbClr val="C000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88AFB2A2-D40A-57AD-6ACA-9E503394DA40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BD34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F1F02B0B-FA73-9348-DBA7-4F5EF3806A75}"/>
              </a:ext>
            </a:extLst>
          </p:cNvPr>
          <p:cNvGrpSpPr/>
          <p:nvPr/>
        </p:nvGrpSpPr>
        <p:grpSpPr>
          <a:xfrm>
            <a:off x="3676088" y="2426913"/>
            <a:ext cx="3086503" cy="3331291"/>
            <a:chOff x="10151764" y="1692275"/>
            <a:chExt cx="5832309" cy="6294869"/>
          </a:xfrm>
        </p:grpSpPr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8D5E88C8-4329-C516-50B3-EA9EFEE2E1FA}"/>
                </a:ext>
              </a:extLst>
            </p:cNvPr>
            <p:cNvSpPr/>
            <p:nvPr/>
          </p:nvSpPr>
          <p:spPr>
            <a:xfrm>
              <a:off x="10151764" y="1758248"/>
              <a:ext cx="5832309" cy="6228896"/>
            </a:xfrm>
            <a:custGeom>
              <a:avLst/>
              <a:gdLst>
                <a:gd name="csX0" fmla="*/ 0 w 6358466"/>
                <a:gd name="csY0" fmla="*/ 3716867 h 6739467"/>
                <a:gd name="csX1" fmla="*/ 3022600 w 6358466"/>
                <a:gd name="csY1" fmla="*/ 6739467 h 6739467"/>
                <a:gd name="csX2" fmla="*/ 6358466 w 6358466"/>
                <a:gd name="csY2" fmla="*/ 6739467 h 6739467"/>
                <a:gd name="csX3" fmla="*/ 6358466 w 6358466"/>
                <a:gd name="csY3" fmla="*/ 3742267 h 6739467"/>
                <a:gd name="csX4" fmla="*/ 2616199 w 6358466"/>
                <a:gd name="csY4" fmla="*/ 0 h 6739467"/>
                <a:gd name="csX5" fmla="*/ 0 w 6358466"/>
                <a:gd name="csY5" fmla="*/ 3716867 h 6739467"/>
                <a:gd name="csX0" fmla="*/ 0 w 6310373"/>
                <a:gd name="csY0" fmla="*/ 3854277 h 6739467"/>
                <a:gd name="csX1" fmla="*/ 2974507 w 6310373"/>
                <a:gd name="csY1" fmla="*/ 6739467 h 6739467"/>
                <a:gd name="csX2" fmla="*/ 6310373 w 6310373"/>
                <a:gd name="csY2" fmla="*/ 6739467 h 6739467"/>
                <a:gd name="csX3" fmla="*/ 6310373 w 6310373"/>
                <a:gd name="csY3" fmla="*/ 3742267 h 6739467"/>
                <a:gd name="csX4" fmla="*/ 2568106 w 6310373"/>
                <a:gd name="csY4" fmla="*/ 0 h 6739467"/>
                <a:gd name="csX5" fmla="*/ 0 w 6310373"/>
                <a:gd name="csY5" fmla="*/ 3854277 h 6739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6310373" h="6739467">
                  <a:moveTo>
                    <a:pt x="0" y="3854277"/>
                  </a:moveTo>
                  <a:lnTo>
                    <a:pt x="2974507" y="6739467"/>
                  </a:lnTo>
                  <a:lnTo>
                    <a:pt x="6310373" y="6739467"/>
                  </a:lnTo>
                  <a:lnTo>
                    <a:pt x="6310373" y="3742267"/>
                  </a:lnTo>
                  <a:lnTo>
                    <a:pt x="2568106" y="0"/>
                  </a:lnTo>
                  <a:lnTo>
                    <a:pt x="0" y="3854277"/>
                  </a:lnTo>
                  <a:close/>
                </a:path>
              </a:pathLst>
            </a:custGeom>
            <a:gradFill>
              <a:gsLst>
                <a:gs pos="63000">
                  <a:schemeClr val="tx1">
                    <a:lumMod val="50000"/>
                    <a:lumOff val="50000"/>
                    <a:alpha val="0"/>
                  </a:schemeClr>
                </a:gs>
                <a:gs pos="0">
                  <a:schemeClr val="bg1">
                    <a:lumMod val="75000"/>
                    <a:alpha val="50000"/>
                  </a:schemeClr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E9B27C0C-7122-9495-1E4E-E3E642264BE0}"/>
                </a:ext>
              </a:extLst>
            </p:cNvPr>
            <p:cNvGrpSpPr/>
            <p:nvPr/>
          </p:nvGrpSpPr>
          <p:grpSpPr>
            <a:xfrm>
              <a:off x="10167769" y="1692275"/>
              <a:ext cx="2425965" cy="3651137"/>
              <a:chOff x="2138045" y="3527386"/>
              <a:chExt cx="2425965" cy="3651137"/>
            </a:xfrm>
          </p:grpSpPr>
          <p:sp>
            <p:nvSpPr>
              <p:cNvPr id="3" name="사각형: 둥근 위쪽 모서리 2">
                <a:extLst>
                  <a:ext uri="{FF2B5EF4-FFF2-40B4-BE49-F238E27FC236}">
                    <a16:creationId xmlns:a16="http://schemas.microsoft.com/office/drawing/2014/main" id="{1D4978D6-8009-F386-3595-6032AA299279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blurRad="38100" dist="381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4E17565A-9C54-BAB3-368D-ABAD05A41C64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9BB1A616-081A-00ED-E45F-F85520808273}"/>
              </a:ext>
            </a:extLst>
          </p:cNvPr>
          <p:cNvSpPr txBox="1"/>
          <p:nvPr/>
        </p:nvSpPr>
        <p:spPr>
          <a:xfrm>
            <a:off x="1284478" y="948086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04815">
              <a:defRPr/>
            </a:pPr>
            <a:r>
              <a:rPr lang="ko-KR" altLang="en-US" sz="6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61sp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A6142078-0189-6998-57FE-1F48E7AF68CF}"/>
              </a:ext>
            </a:extLst>
          </p:cNvPr>
          <p:cNvGrpSpPr/>
          <p:nvPr/>
        </p:nvGrpSpPr>
        <p:grpSpPr>
          <a:xfrm>
            <a:off x="3918070" y="737379"/>
            <a:ext cx="168000" cy="168000"/>
            <a:chOff x="7930399" y="8014026"/>
            <a:chExt cx="540000" cy="540000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54D4324F-5EA2-FEB4-17AE-C9A35737B4D9}"/>
                </a:ext>
              </a:extLst>
            </p:cNvPr>
            <p:cNvSpPr/>
            <p:nvPr/>
          </p:nvSpPr>
          <p:spPr>
            <a:xfrm>
              <a:off x="7930399" y="8014026"/>
              <a:ext cx="540000" cy="540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1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F133F7DB-7CA4-6E53-B530-34600B909CB1}"/>
                </a:ext>
              </a:extLst>
            </p:cNvPr>
            <p:cNvGrpSpPr/>
            <p:nvPr/>
          </p:nvGrpSpPr>
          <p:grpSpPr>
            <a:xfrm>
              <a:off x="8095624" y="8171227"/>
              <a:ext cx="209550" cy="225599"/>
              <a:chOff x="8710803" y="7939061"/>
              <a:chExt cx="209550" cy="225599"/>
            </a:xfrm>
          </p:grpSpPr>
          <p:sp>
            <p:nvSpPr>
              <p:cNvPr id="125" name="이등변 삼각형 76">
                <a:extLst>
                  <a:ext uri="{FF2B5EF4-FFF2-40B4-BE49-F238E27FC236}">
                    <a16:creationId xmlns:a16="http://schemas.microsoft.com/office/drawing/2014/main" id="{8FE9C4AE-DD95-F9EB-FCAF-34376F868A8B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03294B26-6F11-0436-86FC-53CA4E05926A}"/>
                  </a:ext>
                </a:extLst>
              </p:cNvPr>
              <p:cNvCxnSpPr>
                <a:cxnSpLocks/>
                <a:stCxn id="125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C23E4758-9596-DF15-32C7-40C6811881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2EAABF4A-8C2F-17EE-908B-538D0E7CB1F4}"/>
              </a:ext>
            </a:extLst>
          </p:cNvPr>
          <p:cNvGrpSpPr/>
          <p:nvPr/>
        </p:nvGrpSpPr>
        <p:grpSpPr>
          <a:xfrm>
            <a:off x="3666666" y="738820"/>
            <a:ext cx="168000" cy="168000"/>
            <a:chOff x="4180359" y="1297145"/>
            <a:chExt cx="252000" cy="252000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61BFB3C6-7FA6-0F1B-B57D-0726B56B5CBE}"/>
                </a:ext>
              </a:extLst>
            </p:cNvPr>
            <p:cNvSpPr/>
            <p:nvPr/>
          </p:nvSpPr>
          <p:spPr>
            <a:xfrm>
              <a:off x="4180359" y="1297145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1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352147A5-38A5-40CA-F137-32D0DACC5556}"/>
                </a:ext>
              </a:extLst>
            </p:cNvPr>
            <p:cNvGrpSpPr/>
            <p:nvPr/>
          </p:nvGrpSpPr>
          <p:grpSpPr>
            <a:xfrm>
              <a:off x="4248229" y="1365015"/>
              <a:ext cx="116262" cy="116262"/>
              <a:chOff x="4248229" y="1365015"/>
              <a:chExt cx="116262" cy="116262"/>
            </a:xfrm>
          </p:grpSpPr>
          <p:cxnSp>
            <p:nvCxnSpPr>
              <p:cNvPr id="131" name="직선 연결선 130">
                <a:extLst>
                  <a:ext uri="{FF2B5EF4-FFF2-40B4-BE49-F238E27FC236}">
                    <a16:creationId xmlns:a16="http://schemas.microsoft.com/office/drawing/2014/main" id="{7321B158-03B4-565C-2385-5E28E3498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8229" y="1423146"/>
                <a:ext cx="116262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F684256-44B2-532B-2857-A02217F6B6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6360" y="1365015"/>
                <a:ext cx="0" cy="116262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36B7B4B-A310-51D3-4623-58DBE30B4EBA}"/>
              </a:ext>
            </a:extLst>
          </p:cNvPr>
          <p:cNvGrpSpPr/>
          <p:nvPr/>
        </p:nvGrpSpPr>
        <p:grpSpPr>
          <a:xfrm>
            <a:off x="4169473" y="738820"/>
            <a:ext cx="168000" cy="168000"/>
            <a:chOff x="3592217" y="1546799"/>
            <a:chExt cx="252000" cy="252000"/>
          </a:xfrm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0D18C435-636C-5E82-1699-691641260616}"/>
                </a:ext>
              </a:extLst>
            </p:cNvPr>
            <p:cNvSpPr/>
            <p:nvPr/>
          </p:nvSpPr>
          <p:spPr>
            <a:xfrm>
              <a:off x="3592217" y="1546799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1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BC407792-DBAD-027F-B649-755E6D233677}"/>
                </a:ext>
              </a:extLst>
            </p:cNvPr>
            <p:cNvGrpSpPr/>
            <p:nvPr/>
          </p:nvGrpSpPr>
          <p:grpSpPr>
            <a:xfrm>
              <a:off x="3651265" y="1602800"/>
              <a:ext cx="128628" cy="139999"/>
              <a:chOff x="3661287" y="1602800"/>
              <a:chExt cx="128628" cy="139999"/>
            </a:xfrm>
          </p:grpSpPr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A4C1B185-E479-9B58-3C5E-12E73FEF8E58}"/>
                  </a:ext>
                </a:extLst>
              </p:cNvPr>
              <p:cNvSpPr/>
              <p:nvPr/>
            </p:nvSpPr>
            <p:spPr>
              <a:xfrm>
                <a:off x="3681330" y="1602800"/>
                <a:ext cx="108585" cy="139999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5"/>
              </a:p>
            </p:txBody>
          </p: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72926BA9-6B26-ED8B-41E4-561EB13D096F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138" name="이등변 삼각형 76">
                  <a:extLst>
                    <a:ext uri="{FF2B5EF4-FFF2-40B4-BE49-F238E27FC236}">
                      <a16:creationId xmlns:a16="http://schemas.microsoft.com/office/drawing/2014/main" id="{F2DFBBCB-273A-20CE-FAF2-70B63B0D890D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87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4E87EAC9-FD3B-7103-2E42-0CE3D8EF4F27}"/>
                    </a:ext>
                  </a:extLst>
                </p:cNvPr>
                <p:cNvCxnSpPr>
                  <a:cxnSpLocks/>
                  <a:stCxn id="138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DDD3375-3EE8-6CCD-11B6-2B7556F5023E}"/>
              </a:ext>
            </a:extLst>
          </p:cNvPr>
          <p:cNvGrpSpPr/>
          <p:nvPr/>
        </p:nvGrpSpPr>
        <p:grpSpPr>
          <a:xfrm>
            <a:off x="353355" y="2900459"/>
            <a:ext cx="573621" cy="311276"/>
            <a:chOff x="1394247" y="4157981"/>
            <a:chExt cx="630983" cy="311276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AFE63DA8-87C8-6D82-88E2-739A1BAF0CF5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618B1798-038B-3E63-AE73-5D022821AE15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2ED5BC5-2CEB-A18A-A233-4DF54C30580A}"/>
              </a:ext>
            </a:extLst>
          </p:cNvPr>
          <p:cNvSpPr txBox="1"/>
          <p:nvPr/>
        </p:nvSpPr>
        <p:spPr>
          <a:xfrm>
            <a:off x="1207986" y="364661"/>
            <a:ext cx="100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doni MT Black" panose="02070A03080606020203" pitchFamily="18" charset="0"/>
              </a:rPr>
              <a:t>daymory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Bodoni MT Black" panose="02070A03080606020203" pitchFamily="18" charset="0"/>
            </a:endParaRP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8D0889A2-1FA1-4651-E8F8-CEC35E39E67B}"/>
              </a:ext>
            </a:extLst>
          </p:cNvPr>
          <p:cNvSpPr/>
          <p:nvPr/>
        </p:nvSpPr>
        <p:spPr>
          <a:xfrm>
            <a:off x="-1325370" y="1878119"/>
            <a:ext cx="346696" cy="280207"/>
          </a:xfrm>
          <a:custGeom>
            <a:avLst/>
            <a:gdLst>
              <a:gd name="csX0" fmla="*/ 695325 w 695324"/>
              <a:gd name="csY0" fmla="*/ 228600 h 561975"/>
              <a:gd name="csX1" fmla="*/ 422910 w 695324"/>
              <a:gd name="csY1" fmla="*/ 0 h 561975"/>
              <a:gd name="csX2" fmla="*/ 422910 w 695324"/>
              <a:gd name="csY2" fmla="*/ 133350 h 561975"/>
              <a:gd name="csX3" fmla="*/ 0 w 695324"/>
              <a:gd name="csY3" fmla="*/ 561975 h 561975"/>
              <a:gd name="csX4" fmla="*/ 422910 w 695324"/>
              <a:gd name="csY4" fmla="*/ 333375 h 561975"/>
              <a:gd name="csX5" fmla="*/ 422910 w 695324"/>
              <a:gd name="csY5" fmla="*/ 457200 h 561975"/>
              <a:gd name="csX6" fmla="*/ 695325 w 695324"/>
              <a:gd name="csY6" fmla="*/ 228600 h 5619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95324" h="561975">
                <a:moveTo>
                  <a:pt x="695325" y="228600"/>
                </a:moveTo>
                <a:lnTo>
                  <a:pt x="422910" y="0"/>
                </a:lnTo>
                <a:lnTo>
                  <a:pt x="422910" y="133350"/>
                </a:lnTo>
                <a:cubicBezTo>
                  <a:pt x="5715" y="137160"/>
                  <a:pt x="0" y="561975"/>
                  <a:pt x="0" y="561975"/>
                </a:cubicBezTo>
                <a:cubicBezTo>
                  <a:pt x="0" y="561975"/>
                  <a:pt x="88582" y="336233"/>
                  <a:pt x="422910" y="333375"/>
                </a:cubicBezTo>
                <a:lnTo>
                  <a:pt x="422910" y="457200"/>
                </a:lnTo>
                <a:lnTo>
                  <a:pt x="695325" y="228600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671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06D729CB-EF7D-0E54-DE43-A8A2F1BB1829}"/>
              </a:ext>
            </a:extLst>
          </p:cNvPr>
          <p:cNvSpPr/>
          <p:nvPr/>
        </p:nvSpPr>
        <p:spPr>
          <a:xfrm>
            <a:off x="-1383311" y="1897116"/>
            <a:ext cx="351446" cy="351446"/>
          </a:xfrm>
          <a:custGeom>
            <a:avLst/>
            <a:gdLst>
              <a:gd name="csX0" fmla="*/ 647700 w 704850"/>
              <a:gd name="csY0" fmla="*/ 404813 h 704850"/>
              <a:gd name="csX1" fmla="*/ 647700 w 704850"/>
              <a:gd name="csY1" fmla="*/ 647700 h 704850"/>
              <a:gd name="csX2" fmla="*/ 57150 w 704850"/>
              <a:gd name="csY2" fmla="*/ 647700 h 704850"/>
              <a:gd name="csX3" fmla="*/ 57150 w 704850"/>
              <a:gd name="csY3" fmla="*/ 57150 h 704850"/>
              <a:gd name="csX4" fmla="*/ 481965 w 704850"/>
              <a:gd name="csY4" fmla="*/ 57150 h 704850"/>
              <a:gd name="csX5" fmla="*/ 481965 w 704850"/>
              <a:gd name="csY5" fmla="*/ 0 h 704850"/>
              <a:gd name="csX6" fmla="*/ 0 w 704850"/>
              <a:gd name="csY6" fmla="*/ 0 h 704850"/>
              <a:gd name="csX7" fmla="*/ 0 w 704850"/>
              <a:gd name="csY7" fmla="*/ 704850 h 704850"/>
              <a:gd name="csX8" fmla="*/ 704850 w 704850"/>
              <a:gd name="csY8" fmla="*/ 701993 h 704850"/>
              <a:gd name="csX9" fmla="*/ 704850 w 704850"/>
              <a:gd name="csY9" fmla="*/ 356235 h 704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4850" h="704850">
                <a:moveTo>
                  <a:pt x="647700" y="404813"/>
                </a:moveTo>
                <a:lnTo>
                  <a:pt x="647700" y="647700"/>
                </a:lnTo>
                <a:lnTo>
                  <a:pt x="57150" y="647700"/>
                </a:lnTo>
                <a:lnTo>
                  <a:pt x="57150" y="57150"/>
                </a:lnTo>
                <a:lnTo>
                  <a:pt x="481965" y="57150"/>
                </a:lnTo>
                <a:lnTo>
                  <a:pt x="481965" y="0"/>
                </a:lnTo>
                <a:lnTo>
                  <a:pt x="0" y="0"/>
                </a:lnTo>
                <a:lnTo>
                  <a:pt x="0" y="704850"/>
                </a:lnTo>
                <a:lnTo>
                  <a:pt x="704850" y="701993"/>
                </a:lnTo>
                <a:lnTo>
                  <a:pt x="704850" y="356235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 sz="671"/>
          </a:p>
        </p:txBody>
      </p:sp>
      <p:pic>
        <p:nvPicPr>
          <p:cNvPr id="10" name="그래픽 9" descr="기타 단색으로 채워진">
            <a:extLst>
              <a:ext uri="{FF2B5EF4-FFF2-40B4-BE49-F238E27FC236}">
                <a16:creationId xmlns:a16="http://schemas.microsoft.com/office/drawing/2014/main" id="{DA277593-F3DB-F1DF-B818-2D392D329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08958" y="2201393"/>
            <a:ext cx="455930" cy="455930"/>
          </a:xfrm>
          <a:prstGeom prst="rect">
            <a:avLst/>
          </a:prstGeom>
        </p:spPr>
      </p:pic>
      <p:pic>
        <p:nvPicPr>
          <p:cNvPr id="11" name="그래픽 10" descr="햄버거 메뉴 아이콘 단색으로 채워진">
            <a:extLst>
              <a:ext uri="{FF2B5EF4-FFF2-40B4-BE49-F238E27FC236}">
                <a16:creationId xmlns:a16="http://schemas.microsoft.com/office/drawing/2014/main" id="{4A9122C9-86B7-B761-5DA5-50BDA49AB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434604" y="2484393"/>
            <a:ext cx="455930" cy="455930"/>
          </a:xfrm>
          <a:prstGeom prst="rect">
            <a:avLst/>
          </a:prstGeom>
        </p:spPr>
      </p:pic>
      <p:pic>
        <p:nvPicPr>
          <p:cNvPr id="12" name="그래픽 11" descr="쓰레기 단색으로 채워진">
            <a:extLst>
              <a:ext uri="{FF2B5EF4-FFF2-40B4-BE49-F238E27FC236}">
                <a16:creationId xmlns:a16="http://schemas.microsoft.com/office/drawing/2014/main" id="{5C326071-D381-B920-6A6C-E8D2093F3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439122" y="3007512"/>
            <a:ext cx="455930" cy="45593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13E13FA-ADDE-EB6E-A3FB-7703BD1FB6E4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44606" y="1393917"/>
            <a:ext cx="441987" cy="441987"/>
          </a:xfrm>
          <a:prstGeom prst="rect">
            <a:avLst/>
          </a:prstGeom>
        </p:spPr>
      </p:pic>
      <p:pic>
        <p:nvPicPr>
          <p:cNvPr id="14" name="그래픽 13" descr="햄버거 메뉴 아이콘 단색으로 채워진">
            <a:extLst>
              <a:ext uri="{FF2B5EF4-FFF2-40B4-BE49-F238E27FC236}">
                <a16:creationId xmlns:a16="http://schemas.microsoft.com/office/drawing/2014/main" id="{F1234E26-E6B9-4D07-86BA-B924F3D49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6973" y="390332"/>
            <a:ext cx="305371" cy="305371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45DC200B-9B09-9D30-44AD-22B870D7B1A3}"/>
              </a:ext>
            </a:extLst>
          </p:cNvPr>
          <p:cNvGrpSpPr/>
          <p:nvPr/>
        </p:nvGrpSpPr>
        <p:grpSpPr>
          <a:xfrm>
            <a:off x="1747387" y="1909436"/>
            <a:ext cx="630525" cy="948955"/>
            <a:chOff x="324903" y="1710973"/>
            <a:chExt cx="630525" cy="948955"/>
          </a:xfrm>
        </p:grpSpPr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5DD9CBA2-7280-57BB-6AB8-D5220806DE66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6AF911A2-B375-DDB6-2A27-BC94EE8628D2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52" name="사각형: 둥근 위쪽 모서리 51">
                <a:extLst>
                  <a:ext uri="{FF2B5EF4-FFF2-40B4-BE49-F238E27FC236}">
                    <a16:creationId xmlns:a16="http://schemas.microsoft.com/office/drawing/2014/main" id="{BDC96735-0546-12FA-20BB-3CC1265AE2B8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8E89C739-ACA0-D245-9DB2-DC6DA01B4AE2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A27FD66-1E24-2AE3-9C85-2E6F43412173}"/>
              </a:ext>
            </a:extLst>
          </p:cNvPr>
          <p:cNvGrpSpPr/>
          <p:nvPr/>
        </p:nvGrpSpPr>
        <p:grpSpPr>
          <a:xfrm>
            <a:off x="1059901" y="2900459"/>
            <a:ext cx="573621" cy="311276"/>
            <a:chOff x="1394247" y="4157981"/>
            <a:chExt cx="630983" cy="3112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09F4B1C-B387-2C08-F1B9-F6202E1DCCFC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760AF32-CCA6-3AC8-C924-EB7E802D39EB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D59EC66-50A0-7F5A-3700-0E3664E62C2B}"/>
              </a:ext>
            </a:extLst>
          </p:cNvPr>
          <p:cNvGrpSpPr/>
          <p:nvPr/>
        </p:nvGrpSpPr>
        <p:grpSpPr>
          <a:xfrm>
            <a:off x="1766447" y="2900459"/>
            <a:ext cx="573621" cy="311276"/>
            <a:chOff x="1394247" y="4157981"/>
            <a:chExt cx="630983" cy="3112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EE2C622-BF08-C65A-B1B8-9C9ABA4600F2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DD0F7C6-0A09-084B-9E11-C2CD4B071825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4E096CE-00B1-D7B2-F2F5-F786677D52A6}"/>
              </a:ext>
            </a:extLst>
          </p:cNvPr>
          <p:cNvGrpSpPr/>
          <p:nvPr/>
        </p:nvGrpSpPr>
        <p:grpSpPr>
          <a:xfrm>
            <a:off x="2472994" y="2900459"/>
            <a:ext cx="573621" cy="311276"/>
            <a:chOff x="1394247" y="4157981"/>
            <a:chExt cx="630983" cy="31127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E1C266C-ACDD-E8AA-708E-CFCCF874F54C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189FA11-E508-71C8-FDF5-FAB7BA104379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D73BF15-2CFD-1F35-8270-AF451AA0FC69}"/>
              </a:ext>
            </a:extLst>
          </p:cNvPr>
          <p:cNvGrpSpPr/>
          <p:nvPr/>
        </p:nvGrpSpPr>
        <p:grpSpPr>
          <a:xfrm>
            <a:off x="324903" y="3211735"/>
            <a:ext cx="630525" cy="948955"/>
            <a:chOff x="324903" y="1710973"/>
            <a:chExt cx="630525" cy="948955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1FD3CF14-2454-BFF5-9157-797B8552FCB2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59A45019-2706-0ED7-70DC-437A731725CD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83" name="사각형: 둥근 위쪽 모서리 82">
                <a:extLst>
                  <a:ext uri="{FF2B5EF4-FFF2-40B4-BE49-F238E27FC236}">
                    <a16:creationId xmlns:a16="http://schemas.microsoft.com/office/drawing/2014/main" id="{EAC79FF5-C905-1377-8A59-37D6D136C753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24E2CA8B-6EC7-F1BD-5E97-71D611417417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8B9B69C8-0B44-5558-11D4-5E4B797B8F3A}"/>
              </a:ext>
            </a:extLst>
          </p:cNvPr>
          <p:cNvGrpSpPr/>
          <p:nvPr/>
        </p:nvGrpSpPr>
        <p:grpSpPr>
          <a:xfrm>
            <a:off x="1036145" y="3211736"/>
            <a:ext cx="630525" cy="948956"/>
            <a:chOff x="1260090" y="1710974"/>
            <a:chExt cx="630525" cy="948956"/>
          </a:xfrm>
        </p:grpSpPr>
        <p:sp>
          <p:nvSpPr>
            <p:cNvPr id="90" name="사각형: 둥근 위쪽 모서리 89">
              <a:extLst>
                <a:ext uri="{FF2B5EF4-FFF2-40B4-BE49-F238E27FC236}">
                  <a16:creationId xmlns:a16="http://schemas.microsoft.com/office/drawing/2014/main" id="{DA851761-851E-7C7B-A4F5-6A0FF144411B}"/>
                </a:ext>
              </a:extLst>
            </p:cNvPr>
            <p:cNvSpPr/>
            <p:nvPr/>
          </p:nvSpPr>
          <p:spPr>
            <a:xfrm rot="5400000">
              <a:off x="1100875" y="1870190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F3F6F227-7A04-A8F3-C70E-C5163AF070D5}"/>
                </a:ext>
              </a:extLst>
            </p:cNvPr>
            <p:cNvGrpSpPr/>
            <p:nvPr/>
          </p:nvGrpSpPr>
          <p:grpSpPr>
            <a:xfrm>
              <a:off x="1260090" y="1710974"/>
              <a:ext cx="628794" cy="946350"/>
              <a:chOff x="2138045" y="3527386"/>
              <a:chExt cx="2425965" cy="3651137"/>
            </a:xfrm>
          </p:grpSpPr>
          <p:sp>
            <p:nvSpPr>
              <p:cNvPr id="92" name="사각형: 둥근 위쪽 모서리 91">
                <a:extLst>
                  <a:ext uri="{FF2B5EF4-FFF2-40B4-BE49-F238E27FC236}">
                    <a16:creationId xmlns:a16="http://schemas.microsoft.com/office/drawing/2014/main" id="{7FB43CFE-022A-8F6D-EBD5-9BC2DD51D4C9}"/>
                  </a:ext>
                </a:extLst>
              </p:cNvPr>
              <p:cNvSpPr/>
              <p:nvPr/>
            </p:nvSpPr>
            <p:spPr>
              <a:xfrm rot="5400000">
                <a:off x="1525460" y="4139973"/>
                <a:ext cx="3651136" cy="2425964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305683"/>
              </a:solidFill>
              <a:ln>
                <a:noFill/>
              </a:ln>
              <a:effectLst>
                <a:outerShdw dist="12700" dir="2700000" algn="tl" rotWithShape="0">
                  <a:srgbClr val="27466B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02F592B9-9C39-92EF-2FC1-59956B3A1E38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2746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C4879FF-3DDF-8FC1-6AD4-308CE67B95C8}"/>
              </a:ext>
            </a:extLst>
          </p:cNvPr>
          <p:cNvGrpSpPr/>
          <p:nvPr/>
        </p:nvGrpSpPr>
        <p:grpSpPr>
          <a:xfrm>
            <a:off x="2458629" y="3211736"/>
            <a:ext cx="630525" cy="948955"/>
            <a:chOff x="2471584" y="1710974"/>
            <a:chExt cx="630525" cy="948955"/>
          </a:xfrm>
        </p:grpSpPr>
        <p:sp>
          <p:nvSpPr>
            <p:cNvPr id="98" name="사각형: 둥근 위쪽 모서리 97">
              <a:extLst>
                <a:ext uri="{FF2B5EF4-FFF2-40B4-BE49-F238E27FC236}">
                  <a16:creationId xmlns:a16="http://schemas.microsoft.com/office/drawing/2014/main" id="{397D7A8B-EF67-942A-DDAE-308C3F9922E1}"/>
                </a:ext>
              </a:extLst>
            </p:cNvPr>
            <p:cNvSpPr/>
            <p:nvPr/>
          </p:nvSpPr>
          <p:spPr>
            <a:xfrm rot="5400000">
              <a:off x="2312369" y="1870189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31969764-7F04-DEEE-9DE2-266E1ED4DB5D}"/>
                </a:ext>
              </a:extLst>
            </p:cNvPr>
            <p:cNvGrpSpPr/>
            <p:nvPr/>
          </p:nvGrpSpPr>
          <p:grpSpPr>
            <a:xfrm>
              <a:off x="2471584" y="1710974"/>
              <a:ext cx="628794" cy="946350"/>
              <a:chOff x="2138045" y="3527386"/>
              <a:chExt cx="2425965" cy="3651137"/>
            </a:xfrm>
          </p:grpSpPr>
          <p:sp>
            <p:nvSpPr>
              <p:cNvPr id="102" name="사각형: 둥근 위쪽 모서리 101">
                <a:extLst>
                  <a:ext uri="{FF2B5EF4-FFF2-40B4-BE49-F238E27FC236}">
                    <a16:creationId xmlns:a16="http://schemas.microsoft.com/office/drawing/2014/main" id="{343B6E99-AF3E-F3CE-CA27-4A851A65A9AF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E05036"/>
              </a:solidFill>
              <a:ln>
                <a:noFill/>
              </a:ln>
              <a:effectLst>
                <a:outerShdw dist="12700" dir="2700000" algn="tl" rotWithShape="0">
                  <a:srgbClr val="C000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4ED79776-2562-3FF4-5B65-52AF0243A523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BD34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CD716E19-A584-C28E-3E60-F4DCFCBDEF99}"/>
              </a:ext>
            </a:extLst>
          </p:cNvPr>
          <p:cNvGrpSpPr/>
          <p:nvPr/>
        </p:nvGrpSpPr>
        <p:grpSpPr>
          <a:xfrm>
            <a:off x="353355" y="4196998"/>
            <a:ext cx="573621" cy="311276"/>
            <a:chOff x="1394247" y="4157981"/>
            <a:chExt cx="630983" cy="311276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FA6ECDB-9F3B-3350-AE99-270743813F06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7C53AE4-F767-A3F2-7139-FA2358C768E6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00A0599-A94C-39B4-71D7-70E3286D1C01}"/>
              </a:ext>
            </a:extLst>
          </p:cNvPr>
          <p:cNvGrpSpPr/>
          <p:nvPr/>
        </p:nvGrpSpPr>
        <p:grpSpPr>
          <a:xfrm>
            <a:off x="1737995" y="3211735"/>
            <a:ext cx="630525" cy="948955"/>
            <a:chOff x="324903" y="1710973"/>
            <a:chExt cx="630525" cy="948955"/>
          </a:xfrm>
        </p:grpSpPr>
        <p:sp>
          <p:nvSpPr>
            <p:cNvPr id="114" name="사각형: 둥근 위쪽 모서리 113">
              <a:extLst>
                <a:ext uri="{FF2B5EF4-FFF2-40B4-BE49-F238E27FC236}">
                  <a16:creationId xmlns:a16="http://schemas.microsoft.com/office/drawing/2014/main" id="{7CDE06DC-8CF4-5035-4985-7E501F8B6B18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D723DF79-8E2D-0B43-B864-180ABEB029D0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118" name="사각형: 둥근 위쪽 모서리 117">
                <a:extLst>
                  <a:ext uri="{FF2B5EF4-FFF2-40B4-BE49-F238E27FC236}">
                    <a16:creationId xmlns:a16="http://schemas.microsoft.com/office/drawing/2014/main" id="{0647BEEB-9F4E-7E87-B248-B269B14D131A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C2DE3C37-26A1-F728-2948-58630F07593C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A113DCAC-6209-5BB6-9BB8-6AAA611E2E99}"/>
              </a:ext>
            </a:extLst>
          </p:cNvPr>
          <p:cNvGrpSpPr/>
          <p:nvPr/>
        </p:nvGrpSpPr>
        <p:grpSpPr>
          <a:xfrm>
            <a:off x="1059901" y="4196998"/>
            <a:ext cx="573621" cy="311276"/>
            <a:chOff x="1394247" y="4157981"/>
            <a:chExt cx="630983" cy="311276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50E6DBC-DEEE-FF03-8C3B-6E9C8B0A422B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384D193-9602-40BF-1AD9-BBB73FA439D9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F9494169-AA66-B913-62FF-B0C73A125019}"/>
              </a:ext>
            </a:extLst>
          </p:cNvPr>
          <p:cNvGrpSpPr/>
          <p:nvPr/>
        </p:nvGrpSpPr>
        <p:grpSpPr>
          <a:xfrm>
            <a:off x="1766447" y="4196998"/>
            <a:ext cx="573621" cy="311276"/>
            <a:chOff x="1394247" y="4157981"/>
            <a:chExt cx="630983" cy="31127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78EB14B4-BF0B-1871-01CB-24C8DD84549B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0F5E75C-C4F8-83E6-DE9E-5F29E911FFD7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30005FA1-283F-8041-27A9-70A9FE8A6F5E}"/>
              </a:ext>
            </a:extLst>
          </p:cNvPr>
          <p:cNvGrpSpPr/>
          <p:nvPr/>
        </p:nvGrpSpPr>
        <p:grpSpPr>
          <a:xfrm>
            <a:off x="2472994" y="4196998"/>
            <a:ext cx="573621" cy="311276"/>
            <a:chOff x="1394247" y="4157981"/>
            <a:chExt cx="630983" cy="31127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659E037-639E-349D-2AC7-E61F9ECA50F7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  <a:endPara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4F7DD50-7182-3477-99ED-25CF51C228A8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  <a:endParaRPr lang="en-US" altLang="ko-KR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383CCBBB-C60B-AC52-EE3E-65A3ACC2F4E9}"/>
              </a:ext>
            </a:extLst>
          </p:cNvPr>
          <p:cNvGrpSpPr/>
          <p:nvPr/>
        </p:nvGrpSpPr>
        <p:grpSpPr>
          <a:xfrm>
            <a:off x="324903" y="4564250"/>
            <a:ext cx="630525" cy="948955"/>
            <a:chOff x="324903" y="1710973"/>
            <a:chExt cx="630525" cy="948955"/>
          </a:xfrm>
        </p:grpSpPr>
        <p:sp>
          <p:nvSpPr>
            <p:cNvPr id="148" name="사각형: 둥근 위쪽 모서리 147">
              <a:extLst>
                <a:ext uri="{FF2B5EF4-FFF2-40B4-BE49-F238E27FC236}">
                  <a16:creationId xmlns:a16="http://schemas.microsoft.com/office/drawing/2014/main" id="{37AEE67D-4193-CEEB-65BF-0B1D75BFC2D4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8C621C28-F7F3-C870-52DA-F76CE86123DD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150" name="사각형: 둥근 위쪽 모서리 149">
                <a:extLst>
                  <a:ext uri="{FF2B5EF4-FFF2-40B4-BE49-F238E27FC236}">
                    <a16:creationId xmlns:a16="http://schemas.microsoft.com/office/drawing/2014/main" id="{F7BB43BA-A177-4D69-EF52-8D06FF9F8B52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56F9D893-279C-F3CC-CA8E-3DED96A43E49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F8F915C-7410-6337-39DF-40CBCA8F63D3}"/>
              </a:ext>
            </a:extLst>
          </p:cNvPr>
          <p:cNvGrpSpPr/>
          <p:nvPr/>
        </p:nvGrpSpPr>
        <p:grpSpPr>
          <a:xfrm>
            <a:off x="1036145" y="4564251"/>
            <a:ext cx="630525" cy="948956"/>
            <a:chOff x="1260090" y="1710974"/>
            <a:chExt cx="630525" cy="948956"/>
          </a:xfrm>
        </p:grpSpPr>
        <p:sp>
          <p:nvSpPr>
            <p:cNvPr id="153" name="사각형: 둥근 위쪽 모서리 152">
              <a:extLst>
                <a:ext uri="{FF2B5EF4-FFF2-40B4-BE49-F238E27FC236}">
                  <a16:creationId xmlns:a16="http://schemas.microsoft.com/office/drawing/2014/main" id="{914B0F4D-BC13-20E4-D071-F5D9432554A0}"/>
                </a:ext>
              </a:extLst>
            </p:cNvPr>
            <p:cNvSpPr/>
            <p:nvPr/>
          </p:nvSpPr>
          <p:spPr>
            <a:xfrm rot="5400000">
              <a:off x="1100875" y="1870190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FC16DC37-A57C-1845-D07F-39DE1B3F3855}"/>
                </a:ext>
              </a:extLst>
            </p:cNvPr>
            <p:cNvGrpSpPr/>
            <p:nvPr/>
          </p:nvGrpSpPr>
          <p:grpSpPr>
            <a:xfrm>
              <a:off x="1260090" y="1710974"/>
              <a:ext cx="628794" cy="946350"/>
              <a:chOff x="2138045" y="3527386"/>
              <a:chExt cx="2425965" cy="3651137"/>
            </a:xfrm>
          </p:grpSpPr>
          <p:sp>
            <p:nvSpPr>
              <p:cNvPr id="155" name="사각형: 둥근 위쪽 모서리 154">
                <a:extLst>
                  <a:ext uri="{FF2B5EF4-FFF2-40B4-BE49-F238E27FC236}">
                    <a16:creationId xmlns:a16="http://schemas.microsoft.com/office/drawing/2014/main" id="{AC23B9F1-25BB-6B32-7C10-87D6D05A4B7A}"/>
                  </a:ext>
                </a:extLst>
              </p:cNvPr>
              <p:cNvSpPr/>
              <p:nvPr/>
            </p:nvSpPr>
            <p:spPr>
              <a:xfrm rot="5400000">
                <a:off x="1525460" y="4139973"/>
                <a:ext cx="3651136" cy="2425964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305683"/>
              </a:solidFill>
              <a:ln>
                <a:noFill/>
              </a:ln>
              <a:effectLst>
                <a:outerShdw dist="12700" dir="2700000" algn="tl" rotWithShape="0">
                  <a:srgbClr val="27466B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10B494B2-923D-AD3B-306F-8C8547121C8C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2746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3D6DB102-F5CF-3B5D-8235-CCD099601E11}"/>
              </a:ext>
            </a:extLst>
          </p:cNvPr>
          <p:cNvGrpSpPr/>
          <p:nvPr/>
        </p:nvGrpSpPr>
        <p:grpSpPr>
          <a:xfrm>
            <a:off x="2458629" y="4564251"/>
            <a:ext cx="630525" cy="948955"/>
            <a:chOff x="2471584" y="1710974"/>
            <a:chExt cx="630525" cy="948955"/>
          </a:xfrm>
        </p:grpSpPr>
        <p:sp>
          <p:nvSpPr>
            <p:cNvPr id="158" name="사각형: 둥근 위쪽 모서리 157">
              <a:extLst>
                <a:ext uri="{FF2B5EF4-FFF2-40B4-BE49-F238E27FC236}">
                  <a16:creationId xmlns:a16="http://schemas.microsoft.com/office/drawing/2014/main" id="{E0E7A5A6-8D8F-DABF-7CDE-40E7307479A4}"/>
                </a:ext>
              </a:extLst>
            </p:cNvPr>
            <p:cNvSpPr/>
            <p:nvPr/>
          </p:nvSpPr>
          <p:spPr>
            <a:xfrm rot="5400000">
              <a:off x="2312369" y="1870189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5BE2E2BB-93DF-EF28-62BD-F1AA370A229A}"/>
                </a:ext>
              </a:extLst>
            </p:cNvPr>
            <p:cNvGrpSpPr/>
            <p:nvPr/>
          </p:nvGrpSpPr>
          <p:grpSpPr>
            <a:xfrm>
              <a:off x="2471584" y="1710974"/>
              <a:ext cx="628794" cy="946350"/>
              <a:chOff x="2138045" y="3527386"/>
              <a:chExt cx="2425965" cy="3651137"/>
            </a:xfrm>
          </p:grpSpPr>
          <p:sp>
            <p:nvSpPr>
              <p:cNvPr id="160" name="사각형: 둥근 위쪽 모서리 159">
                <a:extLst>
                  <a:ext uri="{FF2B5EF4-FFF2-40B4-BE49-F238E27FC236}">
                    <a16:creationId xmlns:a16="http://schemas.microsoft.com/office/drawing/2014/main" id="{8B1FB019-D04F-4E6C-C659-7CE650A0CDF8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E05036"/>
              </a:solidFill>
              <a:ln>
                <a:noFill/>
              </a:ln>
              <a:effectLst>
                <a:outerShdw dist="12700" dir="2700000" algn="tl" rotWithShape="0">
                  <a:srgbClr val="C000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D48263FF-567B-A8CC-6E0A-9867AE018607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BD34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540432E-3536-69B3-0536-21975FD3242B}"/>
              </a:ext>
            </a:extLst>
          </p:cNvPr>
          <p:cNvGrpSpPr/>
          <p:nvPr/>
        </p:nvGrpSpPr>
        <p:grpSpPr>
          <a:xfrm>
            <a:off x="1737995" y="4564250"/>
            <a:ext cx="630525" cy="948955"/>
            <a:chOff x="324903" y="1710973"/>
            <a:chExt cx="630525" cy="948955"/>
          </a:xfrm>
        </p:grpSpPr>
        <p:sp>
          <p:nvSpPr>
            <p:cNvPr id="166" name="사각형: 둥근 위쪽 모서리 165">
              <a:extLst>
                <a:ext uri="{FF2B5EF4-FFF2-40B4-BE49-F238E27FC236}">
                  <a16:creationId xmlns:a16="http://schemas.microsoft.com/office/drawing/2014/main" id="{7C977031-F514-3B8C-C560-FF4FBAB97A36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372C9B1E-CD59-4C9E-AA8C-E162304BA9A6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168" name="사각형: 둥근 위쪽 모서리 167">
                <a:extLst>
                  <a:ext uri="{FF2B5EF4-FFF2-40B4-BE49-F238E27FC236}">
                    <a16:creationId xmlns:a16="http://schemas.microsoft.com/office/drawing/2014/main" id="{48E752E9-0AB0-D993-0099-C4A8B34B6BCC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D6514DBD-3770-F378-68F2-4ED5C65097DE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F99AE343-154D-FBED-D45E-621795A95981}"/>
              </a:ext>
            </a:extLst>
          </p:cNvPr>
          <p:cNvCxnSpPr>
            <a:cxnSpLocks/>
          </p:cNvCxnSpPr>
          <p:nvPr/>
        </p:nvCxnSpPr>
        <p:spPr>
          <a:xfrm>
            <a:off x="3329461" y="2019946"/>
            <a:ext cx="0" cy="181447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93DB4EED-491D-8453-27D9-F03E3A9D19F2}"/>
              </a:ext>
            </a:extLst>
          </p:cNvPr>
          <p:cNvGrpSpPr/>
          <p:nvPr/>
        </p:nvGrpSpPr>
        <p:grpSpPr>
          <a:xfrm>
            <a:off x="2417688" y="435950"/>
            <a:ext cx="180000" cy="180000"/>
            <a:chOff x="2348344" y="435950"/>
            <a:chExt cx="180000" cy="180000"/>
          </a:xfrm>
        </p:grpSpPr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F8604678-AEEF-E47A-BE6B-052762451A06}"/>
                </a:ext>
              </a:extLst>
            </p:cNvPr>
            <p:cNvSpPr/>
            <p:nvPr/>
          </p:nvSpPr>
          <p:spPr>
            <a:xfrm>
              <a:off x="2348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71734BC4-E4C5-E73A-E9BB-DDCA347D8267}"/>
                </a:ext>
              </a:extLst>
            </p:cNvPr>
            <p:cNvGrpSpPr/>
            <p:nvPr/>
          </p:nvGrpSpPr>
          <p:grpSpPr>
            <a:xfrm>
              <a:off x="2393344" y="480950"/>
              <a:ext cx="90000" cy="90000"/>
              <a:chOff x="3521964" y="784067"/>
              <a:chExt cx="77508" cy="77508"/>
            </a:xfrm>
          </p:grpSpPr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A0D7304F-D864-374E-85A4-098CD6F7B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1964" y="822821"/>
                <a:ext cx="77508" cy="0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07CD0592-3520-4739-B3B8-1DDE5EF86F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0718" y="784067"/>
                <a:ext cx="0" cy="77508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B744E50C-A429-2092-738D-CBDEA382BD32}"/>
              </a:ext>
            </a:extLst>
          </p:cNvPr>
          <p:cNvGrpSpPr/>
          <p:nvPr/>
        </p:nvGrpSpPr>
        <p:grpSpPr>
          <a:xfrm>
            <a:off x="2667016" y="435950"/>
            <a:ext cx="180000" cy="180000"/>
            <a:chOff x="2632344" y="435950"/>
            <a:chExt cx="180000" cy="180000"/>
          </a:xfrm>
        </p:grpSpPr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165FE119-7908-DF43-1BB0-D4424D9F033A}"/>
                </a:ext>
              </a:extLst>
            </p:cNvPr>
            <p:cNvSpPr/>
            <p:nvPr/>
          </p:nvSpPr>
          <p:spPr>
            <a:xfrm>
              <a:off x="2632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F0EE0588-2AD3-1772-4DF0-F82D62C7F802}"/>
                </a:ext>
              </a:extLst>
            </p:cNvPr>
            <p:cNvGrpSpPr/>
            <p:nvPr/>
          </p:nvGrpSpPr>
          <p:grpSpPr>
            <a:xfrm>
              <a:off x="2677344" y="473010"/>
              <a:ext cx="90000" cy="90000"/>
              <a:chOff x="8710803" y="7939061"/>
              <a:chExt cx="209550" cy="225599"/>
            </a:xfrm>
          </p:grpSpPr>
          <p:sp>
            <p:nvSpPr>
              <p:cNvPr id="190" name="이등변 삼각형 76">
                <a:extLst>
                  <a:ext uri="{FF2B5EF4-FFF2-40B4-BE49-F238E27FC236}">
                    <a16:creationId xmlns:a16="http://schemas.microsoft.com/office/drawing/2014/main" id="{CD89604D-204A-3BCF-2BA2-01922C6D76DE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cxnSp>
            <p:nvCxnSpPr>
              <p:cNvPr id="191" name="직선 연결선 190">
                <a:extLst>
                  <a:ext uri="{FF2B5EF4-FFF2-40B4-BE49-F238E27FC236}">
                    <a16:creationId xmlns:a16="http://schemas.microsoft.com/office/drawing/2014/main" id="{4ACE0CCF-56A5-F2C5-9107-20E2630F0F5C}"/>
                  </a:ext>
                </a:extLst>
              </p:cNvPr>
              <p:cNvCxnSpPr>
                <a:cxnSpLocks/>
                <a:stCxn id="190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92" name="직선 연결선 191">
                <a:extLst>
                  <a:ext uri="{FF2B5EF4-FFF2-40B4-BE49-F238E27FC236}">
                    <a16:creationId xmlns:a16="http://schemas.microsoft.com/office/drawing/2014/main" id="{0F868461-5BBD-D514-20E1-BFDA11FB1B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A5982B0C-B609-4CBF-681B-C52E3DDB16FD}"/>
              </a:ext>
            </a:extLst>
          </p:cNvPr>
          <p:cNvGrpSpPr/>
          <p:nvPr/>
        </p:nvGrpSpPr>
        <p:grpSpPr>
          <a:xfrm>
            <a:off x="2916344" y="435950"/>
            <a:ext cx="180000" cy="180000"/>
            <a:chOff x="2916344" y="435950"/>
            <a:chExt cx="180000" cy="180000"/>
          </a:xfrm>
        </p:grpSpPr>
        <p:sp>
          <p:nvSpPr>
            <p:cNvPr id="194" name="타원 193">
              <a:extLst>
                <a:ext uri="{FF2B5EF4-FFF2-40B4-BE49-F238E27FC236}">
                  <a16:creationId xmlns:a16="http://schemas.microsoft.com/office/drawing/2014/main" id="{6BE22D77-BE06-E49C-B990-F169415B9A9C}"/>
                </a:ext>
              </a:extLst>
            </p:cNvPr>
            <p:cNvSpPr/>
            <p:nvPr/>
          </p:nvSpPr>
          <p:spPr>
            <a:xfrm>
              <a:off x="2916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95" name="그룹 194">
              <a:extLst>
                <a:ext uri="{FF2B5EF4-FFF2-40B4-BE49-F238E27FC236}">
                  <a16:creationId xmlns:a16="http://schemas.microsoft.com/office/drawing/2014/main" id="{CBB2D505-8E52-CA39-99E0-F6429F216AE8}"/>
                </a:ext>
              </a:extLst>
            </p:cNvPr>
            <p:cNvGrpSpPr/>
            <p:nvPr/>
          </p:nvGrpSpPr>
          <p:grpSpPr>
            <a:xfrm>
              <a:off x="2956580" y="467233"/>
              <a:ext cx="90000" cy="117432"/>
              <a:chOff x="3661287" y="1581465"/>
              <a:chExt cx="128628" cy="182671"/>
            </a:xfrm>
          </p:grpSpPr>
          <p:sp>
            <p:nvSpPr>
              <p:cNvPr id="196" name="자유형: 도형 195">
                <a:extLst>
                  <a:ext uri="{FF2B5EF4-FFF2-40B4-BE49-F238E27FC236}">
                    <a16:creationId xmlns:a16="http://schemas.microsoft.com/office/drawing/2014/main" id="{FB3A46CA-1ED6-1EDB-65B3-596853A832C9}"/>
                  </a:ext>
                </a:extLst>
              </p:cNvPr>
              <p:cNvSpPr/>
              <p:nvPr/>
            </p:nvSpPr>
            <p:spPr>
              <a:xfrm>
                <a:off x="3681330" y="1581465"/>
                <a:ext cx="108585" cy="182671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5"/>
              </a:p>
            </p:txBody>
          </p:sp>
          <p:grpSp>
            <p:nvGrpSpPr>
              <p:cNvPr id="197" name="그룹 196">
                <a:extLst>
                  <a:ext uri="{FF2B5EF4-FFF2-40B4-BE49-F238E27FC236}">
                    <a16:creationId xmlns:a16="http://schemas.microsoft.com/office/drawing/2014/main" id="{2CF429C5-D5BB-451E-6BD1-EA4E987CFBEF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198" name="이등변 삼각형 76">
                  <a:extLst>
                    <a:ext uri="{FF2B5EF4-FFF2-40B4-BE49-F238E27FC236}">
                      <a16:creationId xmlns:a16="http://schemas.microsoft.com/office/drawing/2014/main" id="{41F2ED58-0661-0141-B75F-FE275252F686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5875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87"/>
                </a:p>
              </p:txBody>
            </p:sp>
            <p:cxnSp>
              <p:nvCxnSpPr>
                <p:cNvPr id="199" name="직선 연결선 198">
                  <a:extLst>
                    <a:ext uri="{FF2B5EF4-FFF2-40B4-BE49-F238E27FC236}">
                      <a16:creationId xmlns:a16="http://schemas.microsoft.com/office/drawing/2014/main" id="{28B4A069-E69C-4E2B-995A-40ECAEB6EA38}"/>
                    </a:ext>
                  </a:extLst>
                </p:cNvPr>
                <p:cNvCxnSpPr>
                  <a:cxnSpLocks/>
                  <a:stCxn id="198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5875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354C53BB-7C19-4DE2-194E-A2C222F9953A}"/>
              </a:ext>
            </a:extLst>
          </p:cNvPr>
          <p:cNvSpPr txBox="1"/>
          <p:nvPr/>
        </p:nvSpPr>
        <p:spPr>
          <a:xfrm>
            <a:off x="1145485" y="303215"/>
            <a:ext cx="11178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04815">
              <a:defRPr/>
            </a:pP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Font : Bodoni MT Black</a:t>
            </a:r>
          </a:p>
        </p:txBody>
      </p: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E1CD5136-2587-C86D-BED5-D5219FDF1EB1}"/>
              </a:ext>
            </a:extLst>
          </p:cNvPr>
          <p:cNvGrpSpPr/>
          <p:nvPr/>
        </p:nvGrpSpPr>
        <p:grpSpPr>
          <a:xfrm>
            <a:off x="3689649" y="1339074"/>
            <a:ext cx="180000" cy="180000"/>
            <a:chOff x="2348344" y="435950"/>
            <a:chExt cx="180000" cy="180000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5B47B2E6-9643-7BBD-0453-627C30ED7039}"/>
                </a:ext>
              </a:extLst>
            </p:cNvPr>
            <p:cNvSpPr/>
            <p:nvPr/>
          </p:nvSpPr>
          <p:spPr>
            <a:xfrm>
              <a:off x="2348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6B66A841-828B-15B8-7938-21DA4D040764}"/>
                </a:ext>
              </a:extLst>
            </p:cNvPr>
            <p:cNvGrpSpPr/>
            <p:nvPr/>
          </p:nvGrpSpPr>
          <p:grpSpPr>
            <a:xfrm>
              <a:off x="2393344" y="480950"/>
              <a:ext cx="90000" cy="90000"/>
              <a:chOff x="3521964" y="784067"/>
              <a:chExt cx="77508" cy="77508"/>
            </a:xfrm>
          </p:grpSpPr>
          <p:cxnSp>
            <p:nvCxnSpPr>
              <p:cNvPr id="222" name="직선 연결선 221">
                <a:extLst>
                  <a:ext uri="{FF2B5EF4-FFF2-40B4-BE49-F238E27FC236}">
                    <a16:creationId xmlns:a16="http://schemas.microsoft.com/office/drawing/2014/main" id="{AA3E8B46-C294-0F93-30E3-502A60D176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1964" y="822821"/>
                <a:ext cx="77508" cy="0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3" name="직선 연결선 222">
                <a:extLst>
                  <a:ext uri="{FF2B5EF4-FFF2-40B4-BE49-F238E27FC236}">
                    <a16:creationId xmlns:a16="http://schemas.microsoft.com/office/drawing/2014/main" id="{CA67E852-B4BD-2CF9-CF85-E94E39807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0718" y="784067"/>
                <a:ext cx="0" cy="77508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9A4DD191-8CBC-AD32-A6D6-8D4E08BB428B}"/>
              </a:ext>
            </a:extLst>
          </p:cNvPr>
          <p:cNvGrpSpPr/>
          <p:nvPr/>
        </p:nvGrpSpPr>
        <p:grpSpPr>
          <a:xfrm>
            <a:off x="3938977" y="1339074"/>
            <a:ext cx="180000" cy="180000"/>
            <a:chOff x="2632344" y="435950"/>
            <a:chExt cx="180000" cy="180000"/>
          </a:xfrm>
        </p:grpSpPr>
        <p:sp>
          <p:nvSpPr>
            <p:cNvPr id="225" name="타원 224">
              <a:extLst>
                <a:ext uri="{FF2B5EF4-FFF2-40B4-BE49-F238E27FC236}">
                  <a16:creationId xmlns:a16="http://schemas.microsoft.com/office/drawing/2014/main" id="{8C443036-4A34-7605-0E47-C2047A02C2DE}"/>
                </a:ext>
              </a:extLst>
            </p:cNvPr>
            <p:cNvSpPr/>
            <p:nvPr/>
          </p:nvSpPr>
          <p:spPr>
            <a:xfrm>
              <a:off x="2632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48732F80-9D06-A2D3-D9F2-1B73ADA39004}"/>
                </a:ext>
              </a:extLst>
            </p:cNvPr>
            <p:cNvGrpSpPr/>
            <p:nvPr/>
          </p:nvGrpSpPr>
          <p:grpSpPr>
            <a:xfrm>
              <a:off x="2677344" y="473010"/>
              <a:ext cx="90000" cy="90000"/>
              <a:chOff x="8710803" y="7939061"/>
              <a:chExt cx="209550" cy="225599"/>
            </a:xfrm>
          </p:grpSpPr>
          <p:sp>
            <p:nvSpPr>
              <p:cNvPr id="227" name="이등변 삼각형 76">
                <a:extLst>
                  <a:ext uri="{FF2B5EF4-FFF2-40B4-BE49-F238E27FC236}">
                    <a16:creationId xmlns:a16="http://schemas.microsoft.com/office/drawing/2014/main" id="{E22A7D39-45E2-9DA2-5935-68956D1B5919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cxnSp>
            <p:nvCxnSpPr>
              <p:cNvPr id="228" name="직선 연결선 227">
                <a:extLst>
                  <a:ext uri="{FF2B5EF4-FFF2-40B4-BE49-F238E27FC236}">
                    <a16:creationId xmlns:a16="http://schemas.microsoft.com/office/drawing/2014/main" id="{EEE7BB2F-B31A-7588-C750-C9300A4C7252}"/>
                  </a:ext>
                </a:extLst>
              </p:cNvPr>
              <p:cNvCxnSpPr>
                <a:cxnSpLocks/>
                <a:stCxn id="227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229" name="직선 연결선 228">
                <a:extLst>
                  <a:ext uri="{FF2B5EF4-FFF2-40B4-BE49-F238E27FC236}">
                    <a16:creationId xmlns:a16="http://schemas.microsoft.com/office/drawing/2014/main" id="{88D08CB1-D8CA-5CDC-1B39-7AF96F0F7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EEAB1115-0F03-7626-8ECE-A939B467FD2A}"/>
              </a:ext>
            </a:extLst>
          </p:cNvPr>
          <p:cNvGrpSpPr/>
          <p:nvPr/>
        </p:nvGrpSpPr>
        <p:grpSpPr>
          <a:xfrm>
            <a:off x="4188305" y="1339074"/>
            <a:ext cx="180000" cy="180000"/>
            <a:chOff x="2916344" y="435950"/>
            <a:chExt cx="180000" cy="180000"/>
          </a:xfrm>
        </p:grpSpPr>
        <p:sp>
          <p:nvSpPr>
            <p:cNvPr id="231" name="타원 230">
              <a:extLst>
                <a:ext uri="{FF2B5EF4-FFF2-40B4-BE49-F238E27FC236}">
                  <a16:creationId xmlns:a16="http://schemas.microsoft.com/office/drawing/2014/main" id="{4EE73901-0F0F-BAE9-6195-5C0C17DDBEA2}"/>
                </a:ext>
              </a:extLst>
            </p:cNvPr>
            <p:cNvSpPr/>
            <p:nvPr/>
          </p:nvSpPr>
          <p:spPr>
            <a:xfrm>
              <a:off x="2916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E9F07E83-6929-C608-8724-BDE7CA308394}"/>
                </a:ext>
              </a:extLst>
            </p:cNvPr>
            <p:cNvGrpSpPr/>
            <p:nvPr/>
          </p:nvGrpSpPr>
          <p:grpSpPr>
            <a:xfrm>
              <a:off x="2956580" y="467233"/>
              <a:ext cx="90000" cy="117432"/>
              <a:chOff x="3661287" y="1581465"/>
              <a:chExt cx="128628" cy="182671"/>
            </a:xfrm>
          </p:grpSpPr>
          <p:sp>
            <p:nvSpPr>
              <p:cNvPr id="233" name="자유형: 도형 232">
                <a:extLst>
                  <a:ext uri="{FF2B5EF4-FFF2-40B4-BE49-F238E27FC236}">
                    <a16:creationId xmlns:a16="http://schemas.microsoft.com/office/drawing/2014/main" id="{A85590C1-9254-5F27-F2E3-A9227CB39C3D}"/>
                  </a:ext>
                </a:extLst>
              </p:cNvPr>
              <p:cNvSpPr/>
              <p:nvPr/>
            </p:nvSpPr>
            <p:spPr>
              <a:xfrm>
                <a:off x="3681330" y="1581465"/>
                <a:ext cx="108585" cy="182671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5"/>
              </a:p>
            </p:txBody>
          </p: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2B63A42E-5829-3A24-602E-3007C751F062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235" name="이등변 삼각형 76">
                  <a:extLst>
                    <a:ext uri="{FF2B5EF4-FFF2-40B4-BE49-F238E27FC236}">
                      <a16:creationId xmlns:a16="http://schemas.microsoft.com/office/drawing/2014/main" id="{431E4264-7795-0F30-F22E-8DA485C328F4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5875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87"/>
                </a:p>
              </p:txBody>
            </p:sp>
            <p:cxnSp>
              <p:nvCxnSpPr>
                <p:cNvPr id="236" name="직선 연결선 235">
                  <a:extLst>
                    <a:ext uri="{FF2B5EF4-FFF2-40B4-BE49-F238E27FC236}">
                      <a16:creationId xmlns:a16="http://schemas.microsoft.com/office/drawing/2014/main" id="{EFE504A9-D0C8-EAFA-C77B-4C7824EF8BE5}"/>
                    </a:ext>
                  </a:extLst>
                </p:cNvPr>
                <p:cNvCxnSpPr>
                  <a:cxnSpLocks/>
                  <a:stCxn id="235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5875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56E0B487-BC18-0074-7771-EDAB4A1758F7}"/>
              </a:ext>
            </a:extLst>
          </p:cNvPr>
          <p:cNvSpPr txBox="1"/>
          <p:nvPr/>
        </p:nvSpPr>
        <p:spPr>
          <a:xfrm>
            <a:off x="923426" y="701991"/>
            <a:ext cx="156194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04815"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상단버튼 컬러코드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공통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#FCC117</a:t>
            </a:r>
            <a:endParaRPr lang="ko-KR" altLang="en-US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40" name="자유형: 도형 239">
            <a:extLst>
              <a:ext uri="{FF2B5EF4-FFF2-40B4-BE49-F238E27FC236}">
                <a16:creationId xmlns:a16="http://schemas.microsoft.com/office/drawing/2014/main" id="{FE38100E-C4C1-4889-4394-50592FDDF372}"/>
              </a:ext>
            </a:extLst>
          </p:cNvPr>
          <p:cNvSpPr/>
          <p:nvPr/>
        </p:nvSpPr>
        <p:spPr>
          <a:xfrm flipH="1">
            <a:off x="2417334" y="622300"/>
            <a:ext cx="98088" cy="177800"/>
          </a:xfrm>
          <a:custGeom>
            <a:avLst/>
            <a:gdLst>
              <a:gd name="csX0" fmla="*/ 0 w 73025"/>
              <a:gd name="csY0" fmla="*/ 0 h 177800"/>
              <a:gd name="csX1" fmla="*/ 0 w 73025"/>
              <a:gd name="csY1" fmla="*/ 177800 h 177800"/>
              <a:gd name="csX2" fmla="*/ 73025 w 73025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3025" h="177800">
                <a:moveTo>
                  <a:pt x="0" y="0"/>
                </a:moveTo>
                <a:lnTo>
                  <a:pt x="0" y="177800"/>
                </a:lnTo>
                <a:lnTo>
                  <a:pt x="73025" y="177800"/>
                </a:lnTo>
              </a:path>
            </a:pathLst>
          </a:custGeom>
          <a:noFill/>
          <a:ln w="6350">
            <a:solidFill>
              <a:srgbClr val="C00000"/>
            </a:solidFill>
            <a:head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BBB1706-45F4-3117-C417-3092BC236362}"/>
              </a:ext>
            </a:extLst>
          </p:cNvPr>
          <p:cNvSpPr/>
          <p:nvPr/>
        </p:nvSpPr>
        <p:spPr>
          <a:xfrm>
            <a:off x="-2" y="4972050"/>
            <a:ext cx="3419475" cy="4349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0" marR="0" lvl="0" indent="0" algn="ct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EB616816-66DA-771D-2825-C035A8252707}"/>
              </a:ext>
            </a:extLst>
          </p:cNvPr>
          <p:cNvGrpSpPr/>
          <p:nvPr/>
        </p:nvGrpSpPr>
        <p:grpSpPr>
          <a:xfrm>
            <a:off x="211329" y="5045701"/>
            <a:ext cx="405037" cy="351080"/>
            <a:chOff x="211329" y="3536941"/>
            <a:chExt cx="405037" cy="351080"/>
          </a:xfrm>
        </p:grpSpPr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6DD82AB3-5D47-52B8-AFDC-22A1EDD01B52}"/>
                </a:ext>
              </a:extLst>
            </p:cNvPr>
            <p:cNvSpPr txBox="1"/>
            <p:nvPr userDrawn="1"/>
          </p:nvSpPr>
          <p:spPr>
            <a:xfrm>
              <a:off x="211329" y="370335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304815"/>
              <a:r>
                <a:rPr lang="en-US" altLang="ko-KR" sz="6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Home</a:t>
              </a:r>
              <a:endParaRPr lang="ko-KR" altLang="en-US" sz="6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249" name="그래픽 15" descr="주택 윤곽선">
              <a:extLst>
                <a:ext uri="{FF2B5EF4-FFF2-40B4-BE49-F238E27FC236}">
                  <a16:creationId xmlns:a16="http://schemas.microsoft.com/office/drawing/2014/main" id="{2BB31E0E-DE40-C7CA-AB56-D67B37EF0CAF}"/>
                </a:ext>
              </a:extLst>
            </p:cNvPr>
            <p:cNvSpPr>
              <a:spLocks/>
            </p:cNvSpPr>
            <p:nvPr userDrawn="1"/>
          </p:nvSpPr>
          <p:spPr>
            <a:xfrm>
              <a:off x="323848" y="3536941"/>
              <a:ext cx="180000" cy="180000"/>
            </a:xfrm>
            <a:custGeom>
              <a:avLst/>
              <a:gdLst>
                <a:gd name="csX0" fmla="*/ 0 w 789298"/>
                <a:gd name="csY0" fmla="*/ 374885 h 699134"/>
                <a:gd name="csX1" fmla="*/ 61808 w 789298"/>
                <a:gd name="csY1" fmla="*/ 436683 h 699134"/>
                <a:gd name="csX2" fmla="*/ 108899 w 789298"/>
                <a:gd name="csY2" fmla="*/ 392087 h 699134"/>
                <a:gd name="csX3" fmla="*/ 108899 w 789298"/>
                <a:gd name="csY3" fmla="*/ 698906 h 699134"/>
                <a:gd name="csX4" fmla="*/ 347024 w 789298"/>
                <a:gd name="csY4" fmla="*/ 699002 h 699134"/>
                <a:gd name="csX5" fmla="*/ 347024 w 789298"/>
                <a:gd name="csY5" fmla="*/ 461172 h 699134"/>
                <a:gd name="csX6" fmla="*/ 442274 w 789298"/>
                <a:gd name="csY6" fmla="*/ 461172 h 699134"/>
                <a:gd name="csX7" fmla="*/ 442274 w 789298"/>
                <a:gd name="csY7" fmla="*/ 699040 h 699134"/>
                <a:gd name="csX8" fmla="*/ 680399 w 789298"/>
                <a:gd name="csY8" fmla="*/ 699135 h 699134"/>
                <a:gd name="csX9" fmla="*/ 680399 w 789298"/>
                <a:gd name="csY9" fmla="*/ 391687 h 699134"/>
                <a:gd name="csX10" fmla="*/ 727729 w 789298"/>
                <a:gd name="csY10" fmla="*/ 436455 h 699134"/>
                <a:gd name="csX11" fmla="*/ 789299 w 789298"/>
                <a:gd name="csY11" fmla="*/ 374894 h 699134"/>
                <a:gd name="csX12" fmla="*/ 394649 w 789298"/>
                <a:gd name="csY12" fmla="*/ 0 h 699134"/>
                <a:gd name="csX13" fmla="*/ 661349 w 789298"/>
                <a:gd name="csY13" fmla="*/ 680085 h 699134"/>
                <a:gd name="csX14" fmla="*/ 461324 w 789298"/>
                <a:gd name="csY14" fmla="*/ 679999 h 699134"/>
                <a:gd name="csX15" fmla="*/ 461324 w 789298"/>
                <a:gd name="csY15" fmla="*/ 442122 h 699134"/>
                <a:gd name="csX16" fmla="*/ 327974 w 789298"/>
                <a:gd name="csY16" fmla="*/ 442122 h 699134"/>
                <a:gd name="csX17" fmla="*/ 327974 w 789298"/>
                <a:gd name="csY17" fmla="*/ 679942 h 699134"/>
                <a:gd name="csX18" fmla="*/ 127949 w 789298"/>
                <a:gd name="csY18" fmla="*/ 679866 h 699134"/>
                <a:gd name="csX19" fmla="*/ 127949 w 789298"/>
                <a:gd name="csY19" fmla="*/ 374047 h 699134"/>
                <a:gd name="csX20" fmla="*/ 394649 w 789298"/>
                <a:gd name="csY20" fmla="*/ 121482 h 699134"/>
                <a:gd name="csX21" fmla="*/ 661349 w 789298"/>
                <a:gd name="csY21" fmla="*/ 373675 h 699134"/>
                <a:gd name="csX22" fmla="*/ 62170 w 789298"/>
                <a:gd name="csY22" fmla="*/ 410108 h 699134"/>
                <a:gd name="csX23" fmla="*/ 27299 w 789298"/>
                <a:gd name="csY23" fmla="*/ 375285 h 699134"/>
                <a:gd name="csX24" fmla="*/ 394649 w 789298"/>
                <a:gd name="csY24" fmla="*/ 26251 h 699134"/>
                <a:gd name="csX25" fmla="*/ 762000 w 789298"/>
                <a:gd name="csY25" fmla="*/ 375285 h 699134"/>
                <a:gd name="csX26" fmla="*/ 727358 w 789298"/>
                <a:gd name="csY26" fmla="*/ 409880 h 699134"/>
                <a:gd name="csX27" fmla="*/ 394649 w 789298"/>
                <a:gd name="csY27" fmla="*/ 95250 h 699134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394649 w 789299"/>
                <a:gd name="csY28" fmla="*/ 95250 h 699135"/>
                <a:gd name="csX29" fmla="*/ 62170 w 789299"/>
                <a:gd name="csY29" fmla="*/ 410108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62170 w 789299"/>
                <a:gd name="csY28" fmla="*/ 410108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394649 w 789299"/>
                <a:gd name="csY23" fmla="*/ 121482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27" fmla="*/ 486089 w 789299"/>
                <a:gd name="csY27" fmla="*/ 117691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28" fmla="*/ 490852 w 789299"/>
                <a:gd name="csY28" fmla="*/ 119279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661349 w 789299"/>
                <a:gd name="csY23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661349 w 789299"/>
                <a:gd name="csY22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661349 w 789299"/>
                <a:gd name="csY21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661349 w 789299"/>
                <a:gd name="csY20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661349 w 789299"/>
                <a:gd name="csY19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661349 w 789299"/>
                <a:gd name="csY18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0" fmla="*/ 762000 w 789299"/>
                <a:gd name="csY0" fmla="*/ 3752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762000 w 789299"/>
                <a:gd name="csY14" fmla="*/ 375285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89299" h="699135">
                  <a:moveTo>
                    <a:pt x="0" y="374885"/>
                  </a:moveTo>
                  <a:lnTo>
                    <a:pt x="61808" y="436683"/>
                  </a:lnTo>
                  <a:lnTo>
                    <a:pt x="108899" y="392087"/>
                  </a:lnTo>
                  <a:lnTo>
                    <a:pt x="108899" y="698906"/>
                  </a:lnTo>
                  <a:lnTo>
                    <a:pt x="347024" y="699002"/>
                  </a:lnTo>
                  <a:lnTo>
                    <a:pt x="347024" y="461172"/>
                  </a:lnTo>
                  <a:lnTo>
                    <a:pt x="442274" y="461172"/>
                  </a:lnTo>
                  <a:lnTo>
                    <a:pt x="442274" y="699040"/>
                  </a:lnTo>
                  <a:lnTo>
                    <a:pt x="680399" y="699135"/>
                  </a:lnTo>
                  <a:lnTo>
                    <a:pt x="680399" y="391687"/>
                  </a:lnTo>
                  <a:lnTo>
                    <a:pt x="727729" y="436455"/>
                  </a:lnTo>
                  <a:lnTo>
                    <a:pt x="789299" y="374894"/>
                  </a:lnTo>
                  <a:lnTo>
                    <a:pt x="394649" y="0"/>
                  </a:lnTo>
                  <a:lnTo>
                    <a:pt x="0" y="374885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/>
            </a:p>
          </p:txBody>
        </p:sp>
      </p:grpSp>
      <p:sp>
        <p:nvSpPr>
          <p:cNvPr id="250" name="TextBox 249">
            <a:extLst>
              <a:ext uri="{FF2B5EF4-FFF2-40B4-BE49-F238E27FC236}">
                <a16:creationId xmlns:a16="http://schemas.microsoft.com/office/drawing/2014/main" id="{CBBCC2A7-E8EB-0CDF-5507-F26CE89FBC5B}"/>
              </a:ext>
            </a:extLst>
          </p:cNvPr>
          <p:cNvSpPr txBox="1"/>
          <p:nvPr/>
        </p:nvSpPr>
        <p:spPr>
          <a:xfrm>
            <a:off x="2803106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Other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C3E2A032-6F00-44CF-8270-7D215A443675}"/>
              </a:ext>
            </a:extLst>
          </p:cNvPr>
          <p:cNvSpPr txBox="1"/>
          <p:nvPr/>
        </p:nvSpPr>
        <p:spPr>
          <a:xfrm>
            <a:off x="2155161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Diary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1428D8CA-AD7C-8390-13CB-DEB0E8338146}"/>
              </a:ext>
            </a:extLst>
          </p:cNvPr>
          <p:cNvSpPr txBox="1"/>
          <p:nvPr/>
        </p:nvSpPr>
        <p:spPr>
          <a:xfrm>
            <a:off x="1507217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304815" rtl="0" eaLnBrk="1" latinLnBrk="0" hangingPunct="1"/>
            <a:r>
              <a:rPr lang="en-US" altLang="ko-KR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share</a:t>
            </a:r>
            <a:endParaRPr lang="ko-KR" altLang="en-US" sz="600" kern="1200" dirty="0">
              <a:solidFill>
                <a:schemeClr val="bg1">
                  <a:lumMod val="6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CC3395D4-2D13-BC59-CB11-FCB8DAE639C2}"/>
              </a:ext>
            </a:extLst>
          </p:cNvPr>
          <p:cNvSpPr txBox="1"/>
          <p:nvPr/>
        </p:nvSpPr>
        <p:spPr>
          <a:xfrm>
            <a:off x="859273" y="5212115"/>
            <a:ext cx="40503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04815"/>
            <a:r>
              <a:rPr lang="en-US" altLang="ko-KR" sz="600" dirty="0">
                <a:solidFill>
                  <a:schemeClr val="accent5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List</a:t>
            </a:r>
            <a:endParaRPr lang="ko-KR" altLang="en-US" sz="600" dirty="0">
              <a:solidFill>
                <a:schemeClr val="accent5">
                  <a:lumMod val="50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8589E8B9-E40C-64A5-1B97-46AD89B80E05}"/>
              </a:ext>
            </a:extLst>
          </p:cNvPr>
          <p:cNvGrpSpPr/>
          <p:nvPr/>
        </p:nvGrpSpPr>
        <p:grpSpPr>
          <a:xfrm>
            <a:off x="971792" y="5045701"/>
            <a:ext cx="180000" cy="180000"/>
            <a:chOff x="971792" y="5045701"/>
            <a:chExt cx="180000" cy="180000"/>
          </a:xfrm>
        </p:grpSpPr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FEEC3342-C1BF-E6C2-5650-8A1D9F7787ED}"/>
                </a:ext>
              </a:extLst>
            </p:cNvPr>
            <p:cNvSpPr/>
            <p:nvPr/>
          </p:nvSpPr>
          <p:spPr>
            <a:xfrm>
              <a:off x="971792" y="5046151"/>
              <a:ext cx="19286" cy="1795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44BA2A79-71C1-EC0C-8258-A6E0884F5BA4}"/>
                </a:ext>
              </a:extLst>
            </p:cNvPr>
            <p:cNvSpPr/>
            <p:nvPr/>
          </p:nvSpPr>
          <p:spPr>
            <a:xfrm>
              <a:off x="1003935" y="5045701"/>
              <a:ext cx="147857" cy="180000"/>
            </a:xfrm>
            <a:custGeom>
              <a:avLst/>
              <a:gdLst>
                <a:gd name="csX0" fmla="*/ 352425 w 438150"/>
                <a:gd name="csY0" fmla="*/ 285750 h 762000"/>
                <a:gd name="csX1" fmla="*/ 85725 w 438150"/>
                <a:gd name="csY1" fmla="*/ 285750 h 762000"/>
                <a:gd name="csX2" fmla="*/ 85725 w 438150"/>
                <a:gd name="csY2" fmla="*/ 228600 h 762000"/>
                <a:gd name="csX3" fmla="*/ 352425 w 438150"/>
                <a:gd name="csY3" fmla="*/ 228600 h 762000"/>
                <a:gd name="csX4" fmla="*/ 352425 w 438150"/>
                <a:gd name="csY4" fmla="*/ 285750 h 762000"/>
                <a:gd name="csX5" fmla="*/ 295275 w 438150"/>
                <a:gd name="csY5" fmla="*/ 381000 h 762000"/>
                <a:gd name="csX6" fmla="*/ 147638 w 438150"/>
                <a:gd name="csY6" fmla="*/ 381000 h 762000"/>
                <a:gd name="csX7" fmla="*/ 147638 w 438150"/>
                <a:gd name="csY7" fmla="*/ 342900 h 762000"/>
                <a:gd name="csX8" fmla="*/ 295275 w 438150"/>
                <a:gd name="csY8" fmla="*/ 342900 h 762000"/>
                <a:gd name="csX9" fmla="*/ 295275 w 438150"/>
                <a:gd name="csY9" fmla="*/ 381000 h 762000"/>
                <a:gd name="csX10" fmla="*/ 400050 w 438150"/>
                <a:gd name="csY10" fmla="*/ 0 h 762000"/>
                <a:gd name="csX11" fmla="*/ 0 w 438150"/>
                <a:gd name="csY11" fmla="*/ 1905 h 762000"/>
                <a:gd name="csX12" fmla="*/ 0 w 438150"/>
                <a:gd name="csY12" fmla="*/ 762000 h 762000"/>
                <a:gd name="csX13" fmla="*/ 400050 w 438150"/>
                <a:gd name="csY13" fmla="*/ 762000 h 762000"/>
                <a:gd name="csX14" fmla="*/ 438150 w 438150"/>
                <a:gd name="csY14" fmla="*/ 723900 h 762000"/>
                <a:gd name="csX15" fmla="*/ 438150 w 438150"/>
                <a:gd name="csY15" fmla="*/ 38100 h 762000"/>
                <a:gd name="csX16" fmla="*/ 400050 w 438150"/>
                <a:gd name="csY16" fmla="*/ 0 h 762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38150" h="762000">
                  <a:moveTo>
                    <a:pt x="352425" y="285750"/>
                  </a:moveTo>
                  <a:lnTo>
                    <a:pt x="85725" y="285750"/>
                  </a:lnTo>
                  <a:lnTo>
                    <a:pt x="85725" y="228600"/>
                  </a:lnTo>
                  <a:lnTo>
                    <a:pt x="352425" y="228600"/>
                  </a:lnTo>
                  <a:lnTo>
                    <a:pt x="352425" y="285750"/>
                  </a:lnTo>
                  <a:close/>
                  <a:moveTo>
                    <a:pt x="295275" y="381000"/>
                  </a:moveTo>
                  <a:lnTo>
                    <a:pt x="147638" y="381000"/>
                  </a:lnTo>
                  <a:lnTo>
                    <a:pt x="147638" y="342900"/>
                  </a:lnTo>
                  <a:lnTo>
                    <a:pt x="295275" y="342900"/>
                  </a:lnTo>
                  <a:lnTo>
                    <a:pt x="295275" y="381000"/>
                  </a:lnTo>
                  <a:close/>
                  <a:moveTo>
                    <a:pt x="400050" y="0"/>
                  </a:moveTo>
                  <a:lnTo>
                    <a:pt x="0" y="1905"/>
                  </a:lnTo>
                  <a:lnTo>
                    <a:pt x="0" y="762000"/>
                  </a:lnTo>
                  <a:lnTo>
                    <a:pt x="400050" y="762000"/>
                  </a:lnTo>
                  <a:cubicBezTo>
                    <a:pt x="421005" y="762000"/>
                    <a:pt x="438150" y="744855"/>
                    <a:pt x="438150" y="723900"/>
                  </a:cubicBezTo>
                  <a:lnTo>
                    <a:pt x="438150" y="38100"/>
                  </a:lnTo>
                  <a:cubicBezTo>
                    <a:pt x="438150" y="17145"/>
                    <a:pt x="421005" y="0"/>
                    <a:pt x="4000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</p:grp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DD793CC5-7CB7-04A5-0B31-4AB9D5EDD9EE}"/>
              </a:ext>
            </a:extLst>
          </p:cNvPr>
          <p:cNvGrpSpPr/>
          <p:nvPr/>
        </p:nvGrpSpPr>
        <p:grpSpPr>
          <a:xfrm>
            <a:off x="2267680" y="5045701"/>
            <a:ext cx="180000" cy="180000"/>
            <a:chOff x="2267680" y="5045701"/>
            <a:chExt cx="180000" cy="180000"/>
          </a:xfrm>
        </p:grpSpPr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034F1909-6C5C-9756-709E-E88AB29B6584}"/>
                </a:ext>
              </a:extLst>
            </p:cNvPr>
            <p:cNvSpPr/>
            <p:nvPr/>
          </p:nvSpPr>
          <p:spPr>
            <a:xfrm>
              <a:off x="2267680" y="5077465"/>
              <a:ext cx="180000" cy="148236"/>
            </a:xfrm>
            <a:custGeom>
              <a:avLst/>
              <a:gdLst>
                <a:gd name="csX0" fmla="*/ 590550 w 647700"/>
                <a:gd name="csY0" fmla="*/ 57150 h 533400"/>
                <a:gd name="csX1" fmla="*/ 590550 w 647700"/>
                <a:gd name="csY1" fmla="*/ 133350 h 533400"/>
                <a:gd name="csX2" fmla="*/ 514350 w 647700"/>
                <a:gd name="csY2" fmla="*/ 133350 h 533400"/>
                <a:gd name="csX3" fmla="*/ 514350 w 647700"/>
                <a:gd name="csY3" fmla="*/ 57150 h 533400"/>
                <a:gd name="csX4" fmla="*/ 590550 w 647700"/>
                <a:gd name="csY4" fmla="*/ 57150 h 533400"/>
                <a:gd name="csX5" fmla="*/ 57150 w 647700"/>
                <a:gd name="csY5" fmla="*/ 400050 h 533400"/>
                <a:gd name="csX6" fmla="*/ 133350 w 647700"/>
                <a:gd name="csY6" fmla="*/ 400050 h 533400"/>
                <a:gd name="csX7" fmla="*/ 133350 w 647700"/>
                <a:gd name="csY7" fmla="*/ 476250 h 533400"/>
                <a:gd name="csX8" fmla="*/ 57150 w 647700"/>
                <a:gd name="csY8" fmla="*/ 476250 h 533400"/>
                <a:gd name="csX9" fmla="*/ 57150 w 647700"/>
                <a:gd name="csY9" fmla="*/ 400050 h 533400"/>
                <a:gd name="csX10" fmla="*/ 247650 w 647700"/>
                <a:gd name="csY10" fmla="*/ 57150 h 533400"/>
                <a:gd name="csX11" fmla="*/ 247650 w 647700"/>
                <a:gd name="csY11" fmla="*/ 133350 h 533400"/>
                <a:gd name="csX12" fmla="*/ 171450 w 647700"/>
                <a:gd name="csY12" fmla="*/ 133350 h 533400"/>
                <a:gd name="csX13" fmla="*/ 171450 w 647700"/>
                <a:gd name="csY13" fmla="*/ 57150 h 533400"/>
                <a:gd name="csX14" fmla="*/ 247650 w 647700"/>
                <a:gd name="csY14" fmla="*/ 57150 h 533400"/>
                <a:gd name="csX15" fmla="*/ 361950 w 647700"/>
                <a:gd name="csY15" fmla="*/ 57150 h 533400"/>
                <a:gd name="csX16" fmla="*/ 361950 w 647700"/>
                <a:gd name="csY16" fmla="*/ 133350 h 533400"/>
                <a:gd name="csX17" fmla="*/ 285750 w 647700"/>
                <a:gd name="csY17" fmla="*/ 133350 h 533400"/>
                <a:gd name="csX18" fmla="*/ 285750 w 647700"/>
                <a:gd name="csY18" fmla="*/ 57150 h 533400"/>
                <a:gd name="csX19" fmla="*/ 361950 w 647700"/>
                <a:gd name="csY19" fmla="*/ 57150 h 533400"/>
                <a:gd name="csX20" fmla="*/ 476250 w 647700"/>
                <a:gd name="csY20" fmla="*/ 247650 h 533400"/>
                <a:gd name="csX21" fmla="*/ 400050 w 647700"/>
                <a:gd name="csY21" fmla="*/ 247650 h 533400"/>
                <a:gd name="csX22" fmla="*/ 400050 w 647700"/>
                <a:gd name="csY22" fmla="*/ 171450 h 533400"/>
                <a:gd name="csX23" fmla="*/ 476250 w 647700"/>
                <a:gd name="csY23" fmla="*/ 171450 h 533400"/>
                <a:gd name="csX24" fmla="*/ 476250 w 647700"/>
                <a:gd name="csY24" fmla="*/ 247650 h 533400"/>
                <a:gd name="csX25" fmla="*/ 514350 w 647700"/>
                <a:gd name="csY25" fmla="*/ 247650 h 533400"/>
                <a:gd name="csX26" fmla="*/ 514350 w 647700"/>
                <a:gd name="csY26" fmla="*/ 171450 h 533400"/>
                <a:gd name="csX27" fmla="*/ 590550 w 647700"/>
                <a:gd name="csY27" fmla="*/ 171450 h 533400"/>
                <a:gd name="csX28" fmla="*/ 590550 w 647700"/>
                <a:gd name="csY28" fmla="*/ 247650 h 533400"/>
                <a:gd name="csX29" fmla="*/ 514350 w 647700"/>
                <a:gd name="csY29" fmla="*/ 247650 h 533400"/>
                <a:gd name="csX30" fmla="*/ 514350 w 647700"/>
                <a:gd name="csY30" fmla="*/ 361950 h 533400"/>
                <a:gd name="csX31" fmla="*/ 514350 w 647700"/>
                <a:gd name="csY31" fmla="*/ 285750 h 533400"/>
                <a:gd name="csX32" fmla="*/ 590550 w 647700"/>
                <a:gd name="csY32" fmla="*/ 285750 h 533400"/>
                <a:gd name="csX33" fmla="*/ 590550 w 647700"/>
                <a:gd name="csY33" fmla="*/ 361950 h 533400"/>
                <a:gd name="csX34" fmla="*/ 514350 w 647700"/>
                <a:gd name="csY34" fmla="*/ 361950 h 533400"/>
                <a:gd name="csX35" fmla="*/ 285750 w 647700"/>
                <a:gd name="csY35" fmla="*/ 400050 h 533400"/>
                <a:gd name="csX36" fmla="*/ 361950 w 647700"/>
                <a:gd name="csY36" fmla="*/ 400050 h 533400"/>
                <a:gd name="csX37" fmla="*/ 361950 w 647700"/>
                <a:gd name="csY37" fmla="*/ 476250 h 533400"/>
                <a:gd name="csX38" fmla="*/ 285750 w 647700"/>
                <a:gd name="csY38" fmla="*/ 476250 h 533400"/>
                <a:gd name="csX39" fmla="*/ 285750 w 647700"/>
                <a:gd name="csY39" fmla="*/ 400050 h 533400"/>
                <a:gd name="csX40" fmla="*/ 247650 w 647700"/>
                <a:gd name="csY40" fmla="*/ 400050 h 533400"/>
                <a:gd name="csX41" fmla="*/ 247650 w 647700"/>
                <a:gd name="csY41" fmla="*/ 476250 h 533400"/>
                <a:gd name="csX42" fmla="*/ 171450 w 647700"/>
                <a:gd name="csY42" fmla="*/ 476250 h 533400"/>
                <a:gd name="csX43" fmla="*/ 171450 w 647700"/>
                <a:gd name="csY43" fmla="*/ 400050 h 533400"/>
                <a:gd name="csX44" fmla="*/ 247650 w 647700"/>
                <a:gd name="csY44" fmla="*/ 400050 h 533400"/>
                <a:gd name="csX45" fmla="*/ 171450 w 647700"/>
                <a:gd name="csY45" fmla="*/ 285750 h 533400"/>
                <a:gd name="csX46" fmla="*/ 247650 w 647700"/>
                <a:gd name="csY46" fmla="*/ 285750 h 533400"/>
                <a:gd name="csX47" fmla="*/ 247650 w 647700"/>
                <a:gd name="csY47" fmla="*/ 361950 h 533400"/>
                <a:gd name="csX48" fmla="*/ 171450 w 647700"/>
                <a:gd name="csY48" fmla="*/ 361950 h 533400"/>
                <a:gd name="csX49" fmla="*/ 171450 w 647700"/>
                <a:gd name="csY49" fmla="*/ 285750 h 533400"/>
                <a:gd name="csX50" fmla="*/ 133350 w 647700"/>
                <a:gd name="csY50" fmla="*/ 285750 h 533400"/>
                <a:gd name="csX51" fmla="*/ 133350 w 647700"/>
                <a:gd name="csY51" fmla="*/ 361950 h 533400"/>
                <a:gd name="csX52" fmla="*/ 57150 w 647700"/>
                <a:gd name="csY52" fmla="*/ 361950 h 533400"/>
                <a:gd name="csX53" fmla="*/ 57150 w 647700"/>
                <a:gd name="csY53" fmla="*/ 285750 h 533400"/>
                <a:gd name="csX54" fmla="*/ 133350 w 647700"/>
                <a:gd name="csY54" fmla="*/ 285750 h 533400"/>
                <a:gd name="csX55" fmla="*/ 133350 w 647700"/>
                <a:gd name="csY55" fmla="*/ 171450 h 533400"/>
                <a:gd name="csX56" fmla="*/ 133350 w 647700"/>
                <a:gd name="csY56" fmla="*/ 247650 h 533400"/>
                <a:gd name="csX57" fmla="*/ 57150 w 647700"/>
                <a:gd name="csY57" fmla="*/ 247650 h 533400"/>
                <a:gd name="csX58" fmla="*/ 57150 w 647700"/>
                <a:gd name="csY58" fmla="*/ 171450 h 533400"/>
                <a:gd name="csX59" fmla="*/ 133350 w 647700"/>
                <a:gd name="csY59" fmla="*/ 171450 h 533400"/>
                <a:gd name="csX60" fmla="*/ 247650 w 647700"/>
                <a:gd name="csY60" fmla="*/ 247650 h 533400"/>
                <a:gd name="csX61" fmla="*/ 171450 w 647700"/>
                <a:gd name="csY61" fmla="*/ 247650 h 533400"/>
                <a:gd name="csX62" fmla="*/ 171450 w 647700"/>
                <a:gd name="csY62" fmla="*/ 171450 h 533400"/>
                <a:gd name="csX63" fmla="*/ 247650 w 647700"/>
                <a:gd name="csY63" fmla="*/ 171450 h 533400"/>
                <a:gd name="csX64" fmla="*/ 247650 w 647700"/>
                <a:gd name="csY64" fmla="*/ 247650 h 533400"/>
                <a:gd name="csX65" fmla="*/ 285750 w 647700"/>
                <a:gd name="csY65" fmla="*/ 247650 h 533400"/>
                <a:gd name="csX66" fmla="*/ 285750 w 647700"/>
                <a:gd name="csY66" fmla="*/ 171450 h 533400"/>
                <a:gd name="csX67" fmla="*/ 361950 w 647700"/>
                <a:gd name="csY67" fmla="*/ 171450 h 533400"/>
                <a:gd name="csX68" fmla="*/ 361950 w 647700"/>
                <a:gd name="csY68" fmla="*/ 247650 h 533400"/>
                <a:gd name="csX69" fmla="*/ 285750 w 647700"/>
                <a:gd name="csY69" fmla="*/ 247650 h 533400"/>
                <a:gd name="csX70" fmla="*/ 361950 w 647700"/>
                <a:gd name="csY70" fmla="*/ 361950 h 533400"/>
                <a:gd name="csX71" fmla="*/ 285750 w 647700"/>
                <a:gd name="csY71" fmla="*/ 361950 h 533400"/>
                <a:gd name="csX72" fmla="*/ 285750 w 647700"/>
                <a:gd name="csY72" fmla="*/ 285750 h 533400"/>
                <a:gd name="csX73" fmla="*/ 361950 w 647700"/>
                <a:gd name="csY73" fmla="*/ 285750 h 533400"/>
                <a:gd name="csX74" fmla="*/ 361950 w 647700"/>
                <a:gd name="csY74" fmla="*/ 361950 h 533400"/>
                <a:gd name="csX75" fmla="*/ 400050 w 647700"/>
                <a:gd name="csY75" fmla="*/ 361950 h 533400"/>
                <a:gd name="csX76" fmla="*/ 400050 w 647700"/>
                <a:gd name="csY76" fmla="*/ 285750 h 533400"/>
                <a:gd name="csX77" fmla="*/ 476250 w 647700"/>
                <a:gd name="csY77" fmla="*/ 285750 h 533400"/>
                <a:gd name="csX78" fmla="*/ 476250 w 647700"/>
                <a:gd name="csY78" fmla="*/ 361950 h 533400"/>
                <a:gd name="csX79" fmla="*/ 400050 w 647700"/>
                <a:gd name="csY79" fmla="*/ 361950 h 533400"/>
                <a:gd name="csX80" fmla="*/ 476250 w 647700"/>
                <a:gd name="csY80" fmla="*/ 57150 h 533400"/>
                <a:gd name="csX81" fmla="*/ 476250 w 647700"/>
                <a:gd name="csY81" fmla="*/ 133350 h 533400"/>
                <a:gd name="csX82" fmla="*/ 400050 w 647700"/>
                <a:gd name="csY82" fmla="*/ 133350 h 533400"/>
                <a:gd name="csX83" fmla="*/ 400050 w 647700"/>
                <a:gd name="csY83" fmla="*/ 57150 h 533400"/>
                <a:gd name="csX84" fmla="*/ 476250 w 647700"/>
                <a:gd name="csY84" fmla="*/ 57150 h 533400"/>
                <a:gd name="csX85" fmla="*/ 0 w 647700"/>
                <a:gd name="csY85" fmla="*/ 0 h 533400"/>
                <a:gd name="csX86" fmla="*/ 0 w 647700"/>
                <a:gd name="csY86" fmla="*/ 533400 h 533400"/>
                <a:gd name="csX87" fmla="*/ 647700 w 647700"/>
                <a:gd name="csY87" fmla="*/ 533400 h 533400"/>
                <a:gd name="csX88" fmla="*/ 647700 w 647700"/>
                <a:gd name="csY88" fmla="*/ 0 h 533400"/>
                <a:gd name="csX89" fmla="*/ 0 w 647700"/>
                <a:gd name="csY89" fmla="*/ 0 h 53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647700" h="533400">
                  <a:moveTo>
                    <a:pt x="590550" y="57150"/>
                  </a:moveTo>
                  <a:lnTo>
                    <a:pt x="590550" y="133350"/>
                  </a:lnTo>
                  <a:lnTo>
                    <a:pt x="514350" y="133350"/>
                  </a:lnTo>
                  <a:lnTo>
                    <a:pt x="514350" y="57150"/>
                  </a:lnTo>
                  <a:lnTo>
                    <a:pt x="590550" y="57150"/>
                  </a:lnTo>
                  <a:close/>
                  <a:moveTo>
                    <a:pt x="57150" y="400050"/>
                  </a:moveTo>
                  <a:lnTo>
                    <a:pt x="133350" y="400050"/>
                  </a:lnTo>
                  <a:lnTo>
                    <a:pt x="133350" y="476250"/>
                  </a:lnTo>
                  <a:lnTo>
                    <a:pt x="57150" y="476250"/>
                  </a:lnTo>
                  <a:lnTo>
                    <a:pt x="57150" y="400050"/>
                  </a:lnTo>
                  <a:close/>
                  <a:moveTo>
                    <a:pt x="247650" y="57150"/>
                  </a:moveTo>
                  <a:lnTo>
                    <a:pt x="247650" y="133350"/>
                  </a:lnTo>
                  <a:lnTo>
                    <a:pt x="171450" y="133350"/>
                  </a:lnTo>
                  <a:lnTo>
                    <a:pt x="171450" y="57150"/>
                  </a:lnTo>
                  <a:lnTo>
                    <a:pt x="247650" y="57150"/>
                  </a:lnTo>
                  <a:close/>
                  <a:moveTo>
                    <a:pt x="361950" y="57150"/>
                  </a:moveTo>
                  <a:lnTo>
                    <a:pt x="361950" y="133350"/>
                  </a:lnTo>
                  <a:lnTo>
                    <a:pt x="285750" y="133350"/>
                  </a:lnTo>
                  <a:lnTo>
                    <a:pt x="285750" y="57150"/>
                  </a:lnTo>
                  <a:lnTo>
                    <a:pt x="361950" y="57150"/>
                  </a:lnTo>
                  <a:close/>
                  <a:moveTo>
                    <a:pt x="476250" y="247650"/>
                  </a:moveTo>
                  <a:lnTo>
                    <a:pt x="400050" y="247650"/>
                  </a:lnTo>
                  <a:lnTo>
                    <a:pt x="400050" y="171450"/>
                  </a:lnTo>
                  <a:lnTo>
                    <a:pt x="476250" y="171450"/>
                  </a:lnTo>
                  <a:lnTo>
                    <a:pt x="476250" y="247650"/>
                  </a:lnTo>
                  <a:close/>
                  <a:moveTo>
                    <a:pt x="514350" y="247650"/>
                  </a:moveTo>
                  <a:lnTo>
                    <a:pt x="514350" y="171450"/>
                  </a:lnTo>
                  <a:lnTo>
                    <a:pt x="590550" y="171450"/>
                  </a:lnTo>
                  <a:lnTo>
                    <a:pt x="590550" y="247650"/>
                  </a:lnTo>
                  <a:lnTo>
                    <a:pt x="514350" y="247650"/>
                  </a:lnTo>
                  <a:close/>
                  <a:moveTo>
                    <a:pt x="514350" y="361950"/>
                  </a:moveTo>
                  <a:lnTo>
                    <a:pt x="514350" y="285750"/>
                  </a:lnTo>
                  <a:lnTo>
                    <a:pt x="590550" y="285750"/>
                  </a:lnTo>
                  <a:lnTo>
                    <a:pt x="590550" y="361950"/>
                  </a:lnTo>
                  <a:lnTo>
                    <a:pt x="514350" y="361950"/>
                  </a:lnTo>
                  <a:close/>
                  <a:moveTo>
                    <a:pt x="285750" y="400050"/>
                  </a:moveTo>
                  <a:lnTo>
                    <a:pt x="361950" y="400050"/>
                  </a:lnTo>
                  <a:lnTo>
                    <a:pt x="361950" y="476250"/>
                  </a:lnTo>
                  <a:lnTo>
                    <a:pt x="285750" y="476250"/>
                  </a:lnTo>
                  <a:lnTo>
                    <a:pt x="285750" y="400050"/>
                  </a:lnTo>
                  <a:close/>
                  <a:moveTo>
                    <a:pt x="247650" y="400050"/>
                  </a:moveTo>
                  <a:lnTo>
                    <a:pt x="247650" y="476250"/>
                  </a:lnTo>
                  <a:lnTo>
                    <a:pt x="171450" y="476250"/>
                  </a:lnTo>
                  <a:lnTo>
                    <a:pt x="171450" y="400050"/>
                  </a:lnTo>
                  <a:lnTo>
                    <a:pt x="247650" y="400050"/>
                  </a:lnTo>
                  <a:close/>
                  <a:moveTo>
                    <a:pt x="171450" y="285750"/>
                  </a:moveTo>
                  <a:lnTo>
                    <a:pt x="247650" y="285750"/>
                  </a:lnTo>
                  <a:lnTo>
                    <a:pt x="247650" y="361950"/>
                  </a:lnTo>
                  <a:lnTo>
                    <a:pt x="171450" y="361950"/>
                  </a:lnTo>
                  <a:lnTo>
                    <a:pt x="171450" y="285750"/>
                  </a:lnTo>
                  <a:close/>
                  <a:moveTo>
                    <a:pt x="133350" y="285750"/>
                  </a:moveTo>
                  <a:lnTo>
                    <a:pt x="133350" y="361950"/>
                  </a:lnTo>
                  <a:lnTo>
                    <a:pt x="57150" y="361950"/>
                  </a:lnTo>
                  <a:lnTo>
                    <a:pt x="57150" y="285750"/>
                  </a:lnTo>
                  <a:lnTo>
                    <a:pt x="133350" y="285750"/>
                  </a:lnTo>
                  <a:close/>
                  <a:moveTo>
                    <a:pt x="133350" y="171450"/>
                  </a:moveTo>
                  <a:lnTo>
                    <a:pt x="133350" y="247650"/>
                  </a:lnTo>
                  <a:lnTo>
                    <a:pt x="57150" y="247650"/>
                  </a:lnTo>
                  <a:lnTo>
                    <a:pt x="57150" y="171450"/>
                  </a:lnTo>
                  <a:lnTo>
                    <a:pt x="133350" y="171450"/>
                  </a:lnTo>
                  <a:close/>
                  <a:moveTo>
                    <a:pt x="247650" y="247650"/>
                  </a:moveTo>
                  <a:lnTo>
                    <a:pt x="171450" y="247650"/>
                  </a:lnTo>
                  <a:lnTo>
                    <a:pt x="171450" y="171450"/>
                  </a:lnTo>
                  <a:lnTo>
                    <a:pt x="247650" y="171450"/>
                  </a:lnTo>
                  <a:lnTo>
                    <a:pt x="247650" y="247650"/>
                  </a:lnTo>
                  <a:close/>
                  <a:moveTo>
                    <a:pt x="285750" y="247650"/>
                  </a:moveTo>
                  <a:lnTo>
                    <a:pt x="285750" y="171450"/>
                  </a:lnTo>
                  <a:lnTo>
                    <a:pt x="361950" y="171450"/>
                  </a:lnTo>
                  <a:lnTo>
                    <a:pt x="361950" y="247650"/>
                  </a:lnTo>
                  <a:lnTo>
                    <a:pt x="285750" y="247650"/>
                  </a:lnTo>
                  <a:close/>
                  <a:moveTo>
                    <a:pt x="361950" y="361950"/>
                  </a:moveTo>
                  <a:lnTo>
                    <a:pt x="285750" y="361950"/>
                  </a:lnTo>
                  <a:lnTo>
                    <a:pt x="285750" y="285750"/>
                  </a:lnTo>
                  <a:lnTo>
                    <a:pt x="361950" y="285750"/>
                  </a:lnTo>
                  <a:lnTo>
                    <a:pt x="361950" y="361950"/>
                  </a:lnTo>
                  <a:close/>
                  <a:moveTo>
                    <a:pt x="400050" y="361950"/>
                  </a:moveTo>
                  <a:lnTo>
                    <a:pt x="400050" y="285750"/>
                  </a:lnTo>
                  <a:lnTo>
                    <a:pt x="476250" y="285750"/>
                  </a:lnTo>
                  <a:lnTo>
                    <a:pt x="476250" y="361950"/>
                  </a:lnTo>
                  <a:lnTo>
                    <a:pt x="400050" y="361950"/>
                  </a:lnTo>
                  <a:close/>
                  <a:moveTo>
                    <a:pt x="476250" y="57150"/>
                  </a:moveTo>
                  <a:lnTo>
                    <a:pt x="476250" y="133350"/>
                  </a:lnTo>
                  <a:lnTo>
                    <a:pt x="400050" y="133350"/>
                  </a:lnTo>
                  <a:lnTo>
                    <a:pt x="400050" y="57150"/>
                  </a:lnTo>
                  <a:lnTo>
                    <a:pt x="476250" y="57150"/>
                  </a:lnTo>
                  <a:close/>
                  <a:moveTo>
                    <a:pt x="0" y="0"/>
                  </a:moveTo>
                  <a:lnTo>
                    <a:pt x="0" y="533400"/>
                  </a:lnTo>
                  <a:lnTo>
                    <a:pt x="647700" y="533400"/>
                  </a:lnTo>
                  <a:lnTo>
                    <a:pt x="6477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 dirty="0">
                <a:solidFill>
                  <a:schemeClr val="lt1"/>
                </a:solidFill>
              </a:endParaRPr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72FA37E6-B885-9CB5-BB58-A7F0AAEC6974}"/>
                </a:ext>
              </a:extLst>
            </p:cNvPr>
            <p:cNvSpPr/>
            <p:nvPr/>
          </p:nvSpPr>
          <p:spPr>
            <a:xfrm>
              <a:off x="2267680" y="5045701"/>
              <a:ext cx="180000" cy="211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</p:grpSp>
      <p:sp>
        <p:nvSpPr>
          <p:cNvPr id="260" name="그래픽 9" descr="단일 톱니바퀴 단색으로 채워진">
            <a:extLst>
              <a:ext uri="{FF2B5EF4-FFF2-40B4-BE49-F238E27FC236}">
                <a16:creationId xmlns:a16="http://schemas.microsoft.com/office/drawing/2014/main" id="{FF96143B-F72D-A663-CA7C-C1762BC8138A}"/>
              </a:ext>
            </a:extLst>
          </p:cNvPr>
          <p:cNvSpPr/>
          <p:nvPr/>
        </p:nvSpPr>
        <p:spPr>
          <a:xfrm>
            <a:off x="2915625" y="5045701"/>
            <a:ext cx="180000" cy="180000"/>
          </a:xfrm>
          <a:custGeom>
            <a:avLst/>
            <a:gdLst>
              <a:gd name="csX0" fmla="*/ 323850 w 648652"/>
              <a:gd name="csY0" fmla="*/ 438150 h 647700"/>
              <a:gd name="csX1" fmla="*/ 209550 w 648652"/>
              <a:gd name="csY1" fmla="*/ 323850 h 647700"/>
              <a:gd name="csX2" fmla="*/ 323850 w 648652"/>
              <a:gd name="csY2" fmla="*/ 209550 h 647700"/>
              <a:gd name="csX3" fmla="*/ 438150 w 648652"/>
              <a:gd name="csY3" fmla="*/ 323850 h 647700"/>
              <a:gd name="csX4" fmla="*/ 323850 w 648652"/>
              <a:gd name="csY4" fmla="*/ 438150 h 647700"/>
              <a:gd name="csX5" fmla="*/ 581025 w 648652"/>
              <a:gd name="csY5" fmla="*/ 252413 h 647700"/>
              <a:gd name="csX6" fmla="*/ 556260 w 648652"/>
              <a:gd name="csY6" fmla="*/ 193358 h 647700"/>
              <a:gd name="csX7" fmla="*/ 580073 w 648652"/>
              <a:gd name="csY7" fmla="*/ 121920 h 647700"/>
              <a:gd name="csX8" fmla="*/ 525780 w 648652"/>
              <a:gd name="csY8" fmla="*/ 67628 h 647700"/>
              <a:gd name="csX9" fmla="*/ 454343 w 648652"/>
              <a:gd name="csY9" fmla="*/ 91440 h 647700"/>
              <a:gd name="csX10" fmla="*/ 394335 w 648652"/>
              <a:gd name="csY10" fmla="*/ 66675 h 647700"/>
              <a:gd name="csX11" fmla="*/ 361950 w 648652"/>
              <a:gd name="csY11" fmla="*/ 0 h 647700"/>
              <a:gd name="csX12" fmla="*/ 285750 w 648652"/>
              <a:gd name="csY12" fmla="*/ 0 h 647700"/>
              <a:gd name="csX13" fmla="*/ 252413 w 648652"/>
              <a:gd name="csY13" fmla="*/ 66675 h 647700"/>
              <a:gd name="csX14" fmla="*/ 193358 w 648652"/>
              <a:gd name="csY14" fmla="*/ 91440 h 647700"/>
              <a:gd name="csX15" fmla="*/ 121920 w 648652"/>
              <a:gd name="csY15" fmla="*/ 67628 h 647700"/>
              <a:gd name="csX16" fmla="*/ 67628 w 648652"/>
              <a:gd name="csY16" fmla="*/ 121920 h 647700"/>
              <a:gd name="csX17" fmla="*/ 91440 w 648652"/>
              <a:gd name="csY17" fmla="*/ 193358 h 647700"/>
              <a:gd name="csX18" fmla="*/ 66675 w 648652"/>
              <a:gd name="csY18" fmla="*/ 253365 h 647700"/>
              <a:gd name="csX19" fmla="*/ 0 w 648652"/>
              <a:gd name="csY19" fmla="*/ 285750 h 647700"/>
              <a:gd name="csX20" fmla="*/ 0 w 648652"/>
              <a:gd name="csY20" fmla="*/ 361950 h 647700"/>
              <a:gd name="csX21" fmla="*/ 66675 w 648652"/>
              <a:gd name="csY21" fmla="*/ 395288 h 647700"/>
              <a:gd name="csX22" fmla="*/ 91440 w 648652"/>
              <a:gd name="csY22" fmla="*/ 454343 h 647700"/>
              <a:gd name="csX23" fmla="*/ 67628 w 648652"/>
              <a:gd name="csY23" fmla="*/ 525780 h 647700"/>
              <a:gd name="csX24" fmla="*/ 121920 w 648652"/>
              <a:gd name="csY24" fmla="*/ 580073 h 647700"/>
              <a:gd name="csX25" fmla="*/ 193358 w 648652"/>
              <a:gd name="csY25" fmla="*/ 556260 h 647700"/>
              <a:gd name="csX26" fmla="*/ 253365 w 648652"/>
              <a:gd name="csY26" fmla="*/ 581025 h 647700"/>
              <a:gd name="csX27" fmla="*/ 286703 w 648652"/>
              <a:gd name="csY27" fmla="*/ 647700 h 647700"/>
              <a:gd name="csX28" fmla="*/ 362903 w 648652"/>
              <a:gd name="csY28" fmla="*/ 647700 h 647700"/>
              <a:gd name="csX29" fmla="*/ 396240 w 648652"/>
              <a:gd name="csY29" fmla="*/ 581025 h 647700"/>
              <a:gd name="csX30" fmla="*/ 455295 w 648652"/>
              <a:gd name="csY30" fmla="*/ 556260 h 647700"/>
              <a:gd name="csX31" fmla="*/ 526733 w 648652"/>
              <a:gd name="csY31" fmla="*/ 580073 h 647700"/>
              <a:gd name="csX32" fmla="*/ 581025 w 648652"/>
              <a:gd name="csY32" fmla="*/ 525780 h 647700"/>
              <a:gd name="csX33" fmla="*/ 557213 w 648652"/>
              <a:gd name="csY33" fmla="*/ 454343 h 647700"/>
              <a:gd name="csX34" fmla="*/ 581978 w 648652"/>
              <a:gd name="csY34" fmla="*/ 394335 h 647700"/>
              <a:gd name="csX35" fmla="*/ 648653 w 648652"/>
              <a:gd name="csY35" fmla="*/ 360998 h 647700"/>
              <a:gd name="csX36" fmla="*/ 648653 w 648652"/>
              <a:gd name="csY36" fmla="*/ 284798 h 647700"/>
              <a:gd name="csX37" fmla="*/ 581025 w 648652"/>
              <a:gd name="csY37" fmla="*/ 252413 h 647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48652" h="647700">
                <a:moveTo>
                  <a:pt x="323850" y="438150"/>
                </a:moveTo>
                <a:cubicBezTo>
                  <a:pt x="260985" y="438150"/>
                  <a:pt x="209550" y="386715"/>
                  <a:pt x="209550" y="323850"/>
                </a:cubicBezTo>
                <a:cubicBezTo>
                  <a:pt x="209550" y="260985"/>
                  <a:pt x="260985" y="209550"/>
                  <a:pt x="323850" y="209550"/>
                </a:cubicBezTo>
                <a:cubicBezTo>
                  <a:pt x="386715" y="209550"/>
                  <a:pt x="438150" y="260985"/>
                  <a:pt x="438150" y="323850"/>
                </a:cubicBezTo>
                <a:cubicBezTo>
                  <a:pt x="438150" y="386715"/>
                  <a:pt x="386715" y="438150"/>
                  <a:pt x="323850" y="438150"/>
                </a:cubicBezTo>
                <a:close/>
                <a:moveTo>
                  <a:pt x="581025" y="252413"/>
                </a:moveTo>
                <a:cubicBezTo>
                  <a:pt x="575310" y="231458"/>
                  <a:pt x="566738" y="211455"/>
                  <a:pt x="556260" y="193358"/>
                </a:cubicBezTo>
                <a:lnTo>
                  <a:pt x="580073" y="121920"/>
                </a:lnTo>
                <a:lnTo>
                  <a:pt x="525780" y="67628"/>
                </a:lnTo>
                <a:lnTo>
                  <a:pt x="454343" y="91440"/>
                </a:lnTo>
                <a:cubicBezTo>
                  <a:pt x="435293" y="80963"/>
                  <a:pt x="415290" y="72390"/>
                  <a:pt x="394335" y="66675"/>
                </a:cubicBezTo>
                <a:lnTo>
                  <a:pt x="361950" y="0"/>
                </a:lnTo>
                <a:lnTo>
                  <a:pt x="285750" y="0"/>
                </a:lnTo>
                <a:lnTo>
                  <a:pt x="252413" y="66675"/>
                </a:lnTo>
                <a:cubicBezTo>
                  <a:pt x="231458" y="72390"/>
                  <a:pt x="211455" y="80963"/>
                  <a:pt x="193358" y="91440"/>
                </a:cubicBezTo>
                <a:lnTo>
                  <a:pt x="121920" y="67628"/>
                </a:lnTo>
                <a:lnTo>
                  <a:pt x="67628" y="121920"/>
                </a:lnTo>
                <a:lnTo>
                  <a:pt x="91440" y="193358"/>
                </a:lnTo>
                <a:cubicBezTo>
                  <a:pt x="80963" y="212408"/>
                  <a:pt x="72390" y="232410"/>
                  <a:pt x="66675" y="253365"/>
                </a:cubicBezTo>
                <a:lnTo>
                  <a:pt x="0" y="285750"/>
                </a:lnTo>
                <a:lnTo>
                  <a:pt x="0" y="361950"/>
                </a:lnTo>
                <a:lnTo>
                  <a:pt x="66675" y="395288"/>
                </a:lnTo>
                <a:cubicBezTo>
                  <a:pt x="72390" y="416243"/>
                  <a:pt x="80963" y="436245"/>
                  <a:pt x="91440" y="454343"/>
                </a:cubicBezTo>
                <a:lnTo>
                  <a:pt x="67628" y="525780"/>
                </a:lnTo>
                <a:lnTo>
                  <a:pt x="121920" y="580073"/>
                </a:lnTo>
                <a:lnTo>
                  <a:pt x="193358" y="556260"/>
                </a:lnTo>
                <a:cubicBezTo>
                  <a:pt x="212408" y="566738"/>
                  <a:pt x="232410" y="575310"/>
                  <a:pt x="253365" y="581025"/>
                </a:cubicBezTo>
                <a:lnTo>
                  <a:pt x="286703" y="647700"/>
                </a:lnTo>
                <a:lnTo>
                  <a:pt x="362903" y="647700"/>
                </a:lnTo>
                <a:lnTo>
                  <a:pt x="396240" y="581025"/>
                </a:lnTo>
                <a:cubicBezTo>
                  <a:pt x="417195" y="575310"/>
                  <a:pt x="437198" y="566738"/>
                  <a:pt x="455295" y="556260"/>
                </a:cubicBezTo>
                <a:lnTo>
                  <a:pt x="526733" y="580073"/>
                </a:lnTo>
                <a:lnTo>
                  <a:pt x="581025" y="525780"/>
                </a:lnTo>
                <a:lnTo>
                  <a:pt x="557213" y="454343"/>
                </a:lnTo>
                <a:cubicBezTo>
                  <a:pt x="567690" y="435293"/>
                  <a:pt x="576263" y="415290"/>
                  <a:pt x="581978" y="394335"/>
                </a:cubicBezTo>
                <a:lnTo>
                  <a:pt x="648653" y="360998"/>
                </a:lnTo>
                <a:lnTo>
                  <a:pt x="648653" y="284798"/>
                </a:lnTo>
                <a:lnTo>
                  <a:pt x="581025" y="252413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600">
              <a:solidFill>
                <a:schemeClr val="lt1"/>
              </a:solidFill>
            </a:endParaRPr>
          </a:p>
        </p:txBody>
      </p: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BDF25346-B3A7-2FC2-4603-341A8BCEC2FF}"/>
              </a:ext>
            </a:extLst>
          </p:cNvPr>
          <p:cNvGrpSpPr/>
          <p:nvPr/>
        </p:nvGrpSpPr>
        <p:grpSpPr>
          <a:xfrm>
            <a:off x="1619737" y="5045701"/>
            <a:ext cx="184117" cy="187446"/>
            <a:chOff x="1619737" y="5045701"/>
            <a:chExt cx="184117" cy="187446"/>
          </a:xfrm>
        </p:grpSpPr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C0A8D2BD-DA3F-9C1E-BC7D-533CA972BD0E}"/>
                </a:ext>
              </a:extLst>
            </p:cNvPr>
            <p:cNvSpPr/>
            <p:nvPr userDrawn="1"/>
          </p:nvSpPr>
          <p:spPr>
            <a:xfrm>
              <a:off x="1619737" y="5126793"/>
              <a:ext cx="72000" cy="7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3" name="타원 262">
              <a:extLst>
                <a:ext uri="{FF2B5EF4-FFF2-40B4-BE49-F238E27FC236}">
                  <a16:creationId xmlns:a16="http://schemas.microsoft.com/office/drawing/2014/main" id="{44F3C7EA-33A7-D6E8-71CB-EB95AFAA73E6}"/>
                </a:ext>
              </a:extLst>
            </p:cNvPr>
            <p:cNvSpPr/>
            <p:nvPr userDrawn="1"/>
          </p:nvSpPr>
          <p:spPr>
            <a:xfrm>
              <a:off x="1749854" y="5179147"/>
              <a:ext cx="54000" cy="54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64" name="타원 263">
              <a:extLst>
                <a:ext uri="{FF2B5EF4-FFF2-40B4-BE49-F238E27FC236}">
                  <a16:creationId xmlns:a16="http://schemas.microsoft.com/office/drawing/2014/main" id="{78EE5C73-C624-3FFE-C19C-CC49B6DDE136}"/>
                </a:ext>
              </a:extLst>
            </p:cNvPr>
            <p:cNvSpPr/>
            <p:nvPr userDrawn="1"/>
          </p:nvSpPr>
          <p:spPr>
            <a:xfrm>
              <a:off x="1717962" y="5045701"/>
              <a:ext cx="72000" cy="72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C57946B8-92F8-0468-3FA4-60D730FC2FC9}"/>
                </a:ext>
              </a:extLst>
            </p:cNvPr>
            <p:cNvSpPr/>
            <p:nvPr userDrawn="1"/>
          </p:nvSpPr>
          <p:spPr>
            <a:xfrm>
              <a:off x="1653838" y="5087791"/>
              <a:ext cx="115484" cy="112914"/>
            </a:xfrm>
            <a:custGeom>
              <a:avLst/>
              <a:gdLst>
                <a:gd name="csX0" fmla="*/ 134938 w 195263"/>
                <a:gd name="csY0" fmla="*/ 0 h 161925"/>
                <a:gd name="csX1" fmla="*/ 0 w 195263"/>
                <a:gd name="csY1" fmla="*/ 109538 h 161925"/>
                <a:gd name="csX2" fmla="*/ 195263 w 195263"/>
                <a:gd name="csY2" fmla="*/ 161925 h 161925"/>
                <a:gd name="csX0" fmla="*/ 134938 w 166688"/>
                <a:gd name="csY0" fmla="*/ 0 h 174625"/>
                <a:gd name="csX1" fmla="*/ 0 w 166688"/>
                <a:gd name="csY1" fmla="*/ 109538 h 174625"/>
                <a:gd name="csX2" fmla="*/ 166688 w 166688"/>
                <a:gd name="csY2" fmla="*/ 174625 h 174625"/>
                <a:gd name="csX0" fmla="*/ 134938 w 166688"/>
                <a:gd name="csY0" fmla="*/ 0 h 174625"/>
                <a:gd name="csX1" fmla="*/ 0 w 166688"/>
                <a:gd name="csY1" fmla="*/ 109538 h 174625"/>
                <a:gd name="csX2" fmla="*/ 166688 w 166688"/>
                <a:gd name="csY2" fmla="*/ 174625 h 174625"/>
                <a:gd name="csX0" fmla="*/ 134938 w 166688"/>
                <a:gd name="csY0" fmla="*/ 0 h 174625"/>
                <a:gd name="csX1" fmla="*/ 0 w 166688"/>
                <a:gd name="csY1" fmla="*/ 109538 h 174625"/>
                <a:gd name="csX2" fmla="*/ 166688 w 166688"/>
                <a:gd name="csY2" fmla="*/ 174625 h 174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6688" h="174625">
                  <a:moveTo>
                    <a:pt x="134938" y="0"/>
                  </a:moveTo>
                  <a:lnTo>
                    <a:pt x="0" y="109538"/>
                  </a:lnTo>
                  <a:lnTo>
                    <a:pt x="166688" y="174625"/>
                  </a:lnTo>
                </a:path>
              </a:pathLst>
            </a:cu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BD179C77-B70A-2687-1B89-D3C41103BF1D}"/>
              </a:ext>
            </a:extLst>
          </p:cNvPr>
          <p:cNvGrpSpPr/>
          <p:nvPr/>
        </p:nvGrpSpPr>
        <p:grpSpPr>
          <a:xfrm>
            <a:off x="-279083" y="-426716"/>
            <a:ext cx="3977640" cy="6173466"/>
            <a:chOff x="-279083" y="-426716"/>
            <a:chExt cx="3977640" cy="6173466"/>
          </a:xfrm>
        </p:grpSpPr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226BCA06-0F47-B103-78E6-BEB1C306ECE4}"/>
                </a:ext>
              </a:extLst>
            </p:cNvPr>
            <p:cNvSpPr/>
            <p:nvPr userDrawn="1"/>
          </p:nvSpPr>
          <p:spPr>
            <a:xfrm>
              <a:off x="-279083" y="434975"/>
              <a:ext cx="3977640" cy="180975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1ED2A720-DE45-966C-3FB3-63FBEA255FFF}"/>
                </a:ext>
              </a:extLst>
            </p:cNvPr>
            <p:cNvSpPr/>
            <p:nvPr userDrawn="1"/>
          </p:nvSpPr>
          <p:spPr>
            <a:xfrm>
              <a:off x="-279083" y="903288"/>
              <a:ext cx="3977640" cy="576262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7530ACC2-1769-BE39-0E6B-3F1897D7DA1A}"/>
                </a:ext>
              </a:extLst>
            </p:cNvPr>
            <p:cNvSpPr/>
            <p:nvPr userDrawn="1"/>
          </p:nvSpPr>
          <p:spPr>
            <a:xfrm>
              <a:off x="-279083" y="1911348"/>
              <a:ext cx="3977640" cy="3060701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548D5A85-422F-D8E7-478F-D43123B53E60}"/>
                </a:ext>
              </a:extLst>
            </p:cNvPr>
            <p:cNvSpPr/>
            <p:nvPr userDrawn="1"/>
          </p:nvSpPr>
          <p:spPr>
            <a:xfrm>
              <a:off x="323850" y="-426716"/>
              <a:ext cx="2771775" cy="6173466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A6AC7A33-5AAF-E313-1085-094D11EF6751}"/>
              </a:ext>
            </a:extLst>
          </p:cNvPr>
          <p:cNvSpPr txBox="1"/>
          <p:nvPr/>
        </p:nvSpPr>
        <p:spPr>
          <a:xfrm>
            <a:off x="1762141" y="1432694"/>
            <a:ext cx="156194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304815"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스크롤 휠 추가</a:t>
            </a:r>
          </a:p>
        </p:txBody>
      </p:sp>
      <p:sp>
        <p:nvSpPr>
          <p:cNvPr id="268" name="자유형: 도형 267">
            <a:extLst>
              <a:ext uri="{FF2B5EF4-FFF2-40B4-BE49-F238E27FC236}">
                <a16:creationId xmlns:a16="http://schemas.microsoft.com/office/drawing/2014/main" id="{4F1E74BD-2444-382A-1097-D14E7F68EF47}"/>
              </a:ext>
            </a:extLst>
          </p:cNvPr>
          <p:cNvSpPr/>
          <p:nvPr/>
        </p:nvSpPr>
        <p:spPr>
          <a:xfrm flipH="1" flipV="1">
            <a:off x="3256048" y="1530801"/>
            <a:ext cx="68019" cy="467822"/>
          </a:xfrm>
          <a:custGeom>
            <a:avLst/>
            <a:gdLst>
              <a:gd name="csX0" fmla="*/ 0 w 73025"/>
              <a:gd name="csY0" fmla="*/ 0 h 177800"/>
              <a:gd name="csX1" fmla="*/ 0 w 73025"/>
              <a:gd name="csY1" fmla="*/ 177800 h 177800"/>
              <a:gd name="csX2" fmla="*/ 73025 w 73025"/>
              <a:gd name="csY2" fmla="*/ 177800 h 177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3025" h="177800">
                <a:moveTo>
                  <a:pt x="0" y="0"/>
                </a:moveTo>
                <a:lnTo>
                  <a:pt x="0" y="177800"/>
                </a:lnTo>
                <a:lnTo>
                  <a:pt x="73025" y="177800"/>
                </a:lnTo>
              </a:path>
            </a:pathLst>
          </a:custGeom>
          <a:noFill/>
          <a:ln w="6350">
            <a:solidFill>
              <a:srgbClr val="C00000"/>
            </a:solidFill>
            <a:head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D074C02C-394E-F6AE-FA51-F43D1232F811}"/>
              </a:ext>
            </a:extLst>
          </p:cNvPr>
          <p:cNvSpPr txBox="1"/>
          <p:nvPr/>
        </p:nvSpPr>
        <p:spPr>
          <a:xfrm>
            <a:off x="923426" y="1560324"/>
            <a:ext cx="15619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04815"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 길게 눌러 표지 편집하기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28600" indent="-228600" algn="ctr" defTabSz="304815">
              <a:buAutoNum type="arabicPeriod"/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표지에 이미지 삽입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28600" indent="-228600" algn="ctr" defTabSz="304815">
              <a:buAutoNum type="arabicPeriod"/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표지타이틀 변경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28600" indent="-228600" algn="ctr" defTabSz="304815">
              <a:buAutoNum type="arabicPeriod"/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스케치북 삭제하기</a:t>
            </a: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28600" indent="-228600" algn="ctr" defTabSz="304815">
              <a:buAutoNum type="arabicPeriod"/>
              <a:defRPr/>
            </a:pPr>
            <a:endParaRPr lang="en-US" altLang="ko-KR" sz="7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 defTabSz="304815">
              <a:defRPr/>
            </a:pP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표지에 즐겨찾기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삭제하기 버튼 제거</a:t>
            </a:r>
            <a:r>
              <a:rPr lang="en-US" altLang="ko-KR" sz="7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</a:p>
        </p:txBody>
      </p:sp>
      <p:pic>
        <p:nvPicPr>
          <p:cNvPr id="271" name="그림 270">
            <a:extLst>
              <a:ext uri="{FF2B5EF4-FFF2-40B4-BE49-F238E27FC236}">
                <a16:creationId xmlns:a16="http://schemas.microsoft.com/office/drawing/2014/main" id="{1D40A752-9885-6A2A-DE14-610B08CF989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6263" y="1640957"/>
            <a:ext cx="267524" cy="26752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B66DCD58-9CD8-4E6E-FCA0-B3C8E5E43BA7}"/>
              </a:ext>
            </a:extLst>
          </p:cNvPr>
          <p:cNvGrpSpPr/>
          <p:nvPr/>
        </p:nvGrpSpPr>
        <p:grpSpPr>
          <a:xfrm>
            <a:off x="2479854" y="1705317"/>
            <a:ext cx="614108" cy="180000"/>
            <a:chOff x="2479854" y="1705317"/>
            <a:chExt cx="614108" cy="18000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CBE94B2-91EF-E82E-5C6E-F3587CDE92B6}"/>
                </a:ext>
              </a:extLst>
            </p:cNvPr>
            <p:cNvSpPr/>
            <p:nvPr/>
          </p:nvSpPr>
          <p:spPr>
            <a:xfrm>
              <a:off x="2913962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C36728B-8468-605F-4C99-AF701EA87F89}"/>
                </a:ext>
              </a:extLst>
            </p:cNvPr>
            <p:cNvSpPr/>
            <p:nvPr/>
          </p:nvSpPr>
          <p:spPr>
            <a:xfrm>
              <a:off x="2696908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28BAA87-6AEA-894F-32D0-C740993CFF37}"/>
                </a:ext>
              </a:extLst>
            </p:cNvPr>
            <p:cNvSpPr/>
            <p:nvPr/>
          </p:nvSpPr>
          <p:spPr>
            <a:xfrm>
              <a:off x="2479854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3859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4900FB-C90D-C8EB-E84E-DC1A1C7F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188BC8B1-DDFD-94D3-F08F-BA527C787F6C}"/>
              </a:ext>
            </a:extLst>
          </p:cNvPr>
          <p:cNvGrpSpPr/>
          <p:nvPr/>
        </p:nvGrpSpPr>
        <p:grpSpPr>
          <a:xfrm>
            <a:off x="3585050" y="423863"/>
            <a:ext cx="511121" cy="3668696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D7E8B3EB-2CE1-8029-5A45-2537F51DCC87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BD0C40E-23BA-47BB-2C46-77D0310014FB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DAE7448-6296-7736-6632-D2713754387B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74E22B1-C326-BC25-20E9-9B79E357E931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E35A9DE-625F-F71C-6752-973DCA99C97B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285ACB9-CC14-82BF-E40B-CCF7A444812C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1289EC-6E5F-0118-03F8-50DB0A2C4E6E}"/>
              </a:ext>
            </a:extLst>
          </p:cNvPr>
          <p:cNvSpPr txBox="1"/>
          <p:nvPr/>
        </p:nvSpPr>
        <p:spPr>
          <a:xfrm>
            <a:off x="0" y="425212"/>
            <a:ext cx="3124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새 스케치북 추가 버튼 클릭 화면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7BDE821-353D-093A-E271-B5BF70A904FE}"/>
              </a:ext>
            </a:extLst>
          </p:cNvPr>
          <p:cNvGrpSpPr/>
          <p:nvPr/>
        </p:nvGrpSpPr>
        <p:grpSpPr>
          <a:xfrm>
            <a:off x="4160092" y="423863"/>
            <a:ext cx="511121" cy="4292068"/>
            <a:chOff x="4160092" y="423863"/>
            <a:chExt cx="511121" cy="429206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0864E26-8E3C-6FB9-1B97-F726804075B0}"/>
                </a:ext>
              </a:extLst>
            </p:cNvPr>
            <p:cNvSpPr/>
            <p:nvPr/>
          </p:nvSpPr>
          <p:spPr>
            <a:xfrm>
              <a:off x="4160092" y="1052978"/>
              <a:ext cx="511121" cy="523120"/>
            </a:xfrm>
            <a:prstGeom prst="rect">
              <a:avLst/>
            </a:prstGeom>
            <a:solidFill>
              <a:srgbClr val="9AC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7B7D05C-C182-8B7B-F055-989836001233}"/>
                </a:ext>
              </a:extLst>
            </p:cNvPr>
            <p:cNvSpPr/>
            <p:nvPr/>
          </p:nvSpPr>
          <p:spPr>
            <a:xfrm>
              <a:off x="4160092" y="2940323"/>
              <a:ext cx="511121" cy="523120"/>
            </a:xfrm>
            <a:prstGeom prst="rect">
              <a:avLst/>
            </a:prstGeom>
            <a:solidFill>
              <a:srgbClr val="FBC11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A2234C5-E9EC-E7AA-1B16-093179E76328}"/>
                </a:ext>
              </a:extLst>
            </p:cNvPr>
            <p:cNvSpPr/>
            <p:nvPr/>
          </p:nvSpPr>
          <p:spPr>
            <a:xfrm>
              <a:off x="4160092" y="3569439"/>
              <a:ext cx="511121" cy="523120"/>
            </a:xfrm>
            <a:prstGeom prst="rect">
              <a:avLst/>
            </a:prstGeom>
            <a:solidFill>
              <a:srgbClr val="E400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1BFC81-91F5-3860-7914-D17CD6207A39}"/>
                </a:ext>
              </a:extLst>
            </p:cNvPr>
            <p:cNvSpPr/>
            <p:nvPr/>
          </p:nvSpPr>
          <p:spPr>
            <a:xfrm>
              <a:off x="4160092" y="1682093"/>
              <a:ext cx="511121" cy="523120"/>
            </a:xfrm>
            <a:prstGeom prst="rect">
              <a:avLst/>
            </a:prstGeom>
            <a:solidFill>
              <a:srgbClr val="005A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014A2B8-39E7-2207-D452-785C58916B4D}"/>
                </a:ext>
              </a:extLst>
            </p:cNvPr>
            <p:cNvSpPr/>
            <p:nvPr/>
          </p:nvSpPr>
          <p:spPr>
            <a:xfrm>
              <a:off x="4160092" y="423863"/>
              <a:ext cx="511121" cy="523120"/>
            </a:xfrm>
            <a:prstGeom prst="rect">
              <a:avLst/>
            </a:prstGeom>
            <a:solidFill>
              <a:srgbClr val="FB5E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2AF96A8-7859-9C80-347D-972B1F179330}"/>
                </a:ext>
              </a:extLst>
            </p:cNvPr>
            <p:cNvSpPr/>
            <p:nvPr/>
          </p:nvSpPr>
          <p:spPr>
            <a:xfrm>
              <a:off x="4160092" y="2311208"/>
              <a:ext cx="511121" cy="523120"/>
            </a:xfrm>
            <a:prstGeom prst="rect">
              <a:avLst/>
            </a:prstGeom>
            <a:solidFill>
              <a:srgbClr val="F583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65B60F7-E425-2754-6E77-D7DD30AD6016}"/>
                </a:ext>
              </a:extLst>
            </p:cNvPr>
            <p:cNvSpPr/>
            <p:nvPr/>
          </p:nvSpPr>
          <p:spPr>
            <a:xfrm>
              <a:off x="4160092" y="4192811"/>
              <a:ext cx="511121" cy="523120"/>
            </a:xfrm>
            <a:prstGeom prst="rect">
              <a:avLst/>
            </a:prstGeom>
            <a:solidFill>
              <a:srgbClr val="FCF3E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959EA33-2B77-56CD-8F27-68A528D27D3F}"/>
              </a:ext>
            </a:extLst>
          </p:cNvPr>
          <p:cNvSpPr/>
          <p:nvPr/>
        </p:nvSpPr>
        <p:spPr>
          <a:xfrm>
            <a:off x="689737" y="1282038"/>
            <a:ext cx="2016000" cy="3168000"/>
          </a:xfrm>
          <a:prstGeom prst="roundRect">
            <a:avLst>
              <a:gd name="adj" fmla="val 6487"/>
            </a:avLst>
          </a:prstGeom>
          <a:solidFill>
            <a:srgbClr val="FEFDF8"/>
          </a:solidFill>
          <a:ln w="6350">
            <a:solidFill>
              <a:schemeClr val="bg2">
                <a:lumMod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 dirty="0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123F37E1-6033-FF90-4000-A453208D24D7}"/>
              </a:ext>
            </a:extLst>
          </p:cNvPr>
          <p:cNvGrpSpPr/>
          <p:nvPr/>
        </p:nvGrpSpPr>
        <p:grpSpPr>
          <a:xfrm>
            <a:off x="917737" y="1484466"/>
            <a:ext cx="1582753" cy="229373"/>
            <a:chOff x="1394979" y="2001080"/>
            <a:chExt cx="2339254" cy="344060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71781722-EC9B-BE44-22A6-800345744238}"/>
                </a:ext>
              </a:extLst>
            </p:cNvPr>
            <p:cNvSpPr/>
            <p:nvPr/>
          </p:nvSpPr>
          <p:spPr>
            <a:xfrm>
              <a:off x="1394979" y="2001080"/>
              <a:ext cx="2339254" cy="3440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01A4AD-BB66-A790-6366-6DEEDDBF3160}"/>
                </a:ext>
              </a:extLst>
            </p:cNvPr>
            <p:cNvSpPr txBox="1"/>
            <p:nvPr/>
          </p:nvSpPr>
          <p:spPr>
            <a:xfrm>
              <a:off x="1481667" y="2050000"/>
              <a:ext cx="1603266" cy="292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667" dirty="0">
                  <a:solidFill>
                    <a:schemeClr val="bg1">
                      <a:lumMod val="7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스케치북 이름 입력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0A172B9-6CF6-ECAC-3D69-6171043975FF}"/>
              </a:ext>
            </a:extLst>
          </p:cNvPr>
          <p:cNvSpPr txBox="1"/>
          <p:nvPr/>
        </p:nvSpPr>
        <p:spPr>
          <a:xfrm>
            <a:off x="2212390" y="4098489"/>
            <a:ext cx="347106" cy="194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5A9116-627B-25D5-FFCE-E8D5DC36D814}"/>
              </a:ext>
            </a:extLst>
          </p:cNvPr>
          <p:cNvSpPr txBox="1"/>
          <p:nvPr/>
        </p:nvSpPr>
        <p:spPr>
          <a:xfrm>
            <a:off x="865633" y="4098489"/>
            <a:ext cx="347106" cy="194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667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취소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D8DD76-3F68-94ED-523C-0066A8B6095E}"/>
              </a:ext>
            </a:extLst>
          </p:cNvPr>
          <p:cNvSpPr txBox="1"/>
          <p:nvPr/>
        </p:nvSpPr>
        <p:spPr>
          <a:xfrm>
            <a:off x="917737" y="1786683"/>
            <a:ext cx="391919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700" dirty="0"/>
              <a:t>종이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140F411-8DC4-51A9-8D12-EB7938C6BCD0}"/>
              </a:ext>
            </a:extLst>
          </p:cNvPr>
          <p:cNvSpPr txBox="1"/>
          <p:nvPr/>
        </p:nvSpPr>
        <p:spPr>
          <a:xfrm>
            <a:off x="917737" y="2699311"/>
            <a:ext cx="666017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70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디스플레이</a:t>
            </a: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6B4658D-12D5-9BF2-A249-663A5C461264}"/>
              </a:ext>
            </a:extLst>
          </p:cNvPr>
          <p:cNvGrpSpPr/>
          <p:nvPr/>
        </p:nvGrpSpPr>
        <p:grpSpPr>
          <a:xfrm>
            <a:off x="917738" y="2865238"/>
            <a:ext cx="458019" cy="365210"/>
            <a:chOff x="1432091" y="3962273"/>
            <a:chExt cx="687029" cy="54781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B5013EB-0421-9220-2A82-7E38566E9B85}"/>
                </a:ext>
              </a:extLst>
            </p:cNvPr>
            <p:cNvSpPr/>
            <p:nvPr/>
          </p:nvSpPr>
          <p:spPr>
            <a:xfrm>
              <a:off x="1432091" y="3962273"/>
              <a:ext cx="687029" cy="473741"/>
            </a:xfrm>
            <a:prstGeom prst="roundRect">
              <a:avLst>
                <a:gd name="adj" fmla="val 10635"/>
              </a:avLst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79FD9846-84F1-69B2-55B0-8E5CA5C29AB0}"/>
                </a:ext>
              </a:extLst>
            </p:cNvPr>
            <p:cNvCxnSpPr>
              <a:cxnSpLocks/>
            </p:cNvCxnSpPr>
            <p:nvPr/>
          </p:nvCxnSpPr>
          <p:spPr>
            <a:xfrm>
              <a:off x="1775202" y="4436014"/>
              <a:ext cx="807" cy="74074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99EBFA82-42C3-07B2-7417-7841F581FB3B}"/>
                </a:ext>
              </a:extLst>
            </p:cNvPr>
            <p:cNvCxnSpPr>
              <a:cxnSpLocks/>
            </p:cNvCxnSpPr>
            <p:nvPr/>
          </p:nvCxnSpPr>
          <p:spPr>
            <a:xfrm>
              <a:off x="1645561" y="4510088"/>
              <a:ext cx="260088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D24B8471-4462-9822-DAF4-B658DDE713DB}"/>
              </a:ext>
            </a:extLst>
          </p:cNvPr>
          <p:cNvSpPr txBox="1"/>
          <p:nvPr/>
        </p:nvSpPr>
        <p:spPr>
          <a:xfrm>
            <a:off x="917737" y="3265316"/>
            <a:ext cx="458019" cy="76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500" dirty="0"/>
              <a:t>1920x1080</a:t>
            </a:r>
            <a:endParaRPr lang="ko-KR" altLang="en-US" sz="500" dirty="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E5C44977-FF38-D2D2-91E9-FCF51DF90F0A}"/>
              </a:ext>
            </a:extLst>
          </p:cNvPr>
          <p:cNvGrpSpPr/>
          <p:nvPr/>
        </p:nvGrpSpPr>
        <p:grpSpPr>
          <a:xfrm>
            <a:off x="1610022" y="2856617"/>
            <a:ext cx="199428" cy="373830"/>
            <a:chOff x="2406651" y="3962273"/>
            <a:chExt cx="369526" cy="69268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0EFC78E5-513B-82B6-4C18-382E2C6A4782}"/>
                </a:ext>
              </a:extLst>
            </p:cNvPr>
            <p:cNvSpPr/>
            <p:nvPr/>
          </p:nvSpPr>
          <p:spPr>
            <a:xfrm>
              <a:off x="2406651" y="3962273"/>
              <a:ext cx="369526" cy="69268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CD81EBB2-9955-BC9C-16BB-0B3207C13D33}"/>
                </a:ext>
              </a:extLst>
            </p:cNvPr>
            <p:cNvSpPr/>
            <p:nvPr/>
          </p:nvSpPr>
          <p:spPr>
            <a:xfrm>
              <a:off x="2566946" y="3999364"/>
              <a:ext cx="48936" cy="48936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21E49A1D-AB98-2F40-4F4C-0A7DC1313189}"/>
                </a:ext>
              </a:extLst>
            </p:cNvPr>
            <p:cNvCxnSpPr>
              <a:cxnSpLocks/>
            </p:cNvCxnSpPr>
            <p:nvPr/>
          </p:nvCxnSpPr>
          <p:spPr>
            <a:xfrm>
              <a:off x="2526392" y="4617513"/>
              <a:ext cx="130044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AA23D727-BAA3-4223-D2A2-262FF0AB1B3A}"/>
              </a:ext>
            </a:extLst>
          </p:cNvPr>
          <p:cNvSpPr txBox="1"/>
          <p:nvPr/>
        </p:nvSpPr>
        <p:spPr>
          <a:xfrm>
            <a:off x="1447453" y="3265316"/>
            <a:ext cx="524567" cy="76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500" dirty="0"/>
              <a:t>390x844</a:t>
            </a:r>
            <a:endParaRPr lang="ko-KR" altLang="en-US" sz="500" dirty="0"/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B956D09-184E-380B-726F-40681416B2B9}"/>
              </a:ext>
            </a:extLst>
          </p:cNvPr>
          <p:cNvGrpSpPr/>
          <p:nvPr/>
        </p:nvGrpSpPr>
        <p:grpSpPr>
          <a:xfrm>
            <a:off x="2043717" y="2880901"/>
            <a:ext cx="458020" cy="349547"/>
            <a:chOff x="3063707" y="4130633"/>
            <a:chExt cx="687030" cy="52432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6D1B2C86-C3A2-C107-B516-0D04E90A536D}"/>
                </a:ext>
              </a:extLst>
            </p:cNvPr>
            <p:cNvSpPr/>
            <p:nvPr/>
          </p:nvSpPr>
          <p:spPr>
            <a:xfrm>
              <a:off x="3063707" y="4130633"/>
              <a:ext cx="687030" cy="5243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92BF9142-CB94-0338-8AB8-50F1B91614B2}"/>
                </a:ext>
              </a:extLst>
            </p:cNvPr>
            <p:cNvSpPr/>
            <p:nvPr/>
          </p:nvSpPr>
          <p:spPr>
            <a:xfrm flipH="1" flipV="1">
              <a:off x="3383958" y="4158288"/>
              <a:ext cx="45720" cy="4572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 cap="rnd">
              <a:noFill/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84A40621-CFE5-0AAA-A033-2B61EFBB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341796" y="4617513"/>
              <a:ext cx="130044" cy="0"/>
            </a:xfrm>
            <a:prstGeom prst="line">
              <a:avLst/>
            </a:prstGeom>
            <a:solidFill>
              <a:schemeClr val="bg1"/>
            </a:solidFill>
            <a:ln w="19050" cap="rnd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8A4D4BD6-871C-2467-DF9F-83472295B247}"/>
              </a:ext>
            </a:extLst>
          </p:cNvPr>
          <p:cNvSpPr txBox="1"/>
          <p:nvPr/>
        </p:nvSpPr>
        <p:spPr>
          <a:xfrm>
            <a:off x="2043717" y="3265316"/>
            <a:ext cx="458020" cy="76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60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500" dirty="0"/>
              <a:t>810x1080</a:t>
            </a:r>
            <a:endParaRPr lang="ko-KR" altLang="en-US" sz="5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C8CF337-2F06-D991-6129-4026EE8B062C}"/>
              </a:ext>
            </a:extLst>
          </p:cNvPr>
          <p:cNvSpPr txBox="1"/>
          <p:nvPr/>
        </p:nvSpPr>
        <p:spPr>
          <a:xfrm>
            <a:off x="905794" y="3488141"/>
            <a:ext cx="666017" cy="194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667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배경</a:t>
            </a: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2EEE2CDF-2676-BC53-9368-0A92CA9A734E}"/>
              </a:ext>
            </a:extLst>
          </p:cNvPr>
          <p:cNvCxnSpPr>
            <a:cxnSpLocks/>
          </p:cNvCxnSpPr>
          <p:nvPr/>
        </p:nvCxnSpPr>
        <p:spPr>
          <a:xfrm>
            <a:off x="917736" y="3451458"/>
            <a:ext cx="1580283" cy="0"/>
          </a:xfrm>
          <a:prstGeom prst="line">
            <a:avLst/>
          </a:prstGeom>
          <a:solidFill>
            <a:schemeClr val="bg1"/>
          </a:solidFill>
          <a:ln w="12700" cap="rnd">
            <a:solidFill>
              <a:schemeClr val="bg1">
                <a:lumMod val="8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3" name="그림 152">
            <a:extLst>
              <a:ext uri="{FF2B5EF4-FFF2-40B4-BE49-F238E27FC236}">
                <a16:creationId xmlns:a16="http://schemas.microsoft.com/office/drawing/2014/main" id="{04A9F143-9A2A-9081-7DE0-9CC3CF3273B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7737" y="3675085"/>
            <a:ext cx="234840" cy="23484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0FFE6239-34D2-8292-FC2F-2AA0876978C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55027" y="3675085"/>
            <a:ext cx="234840" cy="23484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152F55D5-63F6-B6C8-9E0D-31672CBFB25E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92317" y="3675085"/>
            <a:ext cx="234840" cy="23484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1741278C-A36A-0AE9-3259-78775503D2FA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929607" y="3675085"/>
            <a:ext cx="234840" cy="23484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5" name="그림 164">
            <a:extLst>
              <a:ext uri="{FF2B5EF4-FFF2-40B4-BE49-F238E27FC236}">
                <a16:creationId xmlns:a16="http://schemas.microsoft.com/office/drawing/2014/main" id="{86632EB9-9479-38F1-54D3-A5F09B21DC0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66897" y="3675085"/>
            <a:ext cx="234840" cy="234840"/>
          </a:xfrm>
          <a:custGeom>
            <a:avLst/>
            <a:gdLst>
              <a:gd name="csX0" fmla="*/ 176130 w 352260"/>
              <a:gd name="csY0" fmla="*/ 0 h 352260"/>
              <a:gd name="csX1" fmla="*/ 352260 w 352260"/>
              <a:gd name="csY1" fmla="*/ 176130 h 352260"/>
              <a:gd name="csX2" fmla="*/ 176130 w 352260"/>
              <a:gd name="csY2" fmla="*/ 352260 h 352260"/>
              <a:gd name="csX3" fmla="*/ 0 w 352260"/>
              <a:gd name="csY3" fmla="*/ 176130 h 352260"/>
              <a:gd name="csX4" fmla="*/ 176130 w 352260"/>
              <a:gd name="csY4" fmla="*/ 0 h 3522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2260" h="352260">
                <a:moveTo>
                  <a:pt x="176130" y="0"/>
                </a:moveTo>
                <a:cubicBezTo>
                  <a:pt x="273404" y="0"/>
                  <a:pt x="352260" y="78856"/>
                  <a:pt x="352260" y="176130"/>
                </a:cubicBezTo>
                <a:cubicBezTo>
                  <a:pt x="352260" y="273404"/>
                  <a:pt x="273404" y="352260"/>
                  <a:pt x="176130" y="352260"/>
                </a:cubicBezTo>
                <a:cubicBezTo>
                  <a:pt x="78856" y="352260"/>
                  <a:pt x="0" y="273404"/>
                  <a:pt x="0" y="176130"/>
                </a:cubicBezTo>
                <a:cubicBezTo>
                  <a:pt x="0" y="78856"/>
                  <a:pt x="78856" y="0"/>
                  <a:pt x="176130" y="0"/>
                </a:cubicBezTo>
                <a:close/>
              </a:path>
            </a:pathLst>
          </a:custGeom>
          <a:ln w="12700"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2EF311EA-027D-0D6A-C5FF-DCAA4FEAE7AF}"/>
              </a:ext>
            </a:extLst>
          </p:cNvPr>
          <p:cNvGrpSpPr/>
          <p:nvPr/>
        </p:nvGrpSpPr>
        <p:grpSpPr>
          <a:xfrm>
            <a:off x="699166" y="956986"/>
            <a:ext cx="2022201" cy="215444"/>
            <a:chOff x="699166" y="1154497"/>
            <a:chExt cx="2022201" cy="215444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09A46B3-02BA-3223-7EC0-B6C808BF1C37}"/>
                </a:ext>
              </a:extLst>
            </p:cNvPr>
            <p:cNvSpPr txBox="1"/>
            <p:nvPr/>
          </p:nvSpPr>
          <p:spPr>
            <a:xfrm>
              <a:off x="1156191" y="1154497"/>
              <a:ext cx="103691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가로 </a:t>
              </a:r>
              <a:r>
                <a:rPr lang="en-US" altLang="ko-KR" sz="8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280dp</a:t>
              </a:r>
              <a:endPara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326411F2-E9B2-1057-E5F3-2A20F5DC00C5}"/>
                </a:ext>
              </a:extLst>
            </p:cNvPr>
            <p:cNvCxnSpPr>
              <a:cxnSpLocks/>
            </p:cNvCxnSpPr>
            <p:nvPr/>
          </p:nvCxnSpPr>
          <p:spPr>
            <a:xfrm>
              <a:off x="699166" y="1361819"/>
              <a:ext cx="2022201" cy="0"/>
            </a:xfrm>
            <a:prstGeom prst="line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1FB40AA-874F-F682-B4DD-3097E8F95121}"/>
              </a:ext>
            </a:extLst>
          </p:cNvPr>
          <p:cNvGrpSpPr/>
          <p:nvPr/>
        </p:nvGrpSpPr>
        <p:grpSpPr>
          <a:xfrm>
            <a:off x="917737" y="1975558"/>
            <a:ext cx="324927" cy="556352"/>
            <a:chOff x="1021273" y="2173069"/>
            <a:chExt cx="324927" cy="556352"/>
          </a:xfrm>
        </p:grpSpPr>
        <p:sp>
          <p:nvSpPr>
            <p:cNvPr id="63" name="자유형: 도형 62">
              <a:extLst>
                <a:ext uri="{FF2B5EF4-FFF2-40B4-BE49-F238E27FC236}">
                  <a16:creationId xmlns:a16="http://schemas.microsoft.com/office/drawing/2014/main" id="{97C5D839-2FDD-98C0-9003-27DB12A6C48C}"/>
                </a:ext>
              </a:extLst>
            </p:cNvPr>
            <p:cNvSpPr/>
            <p:nvPr/>
          </p:nvSpPr>
          <p:spPr>
            <a:xfrm rot="10800000">
              <a:off x="1021273" y="2173069"/>
              <a:ext cx="324927" cy="461787"/>
            </a:xfrm>
            <a:custGeom>
              <a:avLst/>
              <a:gdLst>
                <a:gd name="csX0" fmla="*/ 487390 w 487390"/>
                <a:gd name="csY0" fmla="*/ 692680 h 692680"/>
                <a:gd name="csX1" fmla="*/ 144000 w 487390"/>
                <a:gd name="csY1" fmla="*/ 692680 h 692680"/>
                <a:gd name="csX2" fmla="*/ 0 w 487390"/>
                <a:gd name="csY2" fmla="*/ 548680 h 692680"/>
                <a:gd name="csX3" fmla="*/ 0 w 487390"/>
                <a:gd name="csY3" fmla="*/ 0 h 692680"/>
                <a:gd name="csX4" fmla="*/ 487390 w 487390"/>
                <a:gd name="csY4" fmla="*/ 0 h 692680"/>
                <a:gd name="csX5" fmla="*/ 487390 w 487390"/>
                <a:gd name="csY5" fmla="*/ 692680 h 692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87390" h="692680">
                  <a:moveTo>
                    <a:pt x="487390" y="692680"/>
                  </a:moveTo>
                  <a:lnTo>
                    <a:pt x="144000" y="692680"/>
                  </a:lnTo>
                  <a:lnTo>
                    <a:pt x="0" y="548680"/>
                  </a:lnTo>
                  <a:lnTo>
                    <a:pt x="0" y="0"/>
                  </a:lnTo>
                  <a:lnTo>
                    <a:pt x="487390" y="0"/>
                  </a:lnTo>
                  <a:lnTo>
                    <a:pt x="487390" y="69268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1B208-CF75-F2AB-50AF-402968FC1046}"/>
                </a:ext>
              </a:extLst>
            </p:cNvPr>
            <p:cNvSpPr txBox="1"/>
            <p:nvPr/>
          </p:nvSpPr>
          <p:spPr>
            <a:xfrm>
              <a:off x="1061675" y="2357796"/>
              <a:ext cx="244125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A5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B519EC1-F891-4E26-4D98-684073CE0EC4}"/>
                </a:ext>
              </a:extLst>
            </p:cNvPr>
            <p:cNvSpPr txBox="1"/>
            <p:nvPr/>
          </p:nvSpPr>
          <p:spPr>
            <a:xfrm>
              <a:off x="1027319" y="2652477"/>
              <a:ext cx="312834" cy="769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5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148x210</a:t>
              </a:r>
              <a:endParaRPr lang="ko-KR" altLang="en-US" sz="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51" name="직각 삼각형 50">
              <a:extLst>
                <a:ext uri="{FF2B5EF4-FFF2-40B4-BE49-F238E27FC236}">
                  <a16:creationId xmlns:a16="http://schemas.microsoft.com/office/drawing/2014/main" id="{383E7D50-4CE9-3287-87D0-ABAA2016DCAC}"/>
                </a:ext>
              </a:extLst>
            </p:cNvPr>
            <p:cNvSpPr/>
            <p:nvPr/>
          </p:nvSpPr>
          <p:spPr>
            <a:xfrm>
              <a:off x="1250199" y="2173069"/>
              <a:ext cx="96000" cy="96000"/>
            </a:xfrm>
            <a:prstGeom prst="rtTriangle">
              <a:avLst/>
            </a:prstGeom>
            <a:solidFill>
              <a:schemeClr val="bg1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22834A04-1EEB-F6FC-CADB-6455021B1B38}"/>
              </a:ext>
            </a:extLst>
          </p:cNvPr>
          <p:cNvGrpSpPr/>
          <p:nvPr/>
        </p:nvGrpSpPr>
        <p:grpSpPr>
          <a:xfrm>
            <a:off x="1543557" y="1975558"/>
            <a:ext cx="324927" cy="556352"/>
            <a:chOff x="1565145" y="2173069"/>
            <a:chExt cx="324927" cy="556352"/>
          </a:xfrm>
        </p:grpSpPr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50262454-7EE6-7C76-7FC5-CEF9FC7306BC}"/>
                </a:ext>
              </a:extLst>
            </p:cNvPr>
            <p:cNvSpPr/>
            <p:nvPr/>
          </p:nvSpPr>
          <p:spPr>
            <a:xfrm rot="10800000">
              <a:off x="1565145" y="2173069"/>
              <a:ext cx="324927" cy="461787"/>
            </a:xfrm>
            <a:custGeom>
              <a:avLst/>
              <a:gdLst>
                <a:gd name="csX0" fmla="*/ 487390 w 487390"/>
                <a:gd name="csY0" fmla="*/ 692680 h 692680"/>
                <a:gd name="csX1" fmla="*/ 144000 w 487390"/>
                <a:gd name="csY1" fmla="*/ 692680 h 692680"/>
                <a:gd name="csX2" fmla="*/ 0 w 487390"/>
                <a:gd name="csY2" fmla="*/ 548680 h 692680"/>
                <a:gd name="csX3" fmla="*/ 0 w 487390"/>
                <a:gd name="csY3" fmla="*/ 0 h 692680"/>
                <a:gd name="csX4" fmla="*/ 487390 w 487390"/>
                <a:gd name="csY4" fmla="*/ 0 h 692680"/>
                <a:gd name="csX5" fmla="*/ 487390 w 487390"/>
                <a:gd name="csY5" fmla="*/ 692680 h 692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87390" h="692680">
                  <a:moveTo>
                    <a:pt x="487390" y="692680"/>
                  </a:moveTo>
                  <a:lnTo>
                    <a:pt x="144000" y="692680"/>
                  </a:lnTo>
                  <a:lnTo>
                    <a:pt x="0" y="548680"/>
                  </a:lnTo>
                  <a:lnTo>
                    <a:pt x="0" y="0"/>
                  </a:lnTo>
                  <a:lnTo>
                    <a:pt x="487390" y="0"/>
                  </a:lnTo>
                  <a:lnTo>
                    <a:pt x="487390" y="69268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31C9460-7018-930C-EF03-CEA15B07172E}"/>
                </a:ext>
              </a:extLst>
            </p:cNvPr>
            <p:cNvSpPr txBox="1"/>
            <p:nvPr/>
          </p:nvSpPr>
          <p:spPr>
            <a:xfrm>
              <a:off x="1599673" y="2357796"/>
              <a:ext cx="255873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/>
                <a:t>A4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59B699E-AF32-09AF-B8A3-4F1C5E920D89}"/>
                </a:ext>
              </a:extLst>
            </p:cNvPr>
            <p:cNvSpPr txBox="1"/>
            <p:nvPr/>
          </p:nvSpPr>
          <p:spPr>
            <a:xfrm>
              <a:off x="1571191" y="2652477"/>
              <a:ext cx="312834" cy="769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5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210x297</a:t>
              </a:r>
              <a:endParaRPr lang="ko-KR" altLang="en-US" sz="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77" name="직각 삼각형 76">
              <a:extLst>
                <a:ext uri="{FF2B5EF4-FFF2-40B4-BE49-F238E27FC236}">
                  <a16:creationId xmlns:a16="http://schemas.microsoft.com/office/drawing/2014/main" id="{1EC68F10-5D06-7ABD-BECA-81609710D8B0}"/>
                </a:ext>
              </a:extLst>
            </p:cNvPr>
            <p:cNvSpPr/>
            <p:nvPr/>
          </p:nvSpPr>
          <p:spPr>
            <a:xfrm>
              <a:off x="1794071" y="2173069"/>
              <a:ext cx="96000" cy="96000"/>
            </a:xfrm>
            <a:prstGeom prst="rtTriangle">
              <a:avLst/>
            </a:prstGeom>
            <a:solidFill>
              <a:schemeClr val="bg1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2F812A8-AF9C-70FB-CC35-2A16BB0F5AD8}"/>
              </a:ext>
            </a:extLst>
          </p:cNvPr>
          <p:cNvGrpSpPr/>
          <p:nvPr/>
        </p:nvGrpSpPr>
        <p:grpSpPr>
          <a:xfrm>
            <a:off x="2169377" y="1975558"/>
            <a:ext cx="332360" cy="556352"/>
            <a:chOff x="2105301" y="2173069"/>
            <a:chExt cx="332360" cy="556352"/>
          </a:xfrm>
        </p:grpSpPr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6106A111-3D77-C6BD-5067-27000BFA009E}"/>
                </a:ext>
              </a:extLst>
            </p:cNvPr>
            <p:cNvSpPr/>
            <p:nvPr/>
          </p:nvSpPr>
          <p:spPr>
            <a:xfrm rot="10800000">
              <a:off x="2109018" y="2173069"/>
              <a:ext cx="324927" cy="461787"/>
            </a:xfrm>
            <a:custGeom>
              <a:avLst/>
              <a:gdLst>
                <a:gd name="csX0" fmla="*/ 487390 w 487390"/>
                <a:gd name="csY0" fmla="*/ 692680 h 692680"/>
                <a:gd name="csX1" fmla="*/ 144000 w 487390"/>
                <a:gd name="csY1" fmla="*/ 692680 h 692680"/>
                <a:gd name="csX2" fmla="*/ 0 w 487390"/>
                <a:gd name="csY2" fmla="*/ 548680 h 692680"/>
                <a:gd name="csX3" fmla="*/ 0 w 487390"/>
                <a:gd name="csY3" fmla="*/ 0 h 692680"/>
                <a:gd name="csX4" fmla="*/ 487390 w 487390"/>
                <a:gd name="csY4" fmla="*/ 0 h 692680"/>
                <a:gd name="csX5" fmla="*/ 487390 w 487390"/>
                <a:gd name="csY5" fmla="*/ 692680 h 692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487390" h="692680">
                  <a:moveTo>
                    <a:pt x="487390" y="692680"/>
                  </a:moveTo>
                  <a:lnTo>
                    <a:pt x="144000" y="692680"/>
                  </a:lnTo>
                  <a:lnTo>
                    <a:pt x="0" y="548680"/>
                  </a:lnTo>
                  <a:lnTo>
                    <a:pt x="0" y="0"/>
                  </a:lnTo>
                  <a:lnTo>
                    <a:pt x="487390" y="0"/>
                  </a:lnTo>
                  <a:lnTo>
                    <a:pt x="487390" y="69268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9D1124B-8978-EC7C-492F-008AB678C030}"/>
                </a:ext>
              </a:extLst>
            </p:cNvPr>
            <p:cNvSpPr txBox="1"/>
            <p:nvPr/>
          </p:nvSpPr>
          <p:spPr>
            <a:xfrm>
              <a:off x="2143545" y="2357797"/>
              <a:ext cx="255873" cy="12311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800" dirty="0"/>
                <a:t>A3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FCCB1D23-521E-FF78-7AFD-C8529468BD8B}"/>
                </a:ext>
              </a:extLst>
            </p:cNvPr>
            <p:cNvSpPr txBox="1"/>
            <p:nvPr/>
          </p:nvSpPr>
          <p:spPr>
            <a:xfrm>
              <a:off x="2105301" y="2652477"/>
              <a:ext cx="332360" cy="769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algn="ctr">
                <a:defRPr sz="60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500" dirty="0"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297x420</a:t>
              </a:r>
              <a:endParaRPr lang="ko-KR" altLang="en-US" sz="5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85" name="직각 삼각형 84">
              <a:extLst>
                <a:ext uri="{FF2B5EF4-FFF2-40B4-BE49-F238E27FC236}">
                  <a16:creationId xmlns:a16="http://schemas.microsoft.com/office/drawing/2014/main" id="{6FC88B27-4379-15F2-D300-2A5D32CFEF87}"/>
                </a:ext>
              </a:extLst>
            </p:cNvPr>
            <p:cNvSpPr/>
            <p:nvPr/>
          </p:nvSpPr>
          <p:spPr>
            <a:xfrm>
              <a:off x="2337943" y="2173069"/>
              <a:ext cx="96000" cy="96000"/>
            </a:xfrm>
            <a:prstGeom prst="rtTriangle">
              <a:avLst/>
            </a:prstGeom>
            <a:solidFill>
              <a:schemeClr val="bg1"/>
            </a:solidFill>
            <a:ln w="15875">
              <a:solidFill>
                <a:schemeClr val="tx1">
                  <a:lumMod val="50000"/>
                  <a:lumOff val="5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85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E3415A26-26CC-782A-036E-6666537DEB9F}"/>
              </a:ext>
            </a:extLst>
          </p:cNvPr>
          <p:cNvSpPr txBox="1"/>
          <p:nvPr/>
        </p:nvSpPr>
        <p:spPr>
          <a:xfrm rot="16200000">
            <a:off x="281310" y="2690002"/>
            <a:ext cx="10369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70dp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9F19D7-97D9-F421-B4E0-F17B219792ED}"/>
              </a:ext>
            </a:extLst>
          </p:cNvPr>
          <p:cNvSpPr txBox="1"/>
          <p:nvPr/>
        </p:nvSpPr>
        <p:spPr>
          <a:xfrm rot="16200000">
            <a:off x="2089177" y="2690002"/>
            <a:ext cx="10369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70dp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1DC6AC1F-A5F4-88E8-4053-349D8D6C4F84}"/>
              </a:ext>
            </a:extLst>
          </p:cNvPr>
          <p:cNvGrpSpPr/>
          <p:nvPr/>
        </p:nvGrpSpPr>
        <p:grpSpPr>
          <a:xfrm>
            <a:off x="372521" y="1282041"/>
            <a:ext cx="215444" cy="3159125"/>
            <a:chOff x="372521" y="1479552"/>
            <a:chExt cx="215444" cy="315912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4627293-B6A3-5E52-AA35-D7A02E238BB3}"/>
                </a:ext>
              </a:extLst>
            </p:cNvPr>
            <p:cNvSpPr txBox="1"/>
            <p:nvPr/>
          </p:nvSpPr>
          <p:spPr>
            <a:xfrm rot="16200000">
              <a:off x="-38212" y="2951392"/>
              <a:ext cx="103691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가로 </a:t>
              </a:r>
              <a:r>
                <a:rPr lang="en-US" altLang="ko-KR" sz="8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440dp</a:t>
              </a:r>
              <a:endPara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BB108A4F-3164-B988-C734-72A417527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844" y="1479552"/>
              <a:ext cx="0" cy="3159125"/>
            </a:xfrm>
            <a:prstGeom prst="line">
              <a:avLst/>
            </a:prstGeom>
            <a:ln>
              <a:solidFill>
                <a:srgbClr val="C00000"/>
              </a:solidFill>
              <a:headEnd type="arrow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35D3F048-0C13-4AE3-1B92-815936263E8C}"/>
              </a:ext>
            </a:extLst>
          </p:cNvPr>
          <p:cNvGrpSpPr/>
          <p:nvPr/>
        </p:nvGrpSpPr>
        <p:grpSpPr>
          <a:xfrm>
            <a:off x="-279083" y="-426716"/>
            <a:ext cx="3977640" cy="6173466"/>
            <a:chOff x="-279083" y="-426716"/>
            <a:chExt cx="3977640" cy="6173466"/>
          </a:xfrm>
        </p:grpSpPr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5A7321C-C346-3AD9-6722-1E778531EAEF}"/>
                </a:ext>
              </a:extLst>
            </p:cNvPr>
            <p:cNvSpPr/>
            <p:nvPr userDrawn="1"/>
          </p:nvSpPr>
          <p:spPr>
            <a:xfrm>
              <a:off x="-279083" y="434975"/>
              <a:ext cx="3977640" cy="180975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A21B74E-F22D-4F37-C1AA-C631A4CB8FF4}"/>
                </a:ext>
              </a:extLst>
            </p:cNvPr>
            <p:cNvSpPr/>
            <p:nvPr userDrawn="1"/>
          </p:nvSpPr>
          <p:spPr>
            <a:xfrm>
              <a:off x="-279083" y="903288"/>
              <a:ext cx="3977640" cy="576262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4F494989-A87C-EC80-F00A-D1536FF10384}"/>
                </a:ext>
              </a:extLst>
            </p:cNvPr>
            <p:cNvSpPr/>
            <p:nvPr userDrawn="1"/>
          </p:nvSpPr>
          <p:spPr>
            <a:xfrm>
              <a:off x="-279083" y="1911348"/>
              <a:ext cx="3977640" cy="3060701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14AB7B4-7602-FB21-E5EE-E69993B5997F}"/>
                </a:ext>
              </a:extLst>
            </p:cNvPr>
            <p:cNvSpPr/>
            <p:nvPr userDrawn="1"/>
          </p:nvSpPr>
          <p:spPr>
            <a:xfrm>
              <a:off x="323850" y="-426716"/>
              <a:ext cx="2771775" cy="6173466"/>
            </a:xfrm>
            <a:prstGeom prst="rect">
              <a:avLst/>
            </a:prstGeom>
            <a:noFill/>
            <a:ln w="3175">
              <a:solidFill>
                <a:schemeClr val="accent1">
                  <a:lumMod val="60000"/>
                  <a:lumOff val="4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280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5ED3A-0FEA-99DF-CABE-9E17AB33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384086B9-13F9-6D13-07C5-313E1621A088}"/>
              </a:ext>
            </a:extLst>
          </p:cNvPr>
          <p:cNvGrpSpPr/>
          <p:nvPr/>
        </p:nvGrpSpPr>
        <p:grpSpPr>
          <a:xfrm>
            <a:off x="3585050" y="423863"/>
            <a:ext cx="511121" cy="3668696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8F18FC0-1CEE-EDBD-F4ED-C661EF39FFBF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A7EAAAE-4808-3A21-7C37-B98B407B0F54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4BE454D1-C755-2C9D-DBFA-FC7D01E4CAF4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30C1E77-9B7E-3A93-BA5C-94444E609B12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30B4BA1-EF6C-A038-0582-F04452C2F0C0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82943D8-A0D7-1B90-E3FD-24E70D16DFA8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C08E9B0-DC3E-585F-2156-F465DBBC42AD}"/>
              </a:ext>
            </a:extLst>
          </p:cNvPr>
          <p:cNvSpPr/>
          <p:nvPr/>
        </p:nvSpPr>
        <p:spPr>
          <a:xfrm>
            <a:off x="363319" y="4972050"/>
            <a:ext cx="2692836" cy="282423"/>
          </a:xfrm>
          <a:prstGeom prst="roundRect">
            <a:avLst>
              <a:gd name="adj" fmla="val 50000"/>
            </a:avLst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6C2ECE4-A5A1-2F41-BB6B-8A071F280F9C}"/>
              </a:ext>
            </a:extLst>
          </p:cNvPr>
          <p:cNvSpPr/>
          <p:nvPr/>
        </p:nvSpPr>
        <p:spPr>
          <a:xfrm>
            <a:off x="1648062" y="5025548"/>
            <a:ext cx="175424" cy="1754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5BD61D5-A30A-63A2-8F5D-6237C0CA80AF}"/>
              </a:ext>
            </a:extLst>
          </p:cNvPr>
          <p:cNvSpPr/>
          <p:nvPr/>
        </p:nvSpPr>
        <p:spPr>
          <a:xfrm>
            <a:off x="1880499" y="5025548"/>
            <a:ext cx="175424" cy="1754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1A09726-A10D-19C1-4E28-CC58529E3619}"/>
              </a:ext>
            </a:extLst>
          </p:cNvPr>
          <p:cNvSpPr/>
          <p:nvPr/>
        </p:nvSpPr>
        <p:spPr>
          <a:xfrm>
            <a:off x="2112936" y="5025548"/>
            <a:ext cx="175424" cy="1754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0E5D379-4041-CDBE-C878-B95C244E3F3B}"/>
              </a:ext>
            </a:extLst>
          </p:cNvPr>
          <p:cNvSpPr/>
          <p:nvPr/>
        </p:nvSpPr>
        <p:spPr>
          <a:xfrm>
            <a:off x="2319988" y="5025548"/>
            <a:ext cx="175424" cy="1754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D33DCCF-0365-4664-6D9D-F29DE598222F}"/>
              </a:ext>
            </a:extLst>
          </p:cNvPr>
          <p:cNvSpPr/>
          <p:nvPr/>
        </p:nvSpPr>
        <p:spPr>
          <a:xfrm>
            <a:off x="2552425" y="5025548"/>
            <a:ext cx="175424" cy="1754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F5A017A-1E1A-52C9-F554-3C8B9DC2F240}"/>
              </a:ext>
            </a:extLst>
          </p:cNvPr>
          <p:cNvSpPr/>
          <p:nvPr/>
        </p:nvSpPr>
        <p:spPr>
          <a:xfrm>
            <a:off x="2784862" y="5025548"/>
            <a:ext cx="175424" cy="1754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254CC0-0283-C330-979E-9128317D52E4}"/>
              </a:ext>
            </a:extLst>
          </p:cNvPr>
          <p:cNvSpPr txBox="1"/>
          <p:nvPr/>
        </p:nvSpPr>
        <p:spPr>
          <a:xfrm>
            <a:off x="809603" y="2480435"/>
            <a:ext cx="18002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버튼바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설정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색상 즐겨찾기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뒤로가기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앞으로가기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지우개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스포이드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페이지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표지 설정 분리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화면 최대화 모드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 독도 숨김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색깔만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세부디테일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슬라이드로 굴기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투명도 조절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색상 팔레트 추가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28" name="그래픽 27" descr="기타 단색으로 채워진">
            <a:extLst>
              <a:ext uri="{FF2B5EF4-FFF2-40B4-BE49-F238E27FC236}">
                <a16:creationId xmlns:a16="http://schemas.microsoft.com/office/drawing/2014/main" id="{5EB963C1-92A5-7A74-E662-EBCED0FEE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8783" y="728133"/>
            <a:ext cx="218850" cy="2188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D8891F2-2C04-3AEA-609F-E8146404D3B9}"/>
              </a:ext>
            </a:extLst>
          </p:cNvPr>
          <p:cNvSpPr txBox="1"/>
          <p:nvPr/>
        </p:nvSpPr>
        <p:spPr>
          <a:xfrm>
            <a:off x="511659" y="1217379"/>
            <a:ext cx="23961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펜 별 기본 굵기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최소 굵기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최대 굵기 수치화 </a:t>
            </a:r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할것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F293ED6-CC7B-E412-06BB-3EE95931498B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8029" y="949379"/>
            <a:ext cx="219604" cy="219604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AE9462F-222C-1FCE-C619-5FC725D2350C}"/>
              </a:ext>
            </a:extLst>
          </p:cNvPr>
          <p:cNvCxnSpPr/>
          <p:nvPr/>
        </p:nvCxnSpPr>
        <p:spPr>
          <a:xfrm>
            <a:off x="1607064" y="5042223"/>
            <a:ext cx="0" cy="144462"/>
          </a:xfrm>
          <a:prstGeom prst="line">
            <a:avLst/>
          </a:prstGeom>
          <a:solidFill>
            <a:schemeClr val="bg1"/>
          </a:solidFill>
          <a:ln w="6350" cap="rnd"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2" name="그림 51">
            <a:extLst>
              <a:ext uri="{FF2B5EF4-FFF2-40B4-BE49-F238E27FC236}">
                <a16:creationId xmlns:a16="http://schemas.microsoft.com/office/drawing/2014/main" id="{B6A369A9-E053-8310-2A2D-F0B2FB4C9DA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9189" y="5023260"/>
            <a:ext cx="180000" cy="180000"/>
          </a:xfrm>
          <a:custGeom>
            <a:avLst/>
            <a:gdLst>
              <a:gd name="csX0" fmla="*/ 0 w 180000"/>
              <a:gd name="csY0" fmla="*/ 0 h 180000"/>
              <a:gd name="csX1" fmla="*/ 180000 w 180000"/>
              <a:gd name="csY1" fmla="*/ 0 h 180000"/>
              <a:gd name="csX2" fmla="*/ 180000 w 180000"/>
              <a:gd name="csY2" fmla="*/ 180000 h 180000"/>
              <a:gd name="csX3" fmla="*/ 0 w 180000"/>
              <a:gd name="csY3" fmla="*/ 18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80000" y="0"/>
                </a:lnTo>
                <a:lnTo>
                  <a:pt x="180000" y="180000"/>
                </a:lnTo>
                <a:lnTo>
                  <a:pt x="0" y="180000"/>
                </a:lnTo>
                <a:close/>
              </a:path>
            </a:pathLst>
          </a:cu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405E60AC-74D6-0FCB-265B-B4F2B9B9CD2F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3251" y="5023260"/>
            <a:ext cx="180000" cy="180000"/>
          </a:xfrm>
          <a:custGeom>
            <a:avLst/>
            <a:gdLst>
              <a:gd name="csX0" fmla="*/ 0 w 180000"/>
              <a:gd name="csY0" fmla="*/ 0 h 180000"/>
              <a:gd name="csX1" fmla="*/ 180000 w 180000"/>
              <a:gd name="csY1" fmla="*/ 0 h 180000"/>
              <a:gd name="csX2" fmla="*/ 180000 w 180000"/>
              <a:gd name="csY2" fmla="*/ 180000 h 180000"/>
              <a:gd name="csX3" fmla="*/ 0 w 180000"/>
              <a:gd name="csY3" fmla="*/ 18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80000" y="0"/>
                </a:lnTo>
                <a:lnTo>
                  <a:pt x="180000" y="180000"/>
                </a:lnTo>
                <a:lnTo>
                  <a:pt x="0" y="180000"/>
                </a:lnTo>
                <a:close/>
              </a:path>
            </a:pathLst>
          </a:cu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FA9B8F5-1988-E61E-0A4A-02279C37E025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61375" y="5023260"/>
            <a:ext cx="180000" cy="180000"/>
          </a:xfrm>
          <a:custGeom>
            <a:avLst/>
            <a:gdLst>
              <a:gd name="csX0" fmla="*/ 0 w 180000"/>
              <a:gd name="csY0" fmla="*/ 0 h 180000"/>
              <a:gd name="csX1" fmla="*/ 180000 w 180000"/>
              <a:gd name="csY1" fmla="*/ 0 h 180000"/>
              <a:gd name="csX2" fmla="*/ 180000 w 180000"/>
              <a:gd name="csY2" fmla="*/ 180000 h 180000"/>
              <a:gd name="csX3" fmla="*/ 0 w 180000"/>
              <a:gd name="csY3" fmla="*/ 18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80000" y="0"/>
                </a:lnTo>
                <a:lnTo>
                  <a:pt x="180000" y="180000"/>
                </a:lnTo>
                <a:lnTo>
                  <a:pt x="0" y="180000"/>
                </a:lnTo>
                <a:close/>
              </a:path>
            </a:pathLst>
          </a:cu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0BA877C4-4112-376C-DF07-A3EF613446D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95437" y="5023260"/>
            <a:ext cx="180000" cy="180000"/>
          </a:xfrm>
          <a:custGeom>
            <a:avLst/>
            <a:gdLst>
              <a:gd name="csX0" fmla="*/ 0 w 180000"/>
              <a:gd name="csY0" fmla="*/ 0 h 180000"/>
              <a:gd name="csX1" fmla="*/ 180000 w 180000"/>
              <a:gd name="csY1" fmla="*/ 0 h 180000"/>
              <a:gd name="csX2" fmla="*/ 180000 w 180000"/>
              <a:gd name="csY2" fmla="*/ 180000 h 180000"/>
              <a:gd name="csX3" fmla="*/ 0 w 180000"/>
              <a:gd name="csY3" fmla="*/ 18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80000" y="0"/>
                </a:lnTo>
                <a:lnTo>
                  <a:pt x="180000" y="180000"/>
                </a:lnTo>
                <a:lnTo>
                  <a:pt x="0" y="180000"/>
                </a:lnTo>
                <a:close/>
              </a:path>
            </a:pathLst>
          </a:cu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3C3393CE-BBCE-8DAB-6F3A-2429771CA5A8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7313" y="5023260"/>
            <a:ext cx="180000" cy="180000"/>
          </a:xfrm>
          <a:custGeom>
            <a:avLst/>
            <a:gdLst>
              <a:gd name="csX0" fmla="*/ 0 w 180000"/>
              <a:gd name="csY0" fmla="*/ 0 h 180000"/>
              <a:gd name="csX1" fmla="*/ 180000 w 180000"/>
              <a:gd name="csY1" fmla="*/ 0 h 180000"/>
              <a:gd name="csX2" fmla="*/ 180000 w 180000"/>
              <a:gd name="csY2" fmla="*/ 180000 h 180000"/>
              <a:gd name="csX3" fmla="*/ 0 w 180000"/>
              <a:gd name="csY3" fmla="*/ 180000 h 18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80000" h="180000">
                <a:moveTo>
                  <a:pt x="0" y="0"/>
                </a:moveTo>
                <a:lnTo>
                  <a:pt x="180000" y="0"/>
                </a:lnTo>
                <a:lnTo>
                  <a:pt x="180000" y="180000"/>
                </a:lnTo>
                <a:lnTo>
                  <a:pt x="0" y="180000"/>
                </a:lnTo>
                <a:close/>
              </a:path>
            </a:pathLst>
          </a:custGeom>
        </p:spPr>
      </p:pic>
      <p:grpSp>
        <p:nvGrpSpPr>
          <p:cNvPr id="73" name="그룹 72">
            <a:extLst>
              <a:ext uri="{FF2B5EF4-FFF2-40B4-BE49-F238E27FC236}">
                <a16:creationId xmlns:a16="http://schemas.microsoft.com/office/drawing/2014/main" id="{1601B770-342E-6BDB-8FDD-1E6AAC8730C5}"/>
              </a:ext>
            </a:extLst>
          </p:cNvPr>
          <p:cNvGrpSpPr/>
          <p:nvPr/>
        </p:nvGrpSpPr>
        <p:grpSpPr>
          <a:xfrm>
            <a:off x="459189" y="5023260"/>
            <a:ext cx="1116248" cy="151716"/>
            <a:chOff x="459189" y="4697526"/>
            <a:chExt cx="1116248" cy="151716"/>
          </a:xfrm>
        </p:grpSpPr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F4B0D06C-6CF1-5D97-8349-AEF926106D8B}"/>
                </a:ext>
              </a:extLst>
            </p:cNvPr>
            <p:cNvGrpSpPr/>
            <p:nvPr/>
          </p:nvGrpSpPr>
          <p:grpSpPr>
            <a:xfrm>
              <a:off x="700429" y="4697526"/>
              <a:ext cx="151716" cy="151716"/>
              <a:chOff x="3945636" y="1616975"/>
              <a:chExt cx="1720454" cy="1748843"/>
            </a:xfrm>
          </p:grpSpPr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561B4A7C-BC7E-05CA-2F5C-993DDBF021D5}"/>
                  </a:ext>
                </a:extLst>
              </p:cNvPr>
              <p:cNvSpPr/>
              <p:nvPr/>
            </p:nvSpPr>
            <p:spPr>
              <a:xfrm>
                <a:off x="4100433" y="2396614"/>
                <a:ext cx="808957" cy="811472"/>
              </a:xfrm>
              <a:custGeom>
                <a:avLst/>
                <a:gdLst>
                  <a:gd name="csX0" fmla="*/ 626736 w 808957"/>
                  <a:gd name="csY0" fmla="*/ 574039 h 811472"/>
                  <a:gd name="csX1" fmla="*/ 328118 w 808957"/>
                  <a:gd name="csY1" fmla="*/ 736447 h 811472"/>
                  <a:gd name="csX2" fmla="*/ 198192 w 808957"/>
                  <a:gd name="csY2" fmla="*/ 808083 h 811472"/>
                  <a:gd name="csX3" fmla="*/ 175539 w 808957"/>
                  <a:gd name="csY3" fmla="*/ 805272 h 811472"/>
                  <a:gd name="csX4" fmla="*/ 6199 w 808957"/>
                  <a:gd name="csY4" fmla="*/ 635989 h 811472"/>
                  <a:gd name="csX5" fmla="*/ 2845 w 808957"/>
                  <a:gd name="csY5" fmla="*/ 614800 h 811472"/>
                  <a:gd name="csX6" fmla="*/ 171031 w 808957"/>
                  <a:gd name="csY6" fmla="*/ 292497 h 811472"/>
                  <a:gd name="csX7" fmla="*/ 297189 w 808957"/>
                  <a:gd name="csY7" fmla="*/ 54229 h 811472"/>
                  <a:gd name="csX8" fmla="*/ 328578 w 808957"/>
                  <a:gd name="csY8" fmla="*/ 0 h 811472"/>
                  <a:gd name="csX9" fmla="*/ 332586 w 808957"/>
                  <a:gd name="csY9" fmla="*/ 7376 h 811472"/>
                  <a:gd name="csX10" fmla="*/ 396804 w 808957"/>
                  <a:gd name="csY10" fmla="*/ 55020 h 811472"/>
                  <a:gd name="csX11" fmla="*/ 515769 w 808957"/>
                  <a:gd name="csY11" fmla="*/ 24591 h 811472"/>
                  <a:gd name="csX12" fmla="*/ 521898 w 808957"/>
                  <a:gd name="csY12" fmla="*/ 24912 h 811472"/>
                  <a:gd name="csX13" fmla="*/ 559842 w 808957"/>
                  <a:gd name="csY13" fmla="*/ 246415 h 811472"/>
                  <a:gd name="csX14" fmla="*/ 786196 w 808957"/>
                  <a:gd name="csY14" fmla="*/ 282435 h 811472"/>
                  <a:gd name="csX15" fmla="*/ 780364 w 808957"/>
                  <a:gd name="csY15" fmla="*/ 297873 h 811472"/>
                  <a:gd name="csX16" fmla="*/ 752656 w 808957"/>
                  <a:gd name="csY16" fmla="*/ 409076 h 811472"/>
                  <a:gd name="csX17" fmla="*/ 800335 w 808957"/>
                  <a:gd name="csY17" fmla="*/ 469548 h 811472"/>
                  <a:gd name="csX18" fmla="*/ 808958 w 808957"/>
                  <a:gd name="csY18" fmla="*/ 474021 h 811472"/>
                  <a:gd name="csX19" fmla="*/ 626736 w 808957"/>
                  <a:gd name="csY19" fmla="*/ 574039 h 81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808957" h="811472">
                    <a:moveTo>
                      <a:pt x="626736" y="574039"/>
                    </a:moveTo>
                    <a:cubicBezTo>
                      <a:pt x="526643" y="628547"/>
                      <a:pt x="427334" y="682411"/>
                      <a:pt x="328118" y="736447"/>
                    </a:cubicBezTo>
                    <a:cubicBezTo>
                      <a:pt x="284686" y="760101"/>
                      <a:pt x="241358" y="783949"/>
                      <a:pt x="198192" y="808083"/>
                    </a:cubicBezTo>
                    <a:cubicBezTo>
                      <a:pt x="189356" y="813023"/>
                      <a:pt x="183145" y="812953"/>
                      <a:pt x="175539" y="805272"/>
                    </a:cubicBezTo>
                    <a:cubicBezTo>
                      <a:pt x="119379" y="748560"/>
                      <a:pt x="62926" y="692135"/>
                      <a:pt x="6199" y="635989"/>
                    </a:cubicBezTo>
                    <a:cubicBezTo>
                      <a:pt x="-882" y="628981"/>
                      <a:pt x="-1749" y="623568"/>
                      <a:pt x="2845" y="614800"/>
                    </a:cubicBezTo>
                    <a:cubicBezTo>
                      <a:pt x="59089" y="507461"/>
                      <a:pt x="114785" y="399835"/>
                      <a:pt x="171031" y="292497"/>
                    </a:cubicBezTo>
                    <a:cubicBezTo>
                      <a:pt x="212743" y="212895"/>
                      <a:pt x="254927" y="133540"/>
                      <a:pt x="297189" y="54229"/>
                    </a:cubicBezTo>
                    <a:cubicBezTo>
                      <a:pt x="306624" y="36524"/>
                      <a:pt x="317268" y="19463"/>
                      <a:pt x="328578" y="0"/>
                    </a:cubicBezTo>
                    <a:cubicBezTo>
                      <a:pt x="331090" y="4504"/>
                      <a:pt x="332617" y="5957"/>
                      <a:pt x="332586" y="7376"/>
                    </a:cubicBezTo>
                    <a:cubicBezTo>
                      <a:pt x="331829" y="41804"/>
                      <a:pt x="362500" y="55522"/>
                      <a:pt x="396804" y="55020"/>
                    </a:cubicBezTo>
                    <a:cubicBezTo>
                      <a:pt x="439146" y="54401"/>
                      <a:pt x="478233" y="43043"/>
                      <a:pt x="515769" y="24591"/>
                    </a:cubicBezTo>
                    <a:cubicBezTo>
                      <a:pt x="516770" y="24099"/>
                      <a:pt x="518299" y="24682"/>
                      <a:pt x="521898" y="24912"/>
                    </a:cubicBezTo>
                    <a:cubicBezTo>
                      <a:pt x="494769" y="105859"/>
                      <a:pt x="495352" y="183910"/>
                      <a:pt x="559842" y="246415"/>
                    </a:cubicBezTo>
                    <a:cubicBezTo>
                      <a:pt x="623922" y="308524"/>
                      <a:pt x="702688" y="306633"/>
                      <a:pt x="786196" y="282435"/>
                    </a:cubicBezTo>
                    <a:cubicBezTo>
                      <a:pt x="783601" y="289339"/>
                      <a:pt x="782153" y="293679"/>
                      <a:pt x="780364" y="297873"/>
                    </a:cubicBezTo>
                    <a:cubicBezTo>
                      <a:pt x="765178" y="333475"/>
                      <a:pt x="750014" y="369351"/>
                      <a:pt x="752656" y="409076"/>
                    </a:cubicBezTo>
                    <a:cubicBezTo>
                      <a:pt x="755666" y="454339"/>
                      <a:pt x="762261" y="461471"/>
                      <a:pt x="800335" y="469548"/>
                    </a:cubicBezTo>
                    <a:cubicBezTo>
                      <a:pt x="801959" y="469892"/>
                      <a:pt x="803400" y="471095"/>
                      <a:pt x="808958" y="474021"/>
                    </a:cubicBezTo>
                    <a:cubicBezTo>
                      <a:pt x="746747" y="508125"/>
                      <a:pt x="687152" y="540795"/>
                      <a:pt x="626736" y="57403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자유형: 도형 64">
                <a:extLst>
                  <a:ext uri="{FF2B5EF4-FFF2-40B4-BE49-F238E27FC236}">
                    <a16:creationId xmlns:a16="http://schemas.microsoft.com/office/drawing/2014/main" id="{3B46DA3D-ACB9-4DDC-402E-7DEFA9CDC1BE}"/>
                  </a:ext>
                </a:extLst>
              </p:cNvPr>
              <p:cNvSpPr/>
              <p:nvPr/>
            </p:nvSpPr>
            <p:spPr>
              <a:xfrm>
                <a:off x="4643076" y="1778083"/>
                <a:ext cx="873082" cy="879195"/>
              </a:xfrm>
              <a:custGeom>
                <a:avLst/>
                <a:gdLst>
                  <a:gd name="csX0" fmla="*/ 177294 w 873082"/>
                  <a:gd name="csY0" fmla="*/ 878962 h 879195"/>
                  <a:gd name="csX1" fmla="*/ 139846 w 873082"/>
                  <a:gd name="csY1" fmla="*/ 879128 h 879195"/>
                  <a:gd name="csX2" fmla="*/ 133302 w 873082"/>
                  <a:gd name="csY2" fmla="*/ 878021 h 879195"/>
                  <a:gd name="csX3" fmla="*/ 136 w 873082"/>
                  <a:gd name="csY3" fmla="*/ 726326 h 879195"/>
                  <a:gd name="csX4" fmla="*/ 26399 w 873082"/>
                  <a:gd name="csY4" fmla="*/ 621437 h 879195"/>
                  <a:gd name="csX5" fmla="*/ 60817 w 873082"/>
                  <a:gd name="csY5" fmla="*/ 583444 h 879195"/>
                  <a:gd name="csX6" fmla="*/ 299925 w 873082"/>
                  <a:gd name="csY6" fmla="*/ 342681 h 879195"/>
                  <a:gd name="csX7" fmla="*/ 628948 w 873082"/>
                  <a:gd name="csY7" fmla="*/ 10673 h 879195"/>
                  <a:gd name="csX8" fmla="*/ 658696 w 873082"/>
                  <a:gd name="csY8" fmla="*/ 11333 h 879195"/>
                  <a:gd name="csX9" fmla="*/ 777178 w 873082"/>
                  <a:gd name="csY9" fmla="*/ 131764 h 879195"/>
                  <a:gd name="csX10" fmla="*/ 868757 w 873082"/>
                  <a:gd name="csY10" fmla="*/ 223222 h 879195"/>
                  <a:gd name="csX11" fmla="*/ 867748 w 873082"/>
                  <a:gd name="csY11" fmla="*/ 239979 h 879195"/>
                  <a:gd name="csX12" fmla="*/ 640670 w 873082"/>
                  <a:gd name="csY12" fmla="*/ 469495 h 879195"/>
                  <a:gd name="csX13" fmla="*/ 275024 w 873082"/>
                  <a:gd name="csY13" fmla="*/ 838120 h 879195"/>
                  <a:gd name="csX14" fmla="*/ 223988 w 873082"/>
                  <a:gd name="csY14" fmla="*/ 868450 h 879195"/>
                  <a:gd name="csX15" fmla="*/ 193683 w 873082"/>
                  <a:gd name="csY15" fmla="*/ 876428 h 879195"/>
                  <a:gd name="csX16" fmla="*/ 188570 w 873082"/>
                  <a:gd name="csY16" fmla="*/ 876669 h 879195"/>
                  <a:gd name="csX17" fmla="*/ 177294 w 873082"/>
                  <a:gd name="csY17" fmla="*/ 878962 h 8791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873082" h="879195">
                    <a:moveTo>
                      <a:pt x="177294" y="878962"/>
                    </a:moveTo>
                    <a:cubicBezTo>
                      <a:pt x="165476" y="879127"/>
                      <a:pt x="153657" y="879291"/>
                      <a:pt x="139846" y="879128"/>
                    </a:cubicBezTo>
                    <a:cubicBezTo>
                      <a:pt x="136337" y="878541"/>
                      <a:pt x="134819" y="878281"/>
                      <a:pt x="133302" y="878021"/>
                    </a:cubicBezTo>
                    <a:cubicBezTo>
                      <a:pt x="60897" y="872710"/>
                      <a:pt x="-3359" y="816365"/>
                      <a:pt x="136" y="726326"/>
                    </a:cubicBezTo>
                    <a:cubicBezTo>
                      <a:pt x="1571" y="689357"/>
                      <a:pt x="9555" y="653884"/>
                      <a:pt x="26399" y="621437"/>
                    </a:cubicBezTo>
                    <a:cubicBezTo>
                      <a:pt x="34017" y="606763"/>
                      <a:pt x="48746" y="595624"/>
                      <a:pt x="60817" y="583444"/>
                    </a:cubicBezTo>
                    <a:cubicBezTo>
                      <a:pt x="140438" y="503109"/>
                      <a:pt x="220275" y="422988"/>
                      <a:pt x="299925" y="342681"/>
                    </a:cubicBezTo>
                    <a:cubicBezTo>
                      <a:pt x="409644" y="232056"/>
                      <a:pt x="519237" y="121306"/>
                      <a:pt x="628948" y="10673"/>
                    </a:cubicBezTo>
                    <a:cubicBezTo>
                      <a:pt x="643422" y="-3923"/>
                      <a:pt x="644324" y="-3401"/>
                      <a:pt x="658696" y="11333"/>
                    </a:cubicBezTo>
                    <a:cubicBezTo>
                      <a:pt x="698018" y="51645"/>
                      <a:pt x="737559" y="91744"/>
                      <a:pt x="777178" y="131764"/>
                    </a:cubicBezTo>
                    <a:cubicBezTo>
                      <a:pt x="807530" y="162423"/>
                      <a:pt x="837964" y="193007"/>
                      <a:pt x="868757" y="223222"/>
                    </a:cubicBezTo>
                    <a:cubicBezTo>
                      <a:pt x="875774" y="230108"/>
                      <a:pt x="873389" y="234288"/>
                      <a:pt x="867748" y="239979"/>
                    </a:cubicBezTo>
                    <a:cubicBezTo>
                      <a:pt x="791985" y="316414"/>
                      <a:pt x="716448" y="393075"/>
                      <a:pt x="640670" y="469495"/>
                    </a:cubicBezTo>
                    <a:cubicBezTo>
                      <a:pt x="518807" y="592390"/>
                      <a:pt x="396688" y="715030"/>
                      <a:pt x="275024" y="838120"/>
                    </a:cubicBezTo>
                    <a:cubicBezTo>
                      <a:pt x="260842" y="852468"/>
                      <a:pt x="244933" y="862679"/>
                      <a:pt x="223988" y="868450"/>
                    </a:cubicBezTo>
                    <a:cubicBezTo>
                      <a:pt x="212641" y="871127"/>
                      <a:pt x="203162" y="873777"/>
                      <a:pt x="193683" y="876428"/>
                    </a:cubicBezTo>
                    <a:cubicBezTo>
                      <a:pt x="192514" y="876554"/>
                      <a:pt x="191344" y="876681"/>
                      <a:pt x="188570" y="876669"/>
                    </a:cubicBezTo>
                    <a:cubicBezTo>
                      <a:pt x="183741" y="877342"/>
                      <a:pt x="180518" y="878152"/>
                      <a:pt x="177294" y="878962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47C51905-9128-58D0-0BF4-E1C950F64806}"/>
                  </a:ext>
                </a:extLst>
              </p:cNvPr>
              <p:cNvSpPr/>
              <p:nvPr/>
            </p:nvSpPr>
            <p:spPr>
              <a:xfrm>
                <a:off x="4467281" y="1616975"/>
                <a:ext cx="787375" cy="795559"/>
              </a:xfrm>
              <a:custGeom>
                <a:avLst/>
                <a:gdLst>
                  <a:gd name="csX0" fmla="*/ 1564 w 787375"/>
                  <a:gd name="csY0" fmla="*/ 727460 h 795559"/>
                  <a:gd name="csX1" fmla="*/ 47223 w 787375"/>
                  <a:gd name="csY1" fmla="*/ 631310 h 795559"/>
                  <a:gd name="csX2" fmla="*/ 341869 w 787375"/>
                  <a:gd name="csY2" fmla="*/ 325032 h 795559"/>
                  <a:gd name="csX3" fmla="*/ 540207 w 787375"/>
                  <a:gd name="csY3" fmla="*/ 122534 h 795559"/>
                  <a:gd name="csX4" fmla="*/ 650568 w 787375"/>
                  <a:gd name="csY4" fmla="*/ 9340 h 795559"/>
                  <a:gd name="csX5" fmla="*/ 661000 w 787375"/>
                  <a:gd name="csY5" fmla="*/ 0 h 795559"/>
                  <a:gd name="csX6" fmla="*/ 709039 w 787375"/>
                  <a:gd name="csY6" fmla="*/ 49116 h 795559"/>
                  <a:gd name="csX7" fmla="*/ 782360 w 787375"/>
                  <a:gd name="csY7" fmla="*/ 122297 h 795559"/>
                  <a:gd name="csX8" fmla="*/ 782733 w 787375"/>
                  <a:gd name="csY8" fmla="*/ 138727 h 795559"/>
                  <a:gd name="csX9" fmla="*/ 333733 w 787375"/>
                  <a:gd name="csY9" fmla="*/ 589925 h 795559"/>
                  <a:gd name="csX10" fmla="*/ 252648 w 787375"/>
                  <a:gd name="csY10" fmla="*/ 672798 h 795559"/>
                  <a:gd name="csX11" fmla="*/ 249755 w 787375"/>
                  <a:gd name="csY11" fmla="*/ 675683 h 795559"/>
                  <a:gd name="csX12" fmla="*/ 189783 w 787375"/>
                  <a:gd name="csY12" fmla="*/ 734620 h 795559"/>
                  <a:gd name="csX13" fmla="*/ 101102 w 787375"/>
                  <a:gd name="csY13" fmla="*/ 783494 h 795559"/>
                  <a:gd name="csX14" fmla="*/ 61432 w 787375"/>
                  <a:gd name="csY14" fmla="*/ 794615 h 795559"/>
                  <a:gd name="csX15" fmla="*/ 20740 w 787375"/>
                  <a:gd name="csY15" fmla="*/ 795559 h 795559"/>
                  <a:gd name="csX16" fmla="*/ 8282 w 787375"/>
                  <a:gd name="csY16" fmla="*/ 793992 h 795559"/>
                  <a:gd name="csX17" fmla="*/ 288 w 787375"/>
                  <a:gd name="csY17" fmla="*/ 776302 h 795559"/>
                  <a:gd name="csX18" fmla="*/ 79 w 787375"/>
                  <a:gd name="csY18" fmla="*/ 733427 h 795559"/>
                  <a:gd name="csX19" fmla="*/ 1564 w 787375"/>
                  <a:gd name="csY19" fmla="*/ 727460 h 795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787375" h="795559">
                    <a:moveTo>
                      <a:pt x="1564" y="727460"/>
                    </a:moveTo>
                    <a:cubicBezTo>
                      <a:pt x="8467" y="691482"/>
                      <a:pt x="19824" y="659151"/>
                      <a:pt x="47223" y="631310"/>
                    </a:cubicBezTo>
                    <a:cubicBezTo>
                      <a:pt x="146585" y="530346"/>
                      <a:pt x="243477" y="426957"/>
                      <a:pt x="341869" y="325032"/>
                    </a:cubicBezTo>
                    <a:cubicBezTo>
                      <a:pt x="407488" y="257056"/>
                      <a:pt x="474113" y="190051"/>
                      <a:pt x="540207" y="122534"/>
                    </a:cubicBezTo>
                    <a:cubicBezTo>
                      <a:pt x="577070" y="84877"/>
                      <a:pt x="613756" y="47047"/>
                      <a:pt x="650568" y="9340"/>
                    </a:cubicBezTo>
                    <a:cubicBezTo>
                      <a:pt x="653345" y="6496"/>
                      <a:pt x="656492" y="4015"/>
                      <a:pt x="661000" y="0"/>
                    </a:cubicBezTo>
                    <a:cubicBezTo>
                      <a:pt x="677428" y="16812"/>
                      <a:pt x="693123" y="33074"/>
                      <a:pt x="709039" y="49116"/>
                    </a:cubicBezTo>
                    <a:cubicBezTo>
                      <a:pt x="733361" y="73629"/>
                      <a:pt x="757669" y="98160"/>
                      <a:pt x="782360" y="122297"/>
                    </a:cubicBezTo>
                    <a:cubicBezTo>
                      <a:pt x="788538" y="128336"/>
                      <a:pt x="789402" y="132040"/>
                      <a:pt x="782733" y="138727"/>
                    </a:cubicBezTo>
                    <a:cubicBezTo>
                      <a:pt x="632913" y="288974"/>
                      <a:pt x="483288" y="439414"/>
                      <a:pt x="333733" y="589925"/>
                    </a:cubicBezTo>
                    <a:cubicBezTo>
                      <a:pt x="306854" y="616976"/>
                      <a:pt x="280450" y="644498"/>
                      <a:pt x="252648" y="672798"/>
                    </a:cubicBezTo>
                    <a:cubicBezTo>
                      <a:pt x="250833" y="674363"/>
                      <a:pt x="250261" y="674993"/>
                      <a:pt x="249755" y="675683"/>
                    </a:cubicBezTo>
                    <a:cubicBezTo>
                      <a:pt x="229951" y="695591"/>
                      <a:pt x="212331" y="718565"/>
                      <a:pt x="189783" y="734620"/>
                    </a:cubicBezTo>
                    <a:cubicBezTo>
                      <a:pt x="162455" y="754080"/>
                      <a:pt x="131302" y="768368"/>
                      <a:pt x="101102" y="783494"/>
                    </a:cubicBezTo>
                    <a:cubicBezTo>
                      <a:pt x="89585" y="789262"/>
                      <a:pt x="76125" y="791150"/>
                      <a:pt x="61432" y="794615"/>
                    </a:cubicBezTo>
                    <a:cubicBezTo>
                      <a:pt x="46456" y="794802"/>
                      <a:pt x="33598" y="795181"/>
                      <a:pt x="20740" y="795559"/>
                    </a:cubicBezTo>
                    <a:cubicBezTo>
                      <a:pt x="17055" y="795358"/>
                      <a:pt x="13370" y="795156"/>
                      <a:pt x="8282" y="793992"/>
                    </a:cubicBezTo>
                    <a:cubicBezTo>
                      <a:pt x="4682" y="787453"/>
                      <a:pt x="2485" y="781877"/>
                      <a:pt x="288" y="776302"/>
                    </a:cubicBezTo>
                    <a:cubicBezTo>
                      <a:pt x="86" y="762649"/>
                      <a:pt x="-116" y="748995"/>
                      <a:pt x="79" y="733427"/>
                    </a:cubicBezTo>
                    <a:cubicBezTo>
                      <a:pt x="839" y="730161"/>
                      <a:pt x="1201" y="728811"/>
                      <a:pt x="1564" y="72746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5DD31213-94B5-4E77-C357-3505661712C3}"/>
                  </a:ext>
                </a:extLst>
              </p:cNvPr>
              <p:cNvSpPr/>
              <p:nvPr/>
            </p:nvSpPr>
            <p:spPr>
              <a:xfrm>
                <a:off x="4889043" y="2041617"/>
                <a:ext cx="777047" cy="791519"/>
              </a:xfrm>
              <a:custGeom>
                <a:avLst/>
                <a:gdLst>
                  <a:gd name="csX0" fmla="*/ 4880 w 777047"/>
                  <a:gd name="csY0" fmla="*/ 720003 h 791519"/>
                  <a:gd name="csX1" fmla="*/ 55611 w 777047"/>
                  <a:gd name="csY1" fmla="*/ 608985 h 791519"/>
                  <a:gd name="csX2" fmla="*/ 124195 w 777047"/>
                  <a:gd name="csY2" fmla="*/ 535518 h 791519"/>
                  <a:gd name="csX3" fmla="*/ 337981 w 777047"/>
                  <a:gd name="csY3" fmla="*/ 319711 h 791519"/>
                  <a:gd name="csX4" fmla="*/ 604092 w 777047"/>
                  <a:gd name="csY4" fmla="*/ 52017 h 791519"/>
                  <a:gd name="csX5" fmla="*/ 648657 w 777047"/>
                  <a:gd name="csY5" fmla="*/ 6090 h 791519"/>
                  <a:gd name="csX6" fmla="*/ 668909 w 777047"/>
                  <a:gd name="csY6" fmla="*/ 5401 h 791519"/>
                  <a:gd name="csX7" fmla="*/ 772729 w 777047"/>
                  <a:gd name="csY7" fmla="*/ 109710 h 791519"/>
                  <a:gd name="csX8" fmla="*/ 771754 w 777047"/>
                  <a:gd name="csY8" fmla="*/ 126515 h 791519"/>
                  <a:gd name="csX9" fmla="*/ 682592 w 777047"/>
                  <a:gd name="csY9" fmla="*/ 215951 h 791519"/>
                  <a:gd name="csX10" fmla="*/ 571960 w 777047"/>
                  <a:gd name="csY10" fmla="*/ 328353 h 791519"/>
                  <a:gd name="csX11" fmla="*/ 444466 w 777047"/>
                  <a:gd name="csY11" fmla="*/ 455452 h 791519"/>
                  <a:gd name="csX12" fmla="*/ 441594 w 777047"/>
                  <a:gd name="csY12" fmla="*/ 458408 h 791519"/>
                  <a:gd name="csX13" fmla="*/ 298593 w 777047"/>
                  <a:gd name="csY13" fmla="*/ 601892 h 791519"/>
                  <a:gd name="csX14" fmla="*/ 151345 w 777047"/>
                  <a:gd name="csY14" fmla="*/ 748853 h 791519"/>
                  <a:gd name="csX15" fmla="*/ 121612 w 777047"/>
                  <a:gd name="csY15" fmla="*/ 767057 h 791519"/>
                  <a:gd name="csX16" fmla="*/ 30290 w 777047"/>
                  <a:gd name="csY16" fmla="*/ 791118 h 791519"/>
                  <a:gd name="csX17" fmla="*/ 23118 w 777047"/>
                  <a:gd name="csY17" fmla="*/ 789540 h 791519"/>
                  <a:gd name="csX18" fmla="*/ 5818 w 777047"/>
                  <a:gd name="csY18" fmla="*/ 784906 h 791519"/>
                  <a:gd name="csX19" fmla="*/ 2340 w 777047"/>
                  <a:gd name="csY19" fmla="*/ 783006 h 791519"/>
                  <a:gd name="csX20" fmla="*/ 2261 w 777047"/>
                  <a:gd name="csY20" fmla="*/ 781817 h 791519"/>
                  <a:gd name="csX21" fmla="*/ 0 w 777047"/>
                  <a:gd name="csY21" fmla="*/ 750122 h 791519"/>
                  <a:gd name="csX22" fmla="*/ 2097 w 777047"/>
                  <a:gd name="csY22" fmla="*/ 733994 h 791519"/>
                  <a:gd name="csX23" fmla="*/ 4880 w 777047"/>
                  <a:gd name="csY23" fmla="*/ 720003 h 7915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</a:cxnLst>
                <a:rect l="l" t="t" r="r" b="b"/>
                <a:pathLst>
                  <a:path w="777047" h="791519">
                    <a:moveTo>
                      <a:pt x="4880" y="720003"/>
                    </a:moveTo>
                    <a:cubicBezTo>
                      <a:pt x="21400" y="682752"/>
                      <a:pt x="34182" y="643157"/>
                      <a:pt x="55611" y="608985"/>
                    </a:cubicBezTo>
                    <a:cubicBezTo>
                      <a:pt x="73090" y="581113"/>
                      <a:pt x="100604" y="559427"/>
                      <a:pt x="124195" y="535518"/>
                    </a:cubicBezTo>
                    <a:cubicBezTo>
                      <a:pt x="195314" y="463441"/>
                      <a:pt x="266633" y="391561"/>
                      <a:pt x="337981" y="319711"/>
                    </a:cubicBezTo>
                    <a:cubicBezTo>
                      <a:pt x="426636" y="230431"/>
                      <a:pt x="515422" y="141282"/>
                      <a:pt x="604092" y="52017"/>
                    </a:cubicBezTo>
                    <a:cubicBezTo>
                      <a:pt x="619125" y="36884"/>
                      <a:pt x="634024" y="21609"/>
                      <a:pt x="648657" y="6090"/>
                    </a:cubicBezTo>
                    <a:cubicBezTo>
                      <a:pt x="655530" y="-1198"/>
                      <a:pt x="661111" y="-2563"/>
                      <a:pt x="668909" y="5401"/>
                    </a:cubicBezTo>
                    <a:cubicBezTo>
                      <a:pt x="703231" y="40451"/>
                      <a:pt x="737841" y="75224"/>
                      <a:pt x="772729" y="109710"/>
                    </a:cubicBezTo>
                    <a:cubicBezTo>
                      <a:pt x="779702" y="116604"/>
                      <a:pt x="777386" y="120905"/>
                      <a:pt x="771754" y="126515"/>
                    </a:cubicBezTo>
                    <a:cubicBezTo>
                      <a:pt x="741928" y="156221"/>
                      <a:pt x="712183" y="186011"/>
                      <a:pt x="682592" y="215951"/>
                    </a:cubicBezTo>
                    <a:cubicBezTo>
                      <a:pt x="645636" y="253341"/>
                      <a:pt x="609013" y="291060"/>
                      <a:pt x="571960" y="328353"/>
                    </a:cubicBezTo>
                    <a:cubicBezTo>
                      <a:pt x="530027" y="370556"/>
                      <a:pt x="487778" y="412443"/>
                      <a:pt x="444466" y="455452"/>
                    </a:cubicBezTo>
                    <a:cubicBezTo>
                      <a:pt x="442638" y="457033"/>
                      <a:pt x="442080" y="457690"/>
                      <a:pt x="441594" y="458408"/>
                    </a:cubicBezTo>
                    <a:cubicBezTo>
                      <a:pt x="393928" y="506238"/>
                      <a:pt x="346281" y="554085"/>
                      <a:pt x="298593" y="601892"/>
                    </a:cubicBezTo>
                    <a:cubicBezTo>
                      <a:pt x="249618" y="650989"/>
                      <a:pt x="200866" y="700314"/>
                      <a:pt x="151345" y="748853"/>
                    </a:cubicBezTo>
                    <a:cubicBezTo>
                      <a:pt x="143240" y="756797"/>
                      <a:pt x="132124" y="762185"/>
                      <a:pt x="121612" y="767057"/>
                    </a:cubicBezTo>
                    <a:cubicBezTo>
                      <a:pt x="93299" y="780181"/>
                      <a:pt x="65018" y="794072"/>
                      <a:pt x="30290" y="791118"/>
                    </a:cubicBezTo>
                    <a:cubicBezTo>
                      <a:pt x="26529" y="790293"/>
                      <a:pt x="24824" y="789916"/>
                      <a:pt x="23118" y="789540"/>
                    </a:cubicBezTo>
                    <a:cubicBezTo>
                      <a:pt x="17838" y="788202"/>
                      <a:pt x="12557" y="786865"/>
                      <a:pt x="5818" y="784906"/>
                    </a:cubicBezTo>
                    <a:cubicBezTo>
                      <a:pt x="3719" y="783806"/>
                      <a:pt x="3046" y="783380"/>
                      <a:pt x="2340" y="783006"/>
                    </a:cubicBezTo>
                    <a:cubicBezTo>
                      <a:pt x="2340" y="783006"/>
                      <a:pt x="2259" y="783130"/>
                      <a:pt x="2261" y="781817"/>
                    </a:cubicBezTo>
                    <a:cubicBezTo>
                      <a:pt x="1508" y="770377"/>
                      <a:pt x="754" y="760249"/>
                      <a:pt x="0" y="750122"/>
                    </a:cubicBezTo>
                    <a:cubicBezTo>
                      <a:pt x="484" y="745322"/>
                      <a:pt x="969" y="740522"/>
                      <a:pt x="2097" y="733994"/>
                    </a:cubicBezTo>
                    <a:cubicBezTo>
                      <a:pt x="3454" y="728179"/>
                      <a:pt x="4167" y="724091"/>
                      <a:pt x="4880" y="72000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0E89E66A-C2C6-2F10-A5DB-F91EE6564D22}"/>
                  </a:ext>
                </a:extLst>
              </p:cNvPr>
              <p:cNvSpPr/>
              <p:nvPr/>
            </p:nvSpPr>
            <p:spPr>
              <a:xfrm>
                <a:off x="3945636" y="3060693"/>
                <a:ext cx="300193" cy="305125"/>
              </a:xfrm>
              <a:custGeom>
                <a:avLst/>
                <a:gdLst>
                  <a:gd name="csX0" fmla="*/ 167212 w 300193"/>
                  <a:gd name="csY0" fmla="*/ 32571 h 305125"/>
                  <a:gd name="csX1" fmla="*/ 296115 w 300193"/>
                  <a:gd name="csY1" fmla="*/ 162970 h 305125"/>
                  <a:gd name="csX2" fmla="*/ 293628 w 300193"/>
                  <a:gd name="csY2" fmla="*/ 177430 h 305125"/>
                  <a:gd name="csX3" fmla="*/ 105109 w 300193"/>
                  <a:gd name="csY3" fmla="*/ 280795 h 305125"/>
                  <a:gd name="csX4" fmla="*/ 71882 w 300193"/>
                  <a:gd name="csY4" fmla="*/ 299449 h 305125"/>
                  <a:gd name="csX5" fmla="*/ 13724 w 300193"/>
                  <a:gd name="csY5" fmla="*/ 291070 h 305125"/>
                  <a:gd name="csX6" fmla="*/ 5641 w 300193"/>
                  <a:gd name="csY6" fmla="*/ 235847 h 305125"/>
                  <a:gd name="csX7" fmla="*/ 126743 w 300193"/>
                  <a:gd name="csY7" fmla="*/ 7249 h 305125"/>
                  <a:gd name="csX8" fmla="*/ 132495 w 300193"/>
                  <a:gd name="csY8" fmla="*/ 0 h 305125"/>
                  <a:gd name="csX9" fmla="*/ 167212 w 300193"/>
                  <a:gd name="csY9" fmla="*/ 32571 h 3051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300193" h="305125">
                    <a:moveTo>
                      <a:pt x="167212" y="32571"/>
                    </a:moveTo>
                    <a:cubicBezTo>
                      <a:pt x="210640" y="76472"/>
                      <a:pt x="253335" y="119763"/>
                      <a:pt x="296115" y="162970"/>
                    </a:cubicBezTo>
                    <a:cubicBezTo>
                      <a:pt x="302323" y="169240"/>
                      <a:pt x="301405" y="173191"/>
                      <a:pt x="293628" y="177430"/>
                    </a:cubicBezTo>
                    <a:cubicBezTo>
                      <a:pt x="230704" y="211731"/>
                      <a:pt x="167913" y="246276"/>
                      <a:pt x="105109" y="280795"/>
                    </a:cubicBezTo>
                    <a:cubicBezTo>
                      <a:pt x="93978" y="286913"/>
                      <a:pt x="83083" y="293466"/>
                      <a:pt x="71882" y="299449"/>
                    </a:cubicBezTo>
                    <a:cubicBezTo>
                      <a:pt x="53064" y="309500"/>
                      <a:pt x="28978" y="305897"/>
                      <a:pt x="13724" y="291070"/>
                    </a:cubicBezTo>
                    <a:cubicBezTo>
                      <a:pt x="-661" y="277089"/>
                      <a:pt x="-4381" y="254882"/>
                      <a:pt x="5641" y="235847"/>
                    </a:cubicBezTo>
                    <a:cubicBezTo>
                      <a:pt x="45815" y="159546"/>
                      <a:pt x="86300" y="83408"/>
                      <a:pt x="126743" y="7249"/>
                    </a:cubicBezTo>
                    <a:cubicBezTo>
                      <a:pt x="127943" y="4990"/>
                      <a:pt x="129953" y="3160"/>
                      <a:pt x="132495" y="0"/>
                    </a:cubicBezTo>
                    <a:cubicBezTo>
                      <a:pt x="144255" y="11042"/>
                      <a:pt x="155380" y="21488"/>
                      <a:pt x="167212" y="3257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FF3AAEF2-3FE7-CE06-4FB2-8E4D3DDAFFE4}"/>
                  </a:ext>
                </a:extLst>
              </p:cNvPr>
              <p:cNvSpPr/>
              <p:nvPr/>
            </p:nvSpPr>
            <p:spPr>
              <a:xfrm>
                <a:off x="4489026" y="2411695"/>
                <a:ext cx="38612" cy="1328"/>
              </a:xfrm>
              <a:custGeom>
                <a:avLst/>
                <a:gdLst>
                  <a:gd name="csX0" fmla="*/ 0 w 38612"/>
                  <a:gd name="csY0" fmla="*/ 1329 h 1328"/>
                  <a:gd name="csX1" fmla="*/ 38612 w 38612"/>
                  <a:gd name="csY1" fmla="*/ 0 h 1328"/>
                  <a:gd name="csX2" fmla="*/ 0 w 38612"/>
                  <a:gd name="csY2" fmla="*/ 1329 h 13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8612" h="1328">
                    <a:moveTo>
                      <a:pt x="0" y="1329"/>
                    </a:moveTo>
                    <a:cubicBezTo>
                      <a:pt x="11853" y="460"/>
                      <a:pt x="24710" y="82"/>
                      <a:pt x="38612" y="0"/>
                    </a:cubicBezTo>
                    <a:cubicBezTo>
                      <a:pt x="26772" y="804"/>
                      <a:pt x="13888" y="1312"/>
                      <a:pt x="0" y="132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3066EF5E-9B39-AFA3-0B44-8D652C6A2763}"/>
                  </a:ext>
                </a:extLst>
              </p:cNvPr>
              <p:cNvSpPr/>
              <p:nvPr/>
            </p:nvSpPr>
            <p:spPr>
              <a:xfrm>
                <a:off x="4837861" y="2646754"/>
                <a:ext cx="28223" cy="7823"/>
              </a:xfrm>
              <a:custGeom>
                <a:avLst/>
                <a:gdLst>
                  <a:gd name="csX0" fmla="*/ 0 w 28223"/>
                  <a:gd name="csY0" fmla="*/ 7824 h 7823"/>
                  <a:gd name="csX1" fmla="*/ 28224 w 28223"/>
                  <a:gd name="csY1" fmla="*/ 0 h 7823"/>
                  <a:gd name="csX2" fmla="*/ 0 w 28223"/>
                  <a:gd name="csY2" fmla="*/ 7824 h 78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223" h="7823">
                    <a:moveTo>
                      <a:pt x="0" y="7824"/>
                    </a:moveTo>
                    <a:cubicBezTo>
                      <a:pt x="8377" y="5106"/>
                      <a:pt x="17856" y="2455"/>
                      <a:pt x="28224" y="0"/>
                    </a:cubicBezTo>
                    <a:cubicBezTo>
                      <a:pt x="19775" y="2761"/>
                      <a:pt x="10439" y="5326"/>
                      <a:pt x="0" y="782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자유형: 도형 70">
                <a:extLst>
                  <a:ext uri="{FF2B5EF4-FFF2-40B4-BE49-F238E27FC236}">
                    <a16:creationId xmlns:a16="http://schemas.microsoft.com/office/drawing/2014/main" id="{B879C503-8414-F042-029C-57D47CE708C3}"/>
                  </a:ext>
                </a:extLst>
              </p:cNvPr>
              <p:cNvSpPr/>
              <p:nvPr/>
            </p:nvSpPr>
            <p:spPr>
              <a:xfrm>
                <a:off x="4888618" y="2792707"/>
                <a:ext cx="2644" cy="30665"/>
              </a:xfrm>
              <a:custGeom>
                <a:avLst/>
                <a:gdLst>
                  <a:gd name="csX0" fmla="*/ 0 w 2644"/>
                  <a:gd name="csY0" fmla="*/ 0 h 30665"/>
                  <a:gd name="csX1" fmla="*/ 2645 w 2644"/>
                  <a:gd name="csY1" fmla="*/ 30665 h 30665"/>
                  <a:gd name="csX2" fmla="*/ 0 w 2644"/>
                  <a:gd name="csY2" fmla="*/ 0 h 30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644" h="30665">
                    <a:moveTo>
                      <a:pt x="0" y="0"/>
                    </a:moveTo>
                    <a:cubicBezTo>
                      <a:pt x="1179" y="9159"/>
                      <a:pt x="1933" y="19287"/>
                      <a:pt x="2645" y="30665"/>
                    </a:cubicBezTo>
                    <a:cubicBezTo>
                      <a:pt x="1593" y="21601"/>
                      <a:pt x="584" y="1128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자유형: 도형 71">
                <a:extLst>
                  <a:ext uri="{FF2B5EF4-FFF2-40B4-BE49-F238E27FC236}">
                    <a16:creationId xmlns:a16="http://schemas.microsoft.com/office/drawing/2014/main" id="{A25A2CDC-0DDD-3C03-3EB5-596E053271B8}"/>
                  </a:ext>
                </a:extLst>
              </p:cNvPr>
              <p:cNvSpPr/>
              <p:nvPr/>
            </p:nvSpPr>
            <p:spPr>
              <a:xfrm>
                <a:off x="4467516" y="2394293"/>
                <a:ext cx="6942" cy="16593"/>
              </a:xfrm>
              <a:custGeom>
                <a:avLst/>
                <a:gdLst>
                  <a:gd name="csX0" fmla="*/ 0 w 6942"/>
                  <a:gd name="csY0" fmla="*/ 0 h 16593"/>
                  <a:gd name="csX1" fmla="*/ 6943 w 6942"/>
                  <a:gd name="csY1" fmla="*/ 16594 h 16593"/>
                  <a:gd name="csX2" fmla="*/ 0 w 6942"/>
                  <a:gd name="csY2" fmla="*/ 0 h 165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6942" h="16593">
                    <a:moveTo>
                      <a:pt x="0" y="0"/>
                    </a:moveTo>
                    <a:cubicBezTo>
                      <a:pt x="2250" y="4559"/>
                      <a:pt x="4447" y="10135"/>
                      <a:pt x="6943" y="16594"/>
                    </a:cubicBezTo>
                    <a:cubicBezTo>
                      <a:pt x="4810" y="11990"/>
                      <a:pt x="2379" y="6503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3C1046DE-DC9B-7C74-88C1-06703D8815A5}"/>
                  </a:ext>
                </a:extLst>
              </p:cNvPr>
              <p:cNvSpPr/>
              <p:nvPr/>
            </p:nvSpPr>
            <p:spPr>
              <a:xfrm>
                <a:off x="4821326" y="2654832"/>
                <a:ext cx="9441" cy="2282"/>
              </a:xfrm>
              <a:custGeom>
                <a:avLst/>
                <a:gdLst>
                  <a:gd name="csX0" fmla="*/ 0 w 9441"/>
                  <a:gd name="csY0" fmla="*/ 2283 h 2282"/>
                  <a:gd name="csX1" fmla="*/ 9441 w 9441"/>
                  <a:gd name="csY1" fmla="*/ 0 h 2282"/>
                  <a:gd name="csX2" fmla="*/ 0 w 9441"/>
                  <a:gd name="csY2" fmla="*/ 2283 h 22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441" h="2282">
                    <a:moveTo>
                      <a:pt x="0" y="2283"/>
                    </a:moveTo>
                    <a:cubicBezTo>
                      <a:pt x="2268" y="1402"/>
                      <a:pt x="5491" y="592"/>
                      <a:pt x="9441" y="0"/>
                    </a:cubicBezTo>
                    <a:cubicBezTo>
                      <a:pt x="7097" y="930"/>
                      <a:pt x="4027" y="1641"/>
                      <a:pt x="0" y="228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3ABD5CDD-E3CA-DEEE-426D-B8084548BD94}"/>
                  </a:ext>
                </a:extLst>
              </p:cNvPr>
              <p:cNvSpPr/>
              <p:nvPr/>
            </p:nvSpPr>
            <p:spPr>
              <a:xfrm>
                <a:off x="4891399" y="2762513"/>
                <a:ext cx="2063" cy="12106"/>
              </a:xfrm>
              <a:custGeom>
                <a:avLst/>
                <a:gdLst>
                  <a:gd name="csX0" fmla="*/ 2064 w 2063"/>
                  <a:gd name="csY0" fmla="*/ 0 h 12106"/>
                  <a:gd name="csX1" fmla="*/ 0 w 2063"/>
                  <a:gd name="csY1" fmla="*/ 12107 h 12106"/>
                  <a:gd name="csX2" fmla="*/ 2064 w 2063"/>
                  <a:gd name="csY2" fmla="*/ 0 h 121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63" h="12106">
                    <a:moveTo>
                      <a:pt x="2064" y="0"/>
                    </a:moveTo>
                    <a:cubicBezTo>
                      <a:pt x="1810" y="3195"/>
                      <a:pt x="1097" y="7282"/>
                      <a:pt x="0" y="12107"/>
                    </a:cubicBezTo>
                    <a:cubicBezTo>
                      <a:pt x="279" y="8860"/>
                      <a:pt x="942" y="4877"/>
                      <a:pt x="2064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BB5C3565-73DE-8908-5EE2-142E490D8F1A}"/>
                  </a:ext>
                </a:extLst>
              </p:cNvPr>
              <p:cNvSpPr/>
              <p:nvPr/>
            </p:nvSpPr>
            <p:spPr>
              <a:xfrm>
                <a:off x="4912625" y="2831555"/>
                <a:ext cx="5456" cy="1066"/>
              </a:xfrm>
              <a:custGeom>
                <a:avLst/>
                <a:gdLst>
                  <a:gd name="csX0" fmla="*/ 0 w 5456"/>
                  <a:gd name="csY0" fmla="*/ 1 h 1066"/>
                  <a:gd name="csX1" fmla="*/ 5457 w 5456"/>
                  <a:gd name="csY1" fmla="*/ 1066 h 1066"/>
                  <a:gd name="csX2" fmla="*/ 0 w 5456"/>
                  <a:gd name="csY2" fmla="*/ 1 h 1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456" h="1066">
                    <a:moveTo>
                      <a:pt x="0" y="1"/>
                    </a:moveTo>
                    <a:cubicBezTo>
                      <a:pt x="1241" y="-22"/>
                      <a:pt x="2947" y="355"/>
                      <a:pt x="5457" y="1066"/>
                    </a:cubicBezTo>
                    <a:cubicBezTo>
                      <a:pt x="4329" y="1067"/>
                      <a:pt x="2396" y="734"/>
                      <a:pt x="0" y="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A7B8EB7C-0433-81DF-1FB1-8B5B4A776996}"/>
                  </a:ext>
                </a:extLst>
              </p:cNvPr>
              <p:cNvSpPr/>
              <p:nvPr/>
            </p:nvSpPr>
            <p:spPr>
              <a:xfrm>
                <a:off x="4777086" y="2656421"/>
                <a:ext cx="4565" cy="714"/>
              </a:xfrm>
              <a:custGeom>
                <a:avLst/>
                <a:gdLst>
                  <a:gd name="csX0" fmla="*/ 0 w 4565"/>
                  <a:gd name="csY0" fmla="*/ 11 h 714"/>
                  <a:gd name="csX1" fmla="*/ 4565 w 4565"/>
                  <a:gd name="csY1" fmla="*/ 709 h 714"/>
                  <a:gd name="csX2" fmla="*/ 0 w 4565"/>
                  <a:gd name="csY2" fmla="*/ 11 h 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565" h="714">
                    <a:moveTo>
                      <a:pt x="0" y="11"/>
                    </a:moveTo>
                    <a:cubicBezTo>
                      <a:pt x="809" y="-57"/>
                      <a:pt x="2327" y="202"/>
                      <a:pt x="4565" y="709"/>
                    </a:cubicBezTo>
                    <a:cubicBezTo>
                      <a:pt x="3761" y="750"/>
                      <a:pt x="2234" y="544"/>
                      <a:pt x="0" y="11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87261D0A-83BD-9B48-E0B6-D006A83700BB}"/>
                  </a:ext>
                </a:extLst>
              </p:cNvPr>
              <p:cNvSpPr/>
              <p:nvPr/>
            </p:nvSpPr>
            <p:spPr>
              <a:xfrm>
                <a:off x="4467483" y="2345027"/>
                <a:ext cx="963" cy="4093"/>
              </a:xfrm>
              <a:custGeom>
                <a:avLst/>
                <a:gdLst>
                  <a:gd name="csX0" fmla="*/ 961 w 963"/>
                  <a:gd name="csY0" fmla="*/ 0 h 4093"/>
                  <a:gd name="csX1" fmla="*/ 0 w 963"/>
                  <a:gd name="csY1" fmla="*/ 4093 h 4093"/>
                  <a:gd name="csX2" fmla="*/ 961 w 963"/>
                  <a:gd name="csY2" fmla="*/ 0 h 40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63" h="4093">
                    <a:moveTo>
                      <a:pt x="961" y="0"/>
                    </a:moveTo>
                    <a:cubicBezTo>
                      <a:pt x="999" y="758"/>
                      <a:pt x="636" y="2109"/>
                      <a:pt x="0" y="4093"/>
                    </a:cubicBezTo>
                    <a:cubicBezTo>
                      <a:pt x="4" y="3349"/>
                      <a:pt x="282" y="1971"/>
                      <a:pt x="961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5687ACFD-5A3D-9CF3-6160-DF93612E029A}"/>
                  </a:ext>
                </a:extLst>
              </p:cNvPr>
              <p:cNvSpPr/>
              <p:nvPr/>
            </p:nvSpPr>
            <p:spPr>
              <a:xfrm>
                <a:off x="5331169" y="2497631"/>
                <a:ext cx="1643" cy="2018"/>
              </a:xfrm>
              <a:custGeom>
                <a:avLst/>
                <a:gdLst>
                  <a:gd name="csX0" fmla="*/ 3 w 1643"/>
                  <a:gd name="csY0" fmla="*/ 2018 h 2018"/>
                  <a:gd name="csX1" fmla="*/ 1630 w 1643"/>
                  <a:gd name="csY1" fmla="*/ 0 h 2018"/>
                  <a:gd name="csX2" fmla="*/ 3 w 1643"/>
                  <a:gd name="csY2" fmla="*/ 2018 h 20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43" h="2018">
                    <a:moveTo>
                      <a:pt x="3" y="2018"/>
                    </a:moveTo>
                    <a:cubicBezTo>
                      <a:pt x="-46" y="1677"/>
                      <a:pt x="512" y="1020"/>
                      <a:pt x="1630" y="0"/>
                    </a:cubicBezTo>
                    <a:cubicBezTo>
                      <a:pt x="1737" y="376"/>
                      <a:pt x="1210" y="1064"/>
                      <a:pt x="3" y="201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D3AFEE89-60DF-D52D-BA0C-D1E7570F090F}"/>
                  </a:ext>
                </a:extLst>
              </p:cNvPr>
              <p:cNvSpPr/>
              <p:nvPr/>
            </p:nvSpPr>
            <p:spPr>
              <a:xfrm>
                <a:off x="4891778" y="2825076"/>
                <a:ext cx="2085" cy="1246"/>
              </a:xfrm>
              <a:custGeom>
                <a:avLst/>
                <a:gdLst>
                  <a:gd name="csX0" fmla="*/ 0 w 2085"/>
                  <a:gd name="csY0" fmla="*/ 12 h 1246"/>
                  <a:gd name="csX1" fmla="*/ 2085 w 2085"/>
                  <a:gd name="csY1" fmla="*/ 1201 h 1246"/>
                  <a:gd name="csX2" fmla="*/ 0 w 2085"/>
                  <a:gd name="csY2" fmla="*/ 12 h 12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085" h="1246">
                    <a:moveTo>
                      <a:pt x="0" y="12"/>
                    </a:moveTo>
                    <a:cubicBezTo>
                      <a:pt x="311" y="-79"/>
                      <a:pt x="984" y="348"/>
                      <a:pt x="2085" y="1201"/>
                    </a:cubicBezTo>
                    <a:cubicBezTo>
                      <a:pt x="1739" y="1386"/>
                      <a:pt x="1022" y="1020"/>
                      <a:pt x="0" y="12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45DB4487-E19A-ED54-2255-84ECFD82D205}"/>
                  </a:ext>
                </a:extLst>
              </p:cNvPr>
              <p:cNvSpPr/>
              <p:nvPr/>
            </p:nvSpPr>
            <p:spPr>
              <a:xfrm>
                <a:off x="4717576" y="2290368"/>
                <a:ext cx="1682" cy="1937"/>
              </a:xfrm>
              <a:custGeom>
                <a:avLst/>
                <a:gdLst>
                  <a:gd name="csX0" fmla="*/ 2 w 1682"/>
                  <a:gd name="csY0" fmla="*/ 1937 h 1937"/>
                  <a:gd name="csX1" fmla="*/ 1673 w 1682"/>
                  <a:gd name="csY1" fmla="*/ 0 h 1937"/>
                  <a:gd name="csX2" fmla="*/ 2 w 1682"/>
                  <a:gd name="csY2" fmla="*/ 1937 h 19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82" h="1937">
                    <a:moveTo>
                      <a:pt x="2" y="1937"/>
                    </a:moveTo>
                    <a:cubicBezTo>
                      <a:pt x="-33" y="1600"/>
                      <a:pt x="538" y="970"/>
                      <a:pt x="1673" y="0"/>
                    </a:cubicBezTo>
                    <a:cubicBezTo>
                      <a:pt x="1763" y="373"/>
                      <a:pt x="1221" y="1035"/>
                      <a:pt x="2" y="193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0F923E1-0C61-9E3A-9BE9-29DFA77338F4}"/>
                </a:ext>
              </a:extLst>
            </p:cNvPr>
            <p:cNvGrpSpPr/>
            <p:nvPr/>
          </p:nvGrpSpPr>
          <p:grpSpPr>
            <a:xfrm>
              <a:off x="459189" y="4697526"/>
              <a:ext cx="151716" cy="151716"/>
              <a:chOff x="4653635" y="1896989"/>
              <a:chExt cx="1601519" cy="1604322"/>
            </a:xfrm>
          </p:grpSpPr>
          <p:sp>
            <p:nvSpPr>
              <p:cNvPr id="60" name="자유형: 도형 59">
                <a:extLst>
                  <a:ext uri="{FF2B5EF4-FFF2-40B4-BE49-F238E27FC236}">
                    <a16:creationId xmlns:a16="http://schemas.microsoft.com/office/drawing/2014/main" id="{2A96CF08-3B48-BED5-032D-40AB202EDB08}"/>
                  </a:ext>
                </a:extLst>
              </p:cNvPr>
              <p:cNvSpPr/>
              <p:nvPr/>
            </p:nvSpPr>
            <p:spPr>
              <a:xfrm>
                <a:off x="5017903" y="1896989"/>
                <a:ext cx="1237251" cy="1250694"/>
              </a:xfrm>
              <a:custGeom>
                <a:avLst/>
                <a:gdLst>
                  <a:gd name="csX0" fmla="*/ 901114 w 1237251"/>
                  <a:gd name="csY0" fmla="*/ 190848 h 1250694"/>
                  <a:gd name="csX1" fmla="*/ 873034 w 1237251"/>
                  <a:gd name="csY1" fmla="*/ 203415 h 1250694"/>
                  <a:gd name="csX2" fmla="*/ 844857 w 1237251"/>
                  <a:gd name="csY2" fmla="*/ 231117 h 1250694"/>
                  <a:gd name="csX3" fmla="*/ 587089 w 1237251"/>
                  <a:gd name="csY3" fmla="*/ 491307 h 1250694"/>
                  <a:gd name="csX4" fmla="*/ 353366 w 1237251"/>
                  <a:gd name="csY4" fmla="*/ 728788 h 1250694"/>
                  <a:gd name="csX5" fmla="*/ 353432 w 1237251"/>
                  <a:gd name="csY5" fmla="*/ 783242 h 1250694"/>
                  <a:gd name="csX6" fmla="*/ 408183 w 1237251"/>
                  <a:gd name="csY6" fmla="*/ 781053 h 1250694"/>
                  <a:gd name="csX7" fmla="*/ 440516 w 1237251"/>
                  <a:gd name="csY7" fmla="*/ 747540 h 1250694"/>
                  <a:gd name="csX8" fmla="*/ 703695 w 1237251"/>
                  <a:gd name="csY8" fmla="*/ 480094 h 1250694"/>
                  <a:gd name="csX9" fmla="*/ 923254 w 1237251"/>
                  <a:gd name="csY9" fmla="*/ 258526 h 1250694"/>
                  <a:gd name="csX10" fmla="*/ 925433 w 1237251"/>
                  <a:gd name="csY10" fmla="*/ 200156 h 1250694"/>
                  <a:gd name="csX11" fmla="*/ 901114 w 1237251"/>
                  <a:gd name="csY11" fmla="*/ 190848 h 1250694"/>
                  <a:gd name="csX12" fmla="*/ 795528 w 1237251"/>
                  <a:gd name="csY12" fmla="*/ 36 h 1250694"/>
                  <a:gd name="csX13" fmla="*/ 817689 w 1237251"/>
                  <a:gd name="csY13" fmla="*/ 12164 h 1250694"/>
                  <a:gd name="csX14" fmla="*/ 936031 w 1237251"/>
                  <a:gd name="csY14" fmla="*/ 109613 h 1250694"/>
                  <a:gd name="csX15" fmla="*/ 1083513 w 1237251"/>
                  <a:gd name="csY15" fmla="*/ 254086 h 1250694"/>
                  <a:gd name="csX16" fmla="*/ 1231968 w 1237251"/>
                  <a:gd name="csY16" fmla="*/ 440086 h 1250694"/>
                  <a:gd name="csX17" fmla="*/ 1225312 w 1237251"/>
                  <a:gd name="csY17" fmla="*/ 475686 h 1250694"/>
                  <a:gd name="csX18" fmla="*/ 1124448 w 1237251"/>
                  <a:gd name="csY18" fmla="*/ 579935 h 1250694"/>
                  <a:gd name="csX19" fmla="*/ 927334 w 1237251"/>
                  <a:gd name="csY19" fmla="*/ 779089 h 1250694"/>
                  <a:gd name="csX20" fmla="*/ 772512 w 1237251"/>
                  <a:gd name="csY20" fmla="*/ 930849 h 1250694"/>
                  <a:gd name="csX21" fmla="*/ 488046 w 1237251"/>
                  <a:gd name="csY21" fmla="*/ 1163954 h 1250694"/>
                  <a:gd name="csX22" fmla="*/ 336983 w 1237251"/>
                  <a:gd name="csY22" fmla="*/ 1248261 h 1250694"/>
                  <a:gd name="csX23" fmla="*/ 308530 w 1237251"/>
                  <a:gd name="csY23" fmla="*/ 1240414 h 1250694"/>
                  <a:gd name="csX24" fmla="*/ 59236 w 1237251"/>
                  <a:gd name="csY24" fmla="*/ 983552 h 1250694"/>
                  <a:gd name="csX25" fmla="*/ 9744 w 1237251"/>
                  <a:gd name="csY25" fmla="*/ 941459 h 1250694"/>
                  <a:gd name="csX26" fmla="*/ 3501 w 1237251"/>
                  <a:gd name="csY26" fmla="*/ 912213 h 1250694"/>
                  <a:gd name="csX27" fmla="*/ 19164 w 1237251"/>
                  <a:gd name="csY27" fmla="*/ 880936 h 1250694"/>
                  <a:gd name="csX28" fmla="*/ 192377 w 1237251"/>
                  <a:gd name="csY28" fmla="*/ 627592 h 1250694"/>
                  <a:gd name="csX29" fmla="*/ 401691 w 1237251"/>
                  <a:gd name="csY29" fmla="*/ 392214 h 1250694"/>
                  <a:gd name="csX30" fmla="*/ 775113 w 1237251"/>
                  <a:gd name="csY30" fmla="*/ 15375 h 1250694"/>
                  <a:gd name="csX31" fmla="*/ 795528 w 1237251"/>
                  <a:gd name="csY31" fmla="*/ 36 h 12506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</a:cxnLst>
                <a:rect l="l" t="t" r="r" b="b"/>
                <a:pathLst>
                  <a:path w="1237251" h="1250694">
                    <a:moveTo>
                      <a:pt x="901114" y="190848"/>
                    </a:moveTo>
                    <a:cubicBezTo>
                      <a:pt x="891756" y="191396"/>
                      <a:pt x="881773" y="195591"/>
                      <a:pt x="873034" y="203415"/>
                    </a:cubicBezTo>
                    <a:cubicBezTo>
                      <a:pt x="863525" y="211929"/>
                      <a:pt x="854809" y="221327"/>
                      <a:pt x="844857" y="231117"/>
                    </a:cubicBezTo>
                    <a:cubicBezTo>
                      <a:pt x="758374" y="318397"/>
                      <a:pt x="671817" y="403931"/>
                      <a:pt x="587089" y="491307"/>
                    </a:cubicBezTo>
                    <a:cubicBezTo>
                      <a:pt x="509776" y="571037"/>
                      <a:pt x="429832" y="648203"/>
                      <a:pt x="353366" y="728788"/>
                    </a:cubicBezTo>
                    <a:cubicBezTo>
                      <a:pt x="337039" y="745995"/>
                      <a:pt x="336872" y="767627"/>
                      <a:pt x="353432" y="783242"/>
                    </a:cubicBezTo>
                    <a:cubicBezTo>
                      <a:pt x="370087" y="798947"/>
                      <a:pt x="392038" y="798021"/>
                      <a:pt x="408183" y="781053"/>
                    </a:cubicBezTo>
                    <a:cubicBezTo>
                      <a:pt x="418883" y="769807"/>
                      <a:pt x="429633" y="758607"/>
                      <a:pt x="440516" y="747540"/>
                    </a:cubicBezTo>
                    <a:cubicBezTo>
                      <a:pt x="528210" y="658360"/>
                      <a:pt x="615829" y="569106"/>
                      <a:pt x="703695" y="480094"/>
                    </a:cubicBezTo>
                    <a:cubicBezTo>
                      <a:pt x="776739" y="406098"/>
                      <a:pt x="850137" y="332451"/>
                      <a:pt x="923254" y="258526"/>
                    </a:cubicBezTo>
                    <a:cubicBezTo>
                      <a:pt x="937571" y="244051"/>
                      <a:pt x="938389" y="214209"/>
                      <a:pt x="925433" y="200156"/>
                    </a:cubicBezTo>
                    <a:cubicBezTo>
                      <a:pt x="919201" y="193397"/>
                      <a:pt x="910471" y="190300"/>
                      <a:pt x="901114" y="190848"/>
                    </a:cubicBezTo>
                    <a:close/>
                    <a:moveTo>
                      <a:pt x="795528" y="36"/>
                    </a:moveTo>
                    <a:cubicBezTo>
                      <a:pt x="800983" y="-427"/>
                      <a:pt x="806729" y="3688"/>
                      <a:pt x="817689" y="12164"/>
                    </a:cubicBezTo>
                    <a:cubicBezTo>
                      <a:pt x="858111" y="43427"/>
                      <a:pt x="897831" y="75583"/>
                      <a:pt x="936031" y="109613"/>
                    </a:cubicBezTo>
                    <a:cubicBezTo>
                      <a:pt x="987490" y="155456"/>
                      <a:pt x="1037345" y="203067"/>
                      <a:pt x="1083513" y="254086"/>
                    </a:cubicBezTo>
                    <a:cubicBezTo>
                      <a:pt x="1136755" y="312921"/>
                      <a:pt x="1188325" y="373325"/>
                      <a:pt x="1231968" y="440086"/>
                    </a:cubicBezTo>
                    <a:cubicBezTo>
                      <a:pt x="1242735" y="456557"/>
                      <a:pt x="1235282" y="465355"/>
                      <a:pt x="1225312" y="475686"/>
                    </a:cubicBezTo>
                    <a:cubicBezTo>
                      <a:pt x="1191733" y="510477"/>
                      <a:pt x="1158360" y="545470"/>
                      <a:pt x="1124448" y="579935"/>
                    </a:cubicBezTo>
                    <a:cubicBezTo>
                      <a:pt x="1058940" y="646512"/>
                      <a:pt x="993399" y="713064"/>
                      <a:pt x="927334" y="779089"/>
                    </a:cubicBezTo>
                    <a:cubicBezTo>
                      <a:pt x="876219" y="830172"/>
                      <a:pt x="825185" y="881396"/>
                      <a:pt x="772512" y="930849"/>
                    </a:cubicBezTo>
                    <a:cubicBezTo>
                      <a:pt x="682978" y="1014910"/>
                      <a:pt x="591453" y="1096724"/>
                      <a:pt x="488046" y="1163954"/>
                    </a:cubicBezTo>
                    <a:cubicBezTo>
                      <a:pt x="439586" y="1195459"/>
                      <a:pt x="391268" y="1227098"/>
                      <a:pt x="336983" y="1248261"/>
                    </a:cubicBezTo>
                    <a:cubicBezTo>
                      <a:pt x="324587" y="1253093"/>
                      <a:pt x="317090" y="1250855"/>
                      <a:pt x="308530" y="1240414"/>
                    </a:cubicBezTo>
                    <a:cubicBezTo>
                      <a:pt x="232635" y="1147841"/>
                      <a:pt x="150746" y="1061010"/>
                      <a:pt x="59236" y="983552"/>
                    </a:cubicBezTo>
                    <a:cubicBezTo>
                      <a:pt x="42705" y="969559"/>
                      <a:pt x="26533" y="955132"/>
                      <a:pt x="9744" y="941459"/>
                    </a:cubicBezTo>
                    <a:cubicBezTo>
                      <a:pt x="-577" y="933053"/>
                      <a:pt x="-2767" y="923919"/>
                      <a:pt x="3501" y="912213"/>
                    </a:cubicBezTo>
                    <a:cubicBezTo>
                      <a:pt x="9003" y="901937"/>
                      <a:pt x="13964" y="891373"/>
                      <a:pt x="19164" y="880936"/>
                    </a:cubicBezTo>
                    <a:cubicBezTo>
                      <a:pt x="67616" y="788131"/>
                      <a:pt x="128494" y="706932"/>
                      <a:pt x="192377" y="627592"/>
                    </a:cubicBezTo>
                    <a:cubicBezTo>
                      <a:pt x="258335" y="545676"/>
                      <a:pt x="329193" y="468218"/>
                      <a:pt x="401691" y="392214"/>
                    </a:cubicBezTo>
                    <a:cubicBezTo>
                      <a:pt x="523765" y="264234"/>
                      <a:pt x="650315" y="140668"/>
                      <a:pt x="775113" y="15375"/>
                    </a:cubicBezTo>
                    <a:cubicBezTo>
                      <a:pt x="784910" y="5540"/>
                      <a:pt x="790074" y="499"/>
                      <a:pt x="795528" y="36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자유형: 도형 56">
                <a:extLst>
                  <a:ext uri="{FF2B5EF4-FFF2-40B4-BE49-F238E27FC236}">
                    <a16:creationId xmlns:a16="http://schemas.microsoft.com/office/drawing/2014/main" id="{1C9294CB-B473-5270-D8C5-458EA893B553}"/>
                  </a:ext>
                </a:extLst>
              </p:cNvPr>
              <p:cNvSpPr/>
              <p:nvPr/>
            </p:nvSpPr>
            <p:spPr>
              <a:xfrm>
                <a:off x="4805863" y="2894583"/>
                <a:ext cx="280758" cy="320481"/>
              </a:xfrm>
              <a:custGeom>
                <a:avLst/>
                <a:gdLst>
                  <a:gd name="csX0" fmla="*/ 193788 w 280758"/>
                  <a:gd name="csY0" fmla="*/ 23 h 320481"/>
                  <a:gd name="csX1" fmla="*/ 210987 w 280758"/>
                  <a:gd name="csY1" fmla="*/ 11067 h 320481"/>
                  <a:gd name="csX2" fmla="*/ 270465 w 280758"/>
                  <a:gd name="csY2" fmla="*/ 66948 h 320481"/>
                  <a:gd name="csX3" fmla="*/ 271587 w 280758"/>
                  <a:gd name="csY3" fmla="*/ 98987 h 320481"/>
                  <a:gd name="csX4" fmla="*/ 156554 w 280758"/>
                  <a:gd name="csY4" fmla="*/ 228631 h 320481"/>
                  <a:gd name="csX5" fmla="*/ 147504 w 280758"/>
                  <a:gd name="csY5" fmla="*/ 240585 h 320481"/>
                  <a:gd name="csX6" fmla="*/ 84090 w 280758"/>
                  <a:gd name="csY6" fmla="*/ 309974 h 320481"/>
                  <a:gd name="csX7" fmla="*/ 49252 w 280758"/>
                  <a:gd name="csY7" fmla="*/ 314807 h 320481"/>
                  <a:gd name="csX8" fmla="*/ 12163 w 280758"/>
                  <a:gd name="csY8" fmla="*/ 296001 h 320481"/>
                  <a:gd name="csX9" fmla="*/ 4561 w 280758"/>
                  <a:gd name="csY9" fmla="*/ 271896 h 320481"/>
                  <a:gd name="csX10" fmla="*/ 73514 w 280758"/>
                  <a:gd name="csY10" fmla="*/ 169719 h 320481"/>
                  <a:gd name="csX11" fmla="*/ 179169 w 280758"/>
                  <a:gd name="csY11" fmla="*/ 14040 h 320481"/>
                  <a:gd name="csX12" fmla="*/ 193788 w 280758"/>
                  <a:gd name="csY12" fmla="*/ 23 h 3204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0758" h="320481">
                    <a:moveTo>
                      <a:pt x="193788" y="23"/>
                    </a:moveTo>
                    <a:cubicBezTo>
                      <a:pt x="198186" y="-330"/>
                      <a:pt x="203013" y="3493"/>
                      <a:pt x="210987" y="11067"/>
                    </a:cubicBezTo>
                    <a:cubicBezTo>
                      <a:pt x="230710" y="29802"/>
                      <a:pt x="250696" y="48260"/>
                      <a:pt x="270465" y="66948"/>
                    </a:cubicBezTo>
                    <a:cubicBezTo>
                      <a:pt x="283947" y="79692"/>
                      <a:pt x="284043" y="84958"/>
                      <a:pt x="271587" y="98987"/>
                    </a:cubicBezTo>
                    <a:cubicBezTo>
                      <a:pt x="233228" y="142189"/>
                      <a:pt x="194849" y="185373"/>
                      <a:pt x="156554" y="228631"/>
                    </a:cubicBezTo>
                    <a:cubicBezTo>
                      <a:pt x="153251" y="232362"/>
                      <a:pt x="150507" y="236589"/>
                      <a:pt x="147504" y="240585"/>
                    </a:cubicBezTo>
                    <a:cubicBezTo>
                      <a:pt x="125261" y="264846"/>
                      <a:pt x="104359" y="287129"/>
                      <a:pt x="84090" y="309974"/>
                    </a:cubicBezTo>
                    <a:cubicBezTo>
                      <a:pt x="73446" y="321970"/>
                      <a:pt x="62945" y="323853"/>
                      <a:pt x="49252" y="314807"/>
                    </a:cubicBezTo>
                    <a:cubicBezTo>
                      <a:pt x="37720" y="307190"/>
                      <a:pt x="25475" y="300486"/>
                      <a:pt x="12163" y="296001"/>
                    </a:cubicBezTo>
                    <a:cubicBezTo>
                      <a:pt x="-980" y="291573"/>
                      <a:pt x="-3402" y="283585"/>
                      <a:pt x="4561" y="271896"/>
                    </a:cubicBezTo>
                    <a:cubicBezTo>
                      <a:pt x="27694" y="237938"/>
                      <a:pt x="50488" y="203750"/>
                      <a:pt x="73514" y="169719"/>
                    </a:cubicBezTo>
                    <a:cubicBezTo>
                      <a:pt x="108660" y="117777"/>
                      <a:pt x="143735" y="65785"/>
                      <a:pt x="179169" y="14040"/>
                    </a:cubicBezTo>
                    <a:cubicBezTo>
                      <a:pt x="185424" y="4907"/>
                      <a:pt x="189391" y="376"/>
                      <a:pt x="193788" y="2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E9CB5C2-2604-1FA2-C591-889770501DBE}"/>
                  </a:ext>
                </a:extLst>
              </p:cNvPr>
              <p:cNvSpPr/>
              <p:nvPr/>
            </p:nvSpPr>
            <p:spPr>
              <a:xfrm>
                <a:off x="4913073" y="3026383"/>
                <a:ext cx="352434" cy="335769"/>
              </a:xfrm>
              <a:custGeom>
                <a:avLst/>
                <a:gdLst>
                  <a:gd name="csX0" fmla="*/ 224456 w 352434"/>
                  <a:gd name="csY0" fmla="*/ 3 h 335769"/>
                  <a:gd name="csX1" fmla="*/ 239174 w 352434"/>
                  <a:gd name="csY1" fmla="*/ 9855 h 335769"/>
                  <a:gd name="csX2" fmla="*/ 333372 w 352434"/>
                  <a:gd name="csY2" fmla="*/ 108762 h 335769"/>
                  <a:gd name="csX3" fmla="*/ 335748 w 352434"/>
                  <a:gd name="csY3" fmla="*/ 111104 h 335769"/>
                  <a:gd name="csX4" fmla="*/ 330340 w 352434"/>
                  <a:gd name="csY4" fmla="*/ 160765 h 335769"/>
                  <a:gd name="csX5" fmla="*/ 87297 w 352434"/>
                  <a:gd name="csY5" fmla="*/ 327734 h 335769"/>
                  <a:gd name="csX6" fmla="*/ 64512 w 352434"/>
                  <a:gd name="csY6" fmla="*/ 330846 h 335769"/>
                  <a:gd name="csX7" fmla="*/ 6631 w 352434"/>
                  <a:gd name="csY7" fmla="*/ 241313 h 335769"/>
                  <a:gd name="csX8" fmla="*/ 6687 w 352434"/>
                  <a:gd name="csY8" fmla="*/ 216593 h 335769"/>
                  <a:gd name="csX9" fmla="*/ 209422 w 352434"/>
                  <a:gd name="csY9" fmla="*/ 9407 h 335769"/>
                  <a:gd name="csX10" fmla="*/ 224456 w 352434"/>
                  <a:gd name="csY10" fmla="*/ 3 h 335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52434" h="335769">
                    <a:moveTo>
                      <a:pt x="224456" y="3"/>
                    </a:moveTo>
                    <a:cubicBezTo>
                      <a:pt x="228804" y="117"/>
                      <a:pt x="233101" y="3439"/>
                      <a:pt x="239174" y="9855"/>
                    </a:cubicBezTo>
                    <a:cubicBezTo>
                      <a:pt x="270473" y="42920"/>
                      <a:pt x="301957" y="75808"/>
                      <a:pt x="333372" y="108762"/>
                    </a:cubicBezTo>
                    <a:cubicBezTo>
                      <a:pt x="334139" y="109567"/>
                      <a:pt x="334984" y="110297"/>
                      <a:pt x="335748" y="111104"/>
                    </a:cubicBezTo>
                    <a:cubicBezTo>
                      <a:pt x="359183" y="135834"/>
                      <a:pt x="358428" y="141480"/>
                      <a:pt x="330340" y="160765"/>
                    </a:cubicBezTo>
                    <a:cubicBezTo>
                      <a:pt x="249311" y="216400"/>
                      <a:pt x="168450" y="272280"/>
                      <a:pt x="87297" y="327734"/>
                    </a:cubicBezTo>
                    <a:cubicBezTo>
                      <a:pt x="80855" y="332136"/>
                      <a:pt x="73642" y="341538"/>
                      <a:pt x="64512" y="330846"/>
                    </a:cubicBezTo>
                    <a:cubicBezTo>
                      <a:pt x="51899" y="294797"/>
                      <a:pt x="30033" y="267393"/>
                      <a:pt x="6631" y="241313"/>
                    </a:cubicBezTo>
                    <a:cubicBezTo>
                      <a:pt x="-1985" y="231711"/>
                      <a:pt x="-2451" y="225868"/>
                      <a:pt x="6687" y="216593"/>
                    </a:cubicBezTo>
                    <a:cubicBezTo>
                      <a:pt x="74496" y="147758"/>
                      <a:pt x="141840" y="78465"/>
                      <a:pt x="209422" y="9407"/>
                    </a:cubicBezTo>
                    <a:cubicBezTo>
                      <a:pt x="215706" y="2986"/>
                      <a:pt x="220107" y="-110"/>
                      <a:pt x="224456" y="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6AB8BF31-969D-5151-93D3-5CDFBD7E5D39}"/>
                  </a:ext>
                </a:extLst>
              </p:cNvPr>
              <p:cNvSpPr/>
              <p:nvPr/>
            </p:nvSpPr>
            <p:spPr>
              <a:xfrm>
                <a:off x="4653635" y="3227627"/>
                <a:ext cx="280324" cy="273684"/>
              </a:xfrm>
              <a:custGeom>
                <a:avLst/>
                <a:gdLst>
                  <a:gd name="csX0" fmla="*/ 127356 w 280324"/>
                  <a:gd name="csY0" fmla="*/ 243 h 273684"/>
                  <a:gd name="csX1" fmla="*/ 150396 w 280324"/>
                  <a:gd name="csY1" fmla="*/ 8794 h 273684"/>
                  <a:gd name="csX2" fmla="*/ 228709 w 280324"/>
                  <a:gd name="csY2" fmla="*/ 75632 h 273684"/>
                  <a:gd name="csX3" fmla="*/ 274857 w 280324"/>
                  <a:gd name="csY3" fmla="*/ 133470 h 273684"/>
                  <a:gd name="csX4" fmla="*/ 267522 w 280324"/>
                  <a:gd name="csY4" fmla="*/ 169204 h 273684"/>
                  <a:gd name="csX5" fmla="*/ 79753 w 280324"/>
                  <a:gd name="csY5" fmla="*/ 266158 h 273684"/>
                  <a:gd name="csX6" fmla="*/ 40642 w 280324"/>
                  <a:gd name="csY6" fmla="*/ 273653 h 273684"/>
                  <a:gd name="csX7" fmla="*/ 10 w 280324"/>
                  <a:gd name="csY7" fmla="*/ 233842 h 273684"/>
                  <a:gd name="csX8" fmla="*/ 27060 w 280324"/>
                  <a:gd name="csY8" fmla="*/ 157678 h 273684"/>
                  <a:gd name="csX9" fmla="*/ 109884 w 280324"/>
                  <a:gd name="csY9" fmla="*/ 17047 h 273684"/>
                  <a:gd name="csX10" fmla="*/ 127356 w 280324"/>
                  <a:gd name="csY10" fmla="*/ 243 h 2736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280324" h="273684">
                    <a:moveTo>
                      <a:pt x="127356" y="243"/>
                    </a:moveTo>
                    <a:cubicBezTo>
                      <a:pt x="133181" y="-922"/>
                      <a:pt x="139933" y="2138"/>
                      <a:pt x="150396" y="8794"/>
                    </a:cubicBezTo>
                    <a:cubicBezTo>
                      <a:pt x="179656" y="27406"/>
                      <a:pt x="205838" y="49565"/>
                      <a:pt x="228709" y="75632"/>
                    </a:cubicBezTo>
                    <a:cubicBezTo>
                      <a:pt x="245385" y="95904"/>
                      <a:pt x="262335" y="112952"/>
                      <a:pt x="274857" y="133470"/>
                    </a:cubicBezTo>
                    <a:cubicBezTo>
                      <a:pt x="283850" y="148205"/>
                      <a:pt x="281980" y="160819"/>
                      <a:pt x="267522" y="169204"/>
                    </a:cubicBezTo>
                    <a:cubicBezTo>
                      <a:pt x="206532" y="204576"/>
                      <a:pt x="146516" y="241924"/>
                      <a:pt x="79753" y="266158"/>
                    </a:cubicBezTo>
                    <a:cubicBezTo>
                      <a:pt x="67087" y="270755"/>
                      <a:pt x="54147" y="273185"/>
                      <a:pt x="40642" y="273653"/>
                    </a:cubicBezTo>
                    <a:cubicBezTo>
                      <a:pt x="16217" y="274498"/>
                      <a:pt x="-444" y="258393"/>
                      <a:pt x="10" y="233842"/>
                    </a:cubicBezTo>
                    <a:cubicBezTo>
                      <a:pt x="534" y="205435"/>
                      <a:pt x="14445" y="181545"/>
                      <a:pt x="27060" y="157678"/>
                    </a:cubicBezTo>
                    <a:cubicBezTo>
                      <a:pt x="52490" y="109564"/>
                      <a:pt x="79915" y="62532"/>
                      <a:pt x="109884" y="17047"/>
                    </a:cubicBezTo>
                    <a:cubicBezTo>
                      <a:pt x="116636" y="6800"/>
                      <a:pt x="121532" y="1408"/>
                      <a:pt x="127356" y="243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A83F7948-433D-0211-1129-9866E841547F}"/>
                </a:ext>
              </a:extLst>
            </p:cNvPr>
            <p:cNvGrpSpPr/>
            <p:nvPr/>
          </p:nvGrpSpPr>
          <p:grpSpPr>
            <a:xfrm>
              <a:off x="1182480" y="4697526"/>
              <a:ext cx="151716" cy="151716"/>
              <a:chOff x="-598131" y="2002532"/>
              <a:chExt cx="1557612" cy="1622022"/>
            </a:xfrm>
          </p:grpSpPr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F577CEAD-CEBB-EBD5-30BE-00F6078E4E2B}"/>
                  </a:ext>
                </a:extLst>
              </p:cNvPr>
              <p:cNvSpPr/>
              <p:nvPr/>
            </p:nvSpPr>
            <p:spPr>
              <a:xfrm>
                <a:off x="-213139" y="2002532"/>
                <a:ext cx="1172620" cy="1209050"/>
              </a:xfrm>
              <a:custGeom>
                <a:avLst/>
                <a:gdLst>
                  <a:gd name="csX0" fmla="*/ 728790 w 1172620"/>
                  <a:gd name="csY0" fmla="*/ 355039 h 1209050"/>
                  <a:gd name="csX1" fmla="*/ 720810 w 1172620"/>
                  <a:gd name="csY1" fmla="*/ 359402 h 1209050"/>
                  <a:gd name="csX2" fmla="*/ 677242 w 1172620"/>
                  <a:gd name="csY2" fmla="*/ 407720 h 1209050"/>
                  <a:gd name="csX3" fmla="*/ 590277 w 1172620"/>
                  <a:gd name="csY3" fmla="*/ 500725 h 1209050"/>
                  <a:gd name="csX4" fmla="*/ 432723 w 1172620"/>
                  <a:gd name="csY4" fmla="*/ 671948 h 1209050"/>
                  <a:gd name="csX5" fmla="*/ 305346 w 1172620"/>
                  <a:gd name="csY5" fmla="*/ 809829 h 1209050"/>
                  <a:gd name="csX6" fmla="*/ 306291 w 1172620"/>
                  <a:gd name="csY6" fmla="*/ 853600 h 1209050"/>
                  <a:gd name="csX7" fmla="*/ 375864 w 1172620"/>
                  <a:gd name="csY7" fmla="*/ 918766 h 1209050"/>
                  <a:gd name="csX8" fmla="*/ 383853 w 1172620"/>
                  <a:gd name="csY8" fmla="*/ 922888 h 1209050"/>
                  <a:gd name="csX9" fmla="*/ 383854 w 1172620"/>
                  <a:gd name="csY9" fmla="*/ 922888 h 1209050"/>
                  <a:gd name="csX10" fmla="*/ 383854 w 1172620"/>
                  <a:gd name="csY10" fmla="*/ 922888 h 1209050"/>
                  <a:gd name="csX11" fmla="*/ 391786 w 1172620"/>
                  <a:gd name="csY11" fmla="*/ 918224 h 1209050"/>
                  <a:gd name="csX12" fmla="*/ 460039 w 1172620"/>
                  <a:gd name="csY12" fmla="*/ 844062 h 1209050"/>
                  <a:gd name="csX13" fmla="*/ 621264 w 1172620"/>
                  <a:gd name="csY13" fmla="*/ 670241 h 1209050"/>
                  <a:gd name="csX14" fmla="*/ 820544 w 1172620"/>
                  <a:gd name="csY14" fmla="*/ 457406 h 1209050"/>
                  <a:gd name="csX15" fmla="*/ 825675 w 1172620"/>
                  <a:gd name="csY15" fmla="*/ 447505 h 1209050"/>
                  <a:gd name="csX16" fmla="*/ 824026 w 1172620"/>
                  <a:gd name="csY16" fmla="*/ 444469 h 1209050"/>
                  <a:gd name="csX17" fmla="*/ 820365 w 1172620"/>
                  <a:gd name="csY17" fmla="*/ 437730 h 1209050"/>
                  <a:gd name="csX18" fmla="*/ 777464 w 1172620"/>
                  <a:gd name="csY18" fmla="*/ 397432 h 1209050"/>
                  <a:gd name="csX19" fmla="*/ 736959 w 1172620"/>
                  <a:gd name="csY19" fmla="*/ 359383 h 1209050"/>
                  <a:gd name="csX20" fmla="*/ 728790 w 1172620"/>
                  <a:gd name="csY20" fmla="*/ 355039 h 1209050"/>
                  <a:gd name="csX21" fmla="*/ 728790 w 1172620"/>
                  <a:gd name="csY21" fmla="*/ 355039 h 1209050"/>
                  <a:gd name="csX22" fmla="*/ 773808 w 1172620"/>
                  <a:gd name="csY22" fmla="*/ 29 h 1209050"/>
                  <a:gd name="csX23" fmla="*/ 781872 w 1172620"/>
                  <a:gd name="csY23" fmla="*/ 4177 h 1209050"/>
                  <a:gd name="csX24" fmla="*/ 901503 w 1172620"/>
                  <a:gd name="csY24" fmla="*/ 119485 h 1209050"/>
                  <a:gd name="csX25" fmla="*/ 1070159 w 1172620"/>
                  <a:gd name="csY25" fmla="*/ 283889 h 1209050"/>
                  <a:gd name="csX26" fmla="*/ 1164787 w 1172620"/>
                  <a:gd name="csY26" fmla="*/ 374154 h 1209050"/>
                  <a:gd name="csX27" fmla="*/ 1165510 w 1172620"/>
                  <a:gd name="csY27" fmla="*/ 398514 h 1209050"/>
                  <a:gd name="csX28" fmla="*/ 1019578 w 1172620"/>
                  <a:gd name="csY28" fmla="*/ 556494 h 1209050"/>
                  <a:gd name="csX29" fmla="*/ 879863 w 1172620"/>
                  <a:gd name="csY29" fmla="*/ 705162 h 1209050"/>
                  <a:gd name="csX30" fmla="*/ 739962 w 1172620"/>
                  <a:gd name="csY30" fmla="*/ 855679 h 1209050"/>
                  <a:gd name="csX31" fmla="*/ 549608 w 1172620"/>
                  <a:gd name="csY31" fmla="*/ 1059628 h 1209050"/>
                  <a:gd name="csX32" fmla="*/ 419925 w 1172620"/>
                  <a:gd name="csY32" fmla="*/ 1197534 h 1209050"/>
                  <a:gd name="csX33" fmla="*/ 389878 w 1172620"/>
                  <a:gd name="csY33" fmla="*/ 1196415 h 1209050"/>
                  <a:gd name="csX34" fmla="*/ 341263 w 1172620"/>
                  <a:gd name="csY34" fmla="*/ 1148808 h 1209050"/>
                  <a:gd name="csX35" fmla="*/ 211216 w 1172620"/>
                  <a:gd name="csY35" fmla="*/ 1025191 h 1209050"/>
                  <a:gd name="csX36" fmla="*/ 5286 w 1172620"/>
                  <a:gd name="csY36" fmla="*/ 834808 h 1209050"/>
                  <a:gd name="csX37" fmla="*/ 4968 w 1172620"/>
                  <a:gd name="csY37" fmla="*/ 817190 h 1209050"/>
                  <a:gd name="csX38" fmla="*/ 319941 w 1172620"/>
                  <a:gd name="csY38" fmla="*/ 483217 h 1209050"/>
                  <a:gd name="csX39" fmla="*/ 430416 w 1172620"/>
                  <a:gd name="csY39" fmla="*/ 365167 h 1209050"/>
                  <a:gd name="csX40" fmla="*/ 647214 w 1172620"/>
                  <a:gd name="csY40" fmla="*/ 133956 h 1209050"/>
                  <a:gd name="csX41" fmla="*/ 766501 w 1172620"/>
                  <a:gd name="csY41" fmla="*/ 4959 h 1209050"/>
                  <a:gd name="csX42" fmla="*/ 773808 w 1172620"/>
                  <a:gd name="csY42" fmla="*/ 29 h 1209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</a:cxnLst>
                <a:rect l="l" t="t" r="r" b="b"/>
                <a:pathLst>
                  <a:path w="1172620" h="1209050">
                    <a:moveTo>
                      <a:pt x="728790" y="355039"/>
                    </a:moveTo>
                    <a:cubicBezTo>
                      <a:pt x="726160" y="354957"/>
                      <a:pt x="723562" y="356327"/>
                      <a:pt x="720810" y="359402"/>
                    </a:cubicBezTo>
                    <a:lnTo>
                      <a:pt x="677242" y="407720"/>
                    </a:lnTo>
                    <a:lnTo>
                      <a:pt x="590277" y="500725"/>
                    </a:lnTo>
                    <a:cubicBezTo>
                      <a:pt x="537648" y="557697"/>
                      <a:pt x="485276" y="614906"/>
                      <a:pt x="432723" y="671948"/>
                    </a:cubicBezTo>
                    <a:cubicBezTo>
                      <a:pt x="390328" y="717967"/>
                      <a:pt x="347878" y="763936"/>
                      <a:pt x="305346" y="809829"/>
                    </a:cubicBezTo>
                    <a:cubicBezTo>
                      <a:pt x="284838" y="831957"/>
                      <a:pt x="284346" y="832245"/>
                      <a:pt x="306291" y="853600"/>
                    </a:cubicBezTo>
                    <a:cubicBezTo>
                      <a:pt x="329059" y="875756"/>
                      <a:pt x="352727" y="896985"/>
                      <a:pt x="375864" y="918766"/>
                    </a:cubicBezTo>
                    <a:cubicBezTo>
                      <a:pt x="378747" y="921479"/>
                      <a:pt x="381305" y="922916"/>
                      <a:pt x="383853" y="922888"/>
                    </a:cubicBezTo>
                    <a:lnTo>
                      <a:pt x="383854" y="922888"/>
                    </a:lnTo>
                    <a:lnTo>
                      <a:pt x="383854" y="922888"/>
                    </a:lnTo>
                    <a:cubicBezTo>
                      <a:pt x="386403" y="922861"/>
                      <a:pt x="388942" y="921369"/>
                      <a:pt x="391786" y="918224"/>
                    </a:cubicBezTo>
                    <a:cubicBezTo>
                      <a:pt x="414320" y="893307"/>
                      <a:pt x="437206" y="868708"/>
                      <a:pt x="460039" y="844062"/>
                    </a:cubicBezTo>
                    <a:cubicBezTo>
                      <a:pt x="513746" y="786090"/>
                      <a:pt x="567370" y="728039"/>
                      <a:pt x="621264" y="670241"/>
                    </a:cubicBezTo>
                    <a:cubicBezTo>
                      <a:pt x="687545" y="599160"/>
                      <a:pt x="754028" y="528268"/>
                      <a:pt x="820544" y="457406"/>
                    </a:cubicBezTo>
                    <a:cubicBezTo>
                      <a:pt x="823831" y="453905"/>
                      <a:pt x="825623" y="450694"/>
                      <a:pt x="825675" y="447505"/>
                    </a:cubicBezTo>
                    <a:lnTo>
                      <a:pt x="824026" y="444469"/>
                    </a:lnTo>
                    <a:lnTo>
                      <a:pt x="820365" y="437730"/>
                    </a:lnTo>
                    <a:lnTo>
                      <a:pt x="777464" y="397432"/>
                    </a:lnTo>
                    <a:lnTo>
                      <a:pt x="736959" y="359383"/>
                    </a:lnTo>
                    <a:cubicBezTo>
                      <a:pt x="734082" y="356654"/>
                      <a:pt x="731420" y="355121"/>
                      <a:pt x="728790" y="355039"/>
                    </a:cubicBezTo>
                    <a:lnTo>
                      <a:pt x="728790" y="355039"/>
                    </a:lnTo>
                    <a:close/>
                    <a:moveTo>
                      <a:pt x="773808" y="29"/>
                    </a:moveTo>
                    <a:cubicBezTo>
                      <a:pt x="776177" y="-213"/>
                      <a:pt x="778673" y="1058"/>
                      <a:pt x="781872" y="4177"/>
                    </a:cubicBezTo>
                    <a:cubicBezTo>
                      <a:pt x="821530" y="42837"/>
                      <a:pt x="861758" y="80912"/>
                      <a:pt x="901503" y="119485"/>
                    </a:cubicBezTo>
                    <a:cubicBezTo>
                      <a:pt x="957842" y="174162"/>
                      <a:pt x="1013826" y="229205"/>
                      <a:pt x="1070159" y="283889"/>
                    </a:cubicBezTo>
                    <a:cubicBezTo>
                      <a:pt x="1101438" y="314252"/>
                      <a:pt x="1132836" y="344505"/>
                      <a:pt x="1164787" y="374154"/>
                    </a:cubicBezTo>
                    <a:cubicBezTo>
                      <a:pt x="1174384" y="383059"/>
                      <a:pt x="1175782" y="387702"/>
                      <a:pt x="1165510" y="398514"/>
                    </a:cubicBezTo>
                    <a:cubicBezTo>
                      <a:pt x="1116136" y="450480"/>
                      <a:pt x="1068373" y="503972"/>
                      <a:pt x="1019578" y="556494"/>
                    </a:cubicBezTo>
                    <a:cubicBezTo>
                      <a:pt x="973291" y="606315"/>
                      <a:pt x="926306" y="655486"/>
                      <a:pt x="879863" y="705162"/>
                    </a:cubicBezTo>
                    <a:cubicBezTo>
                      <a:pt x="833083" y="755198"/>
                      <a:pt x="786654" y="805561"/>
                      <a:pt x="739962" y="855679"/>
                    </a:cubicBezTo>
                    <a:cubicBezTo>
                      <a:pt x="676572" y="923720"/>
                      <a:pt x="613139" y="991720"/>
                      <a:pt x="549608" y="1059628"/>
                    </a:cubicBezTo>
                    <a:cubicBezTo>
                      <a:pt x="506498" y="1105708"/>
                      <a:pt x="463265" y="1151672"/>
                      <a:pt x="419925" y="1197534"/>
                    </a:cubicBezTo>
                    <a:cubicBezTo>
                      <a:pt x="404843" y="1213493"/>
                      <a:pt x="404903" y="1212628"/>
                      <a:pt x="389878" y="1196415"/>
                    </a:cubicBezTo>
                    <a:cubicBezTo>
                      <a:pt x="374479" y="1179799"/>
                      <a:pt x="357672" y="1164472"/>
                      <a:pt x="341263" y="1148808"/>
                    </a:cubicBezTo>
                    <a:cubicBezTo>
                      <a:pt x="298001" y="1107510"/>
                      <a:pt x="254943" y="1065992"/>
                      <a:pt x="211216" y="1025191"/>
                    </a:cubicBezTo>
                    <a:cubicBezTo>
                      <a:pt x="142866" y="961415"/>
                      <a:pt x="74113" y="898070"/>
                      <a:pt x="5286" y="834808"/>
                    </a:cubicBezTo>
                    <a:cubicBezTo>
                      <a:pt x="-1899" y="828203"/>
                      <a:pt x="-1519" y="824049"/>
                      <a:pt x="4968" y="817190"/>
                    </a:cubicBezTo>
                    <a:cubicBezTo>
                      <a:pt x="110105" y="706003"/>
                      <a:pt x="215046" y="594632"/>
                      <a:pt x="319941" y="483217"/>
                    </a:cubicBezTo>
                    <a:cubicBezTo>
                      <a:pt x="356663" y="444212"/>
                      <a:pt x="393140" y="404976"/>
                      <a:pt x="430416" y="365167"/>
                    </a:cubicBezTo>
                    <a:cubicBezTo>
                      <a:pt x="503153" y="287655"/>
                      <a:pt x="575297" y="210912"/>
                      <a:pt x="647214" y="133956"/>
                    </a:cubicBezTo>
                    <a:cubicBezTo>
                      <a:pt x="687201" y="91167"/>
                      <a:pt x="726884" y="48092"/>
                      <a:pt x="766501" y="4959"/>
                    </a:cubicBezTo>
                    <a:cubicBezTo>
                      <a:pt x="769195" y="2026"/>
                      <a:pt x="771438" y="271"/>
                      <a:pt x="773808" y="2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90" name="자유형: 도형 89">
                <a:extLst>
                  <a:ext uri="{FF2B5EF4-FFF2-40B4-BE49-F238E27FC236}">
                    <a16:creationId xmlns:a16="http://schemas.microsoft.com/office/drawing/2014/main" id="{25C31E48-A3F7-B0A6-3BCD-F9E6649FEA53}"/>
                  </a:ext>
                </a:extLst>
              </p:cNvPr>
              <p:cNvSpPr/>
              <p:nvPr/>
            </p:nvSpPr>
            <p:spPr>
              <a:xfrm>
                <a:off x="-598131" y="3008763"/>
                <a:ext cx="615043" cy="615791"/>
              </a:xfrm>
              <a:custGeom>
                <a:avLst/>
                <a:gdLst>
                  <a:gd name="csX0" fmla="*/ 540105 w 615043"/>
                  <a:gd name="csY0" fmla="*/ 267098 h 615791"/>
                  <a:gd name="csX1" fmla="*/ 611076 w 615043"/>
                  <a:gd name="csY1" fmla="*/ 343589 h 615791"/>
                  <a:gd name="csX2" fmla="*/ 610286 w 615043"/>
                  <a:gd name="csY2" fmla="*/ 358101 h 615791"/>
                  <a:gd name="csX3" fmla="*/ 579026 w 615043"/>
                  <a:gd name="csY3" fmla="*/ 375545 h 615791"/>
                  <a:gd name="csX4" fmla="*/ 431799 w 615043"/>
                  <a:gd name="csY4" fmla="*/ 418977 h 615791"/>
                  <a:gd name="csX5" fmla="*/ 384580 w 615043"/>
                  <a:gd name="csY5" fmla="*/ 445429 h 615791"/>
                  <a:gd name="csX6" fmla="*/ 164583 w 615043"/>
                  <a:gd name="csY6" fmla="*/ 583662 h 615791"/>
                  <a:gd name="csX7" fmla="*/ 133288 w 615043"/>
                  <a:gd name="csY7" fmla="*/ 602851 h 615791"/>
                  <a:gd name="csX8" fmla="*/ 57915 w 615043"/>
                  <a:gd name="csY8" fmla="*/ 604235 h 615791"/>
                  <a:gd name="csX9" fmla="*/ 17306 w 615043"/>
                  <a:gd name="csY9" fmla="*/ 568805 h 615791"/>
                  <a:gd name="csX10" fmla="*/ 11591 w 615043"/>
                  <a:gd name="csY10" fmla="*/ 482202 h 615791"/>
                  <a:gd name="csX11" fmla="*/ 132523 w 615043"/>
                  <a:gd name="csY11" fmla="*/ 269109 h 615791"/>
                  <a:gd name="csX12" fmla="*/ 202295 w 615043"/>
                  <a:gd name="csY12" fmla="*/ 97388 h 615791"/>
                  <a:gd name="csX13" fmla="*/ 215407 w 615043"/>
                  <a:gd name="csY13" fmla="*/ 33469 h 615791"/>
                  <a:gd name="csX14" fmla="*/ 220615 w 615043"/>
                  <a:gd name="csY14" fmla="*/ 18089 h 615791"/>
                  <a:gd name="csX15" fmla="*/ 254062 w 615043"/>
                  <a:gd name="csY15" fmla="*/ 9826 h 615791"/>
                  <a:gd name="csX16" fmla="*/ 448202 w 615043"/>
                  <a:gd name="csY16" fmla="*/ 180564 h 615791"/>
                  <a:gd name="csX17" fmla="*/ 540105 w 615043"/>
                  <a:gd name="csY17" fmla="*/ 267098 h 6157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15043" h="615791">
                    <a:moveTo>
                      <a:pt x="540105" y="267098"/>
                    </a:moveTo>
                    <a:cubicBezTo>
                      <a:pt x="564178" y="293087"/>
                      <a:pt x="587453" y="318502"/>
                      <a:pt x="611076" y="343589"/>
                    </a:cubicBezTo>
                    <a:cubicBezTo>
                      <a:pt x="616468" y="349314"/>
                      <a:pt x="616515" y="354177"/>
                      <a:pt x="610286" y="358101"/>
                    </a:cubicBezTo>
                    <a:cubicBezTo>
                      <a:pt x="600175" y="364469"/>
                      <a:pt x="590193" y="372118"/>
                      <a:pt x="579026" y="375545"/>
                    </a:cubicBezTo>
                    <a:cubicBezTo>
                      <a:pt x="530112" y="390558"/>
                      <a:pt x="480459" y="403222"/>
                      <a:pt x="431799" y="418977"/>
                    </a:cubicBezTo>
                    <a:cubicBezTo>
                      <a:pt x="414961" y="424429"/>
                      <a:pt x="399899" y="435850"/>
                      <a:pt x="384580" y="445429"/>
                    </a:cubicBezTo>
                    <a:cubicBezTo>
                      <a:pt x="311147" y="491346"/>
                      <a:pt x="237912" y="537579"/>
                      <a:pt x="164583" y="583662"/>
                    </a:cubicBezTo>
                    <a:cubicBezTo>
                      <a:pt x="154223" y="590172"/>
                      <a:pt x="143786" y="596565"/>
                      <a:pt x="133288" y="602851"/>
                    </a:cubicBezTo>
                    <a:cubicBezTo>
                      <a:pt x="108440" y="617726"/>
                      <a:pt x="82799" y="621797"/>
                      <a:pt x="57915" y="604235"/>
                    </a:cubicBezTo>
                    <a:cubicBezTo>
                      <a:pt x="43271" y="593900"/>
                      <a:pt x="28357" y="582639"/>
                      <a:pt x="17306" y="568805"/>
                    </a:cubicBezTo>
                    <a:cubicBezTo>
                      <a:pt x="-3992" y="542146"/>
                      <a:pt x="-5316" y="512210"/>
                      <a:pt x="11591" y="482202"/>
                    </a:cubicBezTo>
                    <a:cubicBezTo>
                      <a:pt x="51684" y="411044"/>
                      <a:pt x="90775" y="339285"/>
                      <a:pt x="132523" y="269109"/>
                    </a:cubicBezTo>
                    <a:cubicBezTo>
                      <a:pt x="164621" y="215154"/>
                      <a:pt x="189388" y="158828"/>
                      <a:pt x="202295" y="97388"/>
                    </a:cubicBezTo>
                    <a:cubicBezTo>
                      <a:pt x="206767" y="76102"/>
                      <a:pt x="210855" y="54736"/>
                      <a:pt x="215407" y="33469"/>
                    </a:cubicBezTo>
                    <a:cubicBezTo>
                      <a:pt x="216534" y="28204"/>
                      <a:pt x="218280" y="22935"/>
                      <a:pt x="220615" y="18089"/>
                    </a:cubicBezTo>
                    <a:cubicBezTo>
                      <a:pt x="230949" y="-3354"/>
                      <a:pt x="236761" y="-5243"/>
                      <a:pt x="254062" y="9826"/>
                    </a:cubicBezTo>
                    <a:cubicBezTo>
                      <a:pt x="319047" y="66427"/>
                      <a:pt x="383920" y="123167"/>
                      <a:pt x="448202" y="180564"/>
                    </a:cubicBezTo>
                    <a:cubicBezTo>
                      <a:pt x="479337" y="208365"/>
                      <a:pt x="509067" y="237741"/>
                      <a:pt x="540105" y="26709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6E2A4951-38AE-E187-BF40-D30CA8EE6601}"/>
                  </a:ext>
                </a:extLst>
              </p:cNvPr>
              <p:cNvSpPr/>
              <p:nvPr/>
            </p:nvSpPr>
            <p:spPr>
              <a:xfrm>
                <a:off x="-330577" y="2867158"/>
                <a:ext cx="487218" cy="469775"/>
              </a:xfrm>
              <a:custGeom>
                <a:avLst/>
                <a:gdLst>
                  <a:gd name="csX0" fmla="*/ 246385 w 487218"/>
                  <a:gd name="csY0" fmla="*/ 148580 h 469775"/>
                  <a:gd name="csX1" fmla="*/ 481884 w 487218"/>
                  <a:gd name="csY1" fmla="*/ 374356 h 469775"/>
                  <a:gd name="csX2" fmla="*/ 482586 w 487218"/>
                  <a:gd name="csY2" fmla="*/ 392580 h 469775"/>
                  <a:gd name="csX3" fmla="*/ 412841 w 487218"/>
                  <a:gd name="csY3" fmla="*/ 465223 h 469775"/>
                  <a:gd name="csX4" fmla="*/ 393964 w 487218"/>
                  <a:gd name="csY4" fmla="*/ 462687 h 469775"/>
                  <a:gd name="csX5" fmla="*/ 295547 w 487218"/>
                  <a:gd name="csY5" fmla="*/ 359190 h 469775"/>
                  <a:gd name="csX6" fmla="*/ 106254 w 487218"/>
                  <a:gd name="csY6" fmla="*/ 183328 h 469775"/>
                  <a:gd name="csX7" fmla="*/ 5449 w 487218"/>
                  <a:gd name="csY7" fmla="*/ 96041 h 469775"/>
                  <a:gd name="csX8" fmla="*/ 4939 w 487218"/>
                  <a:gd name="csY8" fmla="*/ 78208 h 469775"/>
                  <a:gd name="csX9" fmla="*/ 72645 w 487218"/>
                  <a:gd name="csY9" fmla="*/ 5469 h 469775"/>
                  <a:gd name="csX10" fmla="*/ 89603 w 487218"/>
                  <a:gd name="csY10" fmla="*/ 4009 h 469775"/>
                  <a:gd name="csX11" fmla="*/ 246385 w 487218"/>
                  <a:gd name="csY11" fmla="*/ 148580 h 469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87218" h="469775">
                    <a:moveTo>
                      <a:pt x="246385" y="148580"/>
                    </a:moveTo>
                    <a:cubicBezTo>
                      <a:pt x="325309" y="224323"/>
                      <a:pt x="403493" y="299448"/>
                      <a:pt x="481884" y="374356"/>
                    </a:cubicBezTo>
                    <a:cubicBezTo>
                      <a:pt x="488677" y="380846"/>
                      <a:pt x="489061" y="385916"/>
                      <a:pt x="482586" y="392580"/>
                    </a:cubicBezTo>
                    <a:cubicBezTo>
                      <a:pt x="459194" y="416656"/>
                      <a:pt x="435900" y="440830"/>
                      <a:pt x="412841" y="465223"/>
                    </a:cubicBezTo>
                    <a:cubicBezTo>
                      <a:pt x="404855" y="473671"/>
                      <a:pt x="399812" y="468905"/>
                      <a:pt x="393964" y="462687"/>
                    </a:cubicBezTo>
                    <a:cubicBezTo>
                      <a:pt x="361344" y="428004"/>
                      <a:pt x="329864" y="392115"/>
                      <a:pt x="295547" y="359190"/>
                    </a:cubicBezTo>
                    <a:cubicBezTo>
                      <a:pt x="233406" y="299569"/>
                      <a:pt x="169879" y="241375"/>
                      <a:pt x="106254" y="183328"/>
                    </a:cubicBezTo>
                    <a:cubicBezTo>
                      <a:pt x="73428" y="153380"/>
                      <a:pt x="39237" y="124922"/>
                      <a:pt x="5449" y="96041"/>
                    </a:cubicBezTo>
                    <a:cubicBezTo>
                      <a:pt x="-1869" y="89786"/>
                      <a:pt x="-1592" y="85048"/>
                      <a:pt x="4939" y="78208"/>
                    </a:cubicBezTo>
                    <a:cubicBezTo>
                      <a:pt x="27812" y="54251"/>
                      <a:pt x="50292" y="29914"/>
                      <a:pt x="72645" y="5469"/>
                    </a:cubicBezTo>
                    <a:cubicBezTo>
                      <a:pt x="78266" y="-678"/>
                      <a:pt x="82798" y="-2294"/>
                      <a:pt x="89603" y="4009"/>
                    </a:cubicBezTo>
                    <a:cubicBezTo>
                      <a:pt x="141520" y="52099"/>
                      <a:pt x="193642" y="99967"/>
                      <a:pt x="246385" y="14858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F392C6EA-EDC4-5E9E-2CC8-7424787ACE3F}"/>
                </a:ext>
              </a:extLst>
            </p:cNvPr>
            <p:cNvGrpSpPr/>
            <p:nvPr/>
          </p:nvGrpSpPr>
          <p:grpSpPr>
            <a:xfrm>
              <a:off x="1423721" y="4697526"/>
              <a:ext cx="151716" cy="151716"/>
              <a:chOff x="-864019" y="1915331"/>
              <a:chExt cx="1658080" cy="1608505"/>
            </a:xfrm>
          </p:grpSpPr>
          <p:sp>
            <p:nvSpPr>
              <p:cNvPr id="173" name="자유형: 도형 172">
                <a:extLst>
                  <a:ext uri="{FF2B5EF4-FFF2-40B4-BE49-F238E27FC236}">
                    <a16:creationId xmlns:a16="http://schemas.microsoft.com/office/drawing/2014/main" id="{71C738C7-FCCE-DBF4-4D7D-A304A411FBB6}"/>
                  </a:ext>
                </a:extLst>
              </p:cNvPr>
              <p:cNvSpPr/>
              <p:nvPr/>
            </p:nvSpPr>
            <p:spPr>
              <a:xfrm>
                <a:off x="-467438" y="1915354"/>
                <a:ext cx="1258500" cy="1232168"/>
              </a:xfrm>
              <a:custGeom>
                <a:avLst/>
                <a:gdLst>
                  <a:gd name="csX0" fmla="*/ 863417 w 1258500"/>
                  <a:gd name="csY0" fmla="*/ 1106 h 1232168"/>
                  <a:gd name="csX1" fmla="*/ 937764 w 1258500"/>
                  <a:gd name="csY1" fmla="*/ 78559 h 1232168"/>
                  <a:gd name="csX2" fmla="*/ 1114574 w 1258500"/>
                  <a:gd name="csY2" fmla="*/ 263603 h 1232168"/>
                  <a:gd name="csX3" fmla="*/ 1242592 w 1258500"/>
                  <a:gd name="csY3" fmla="*/ 397396 h 1232168"/>
                  <a:gd name="csX4" fmla="*/ 1258032 w 1258500"/>
                  <a:gd name="csY4" fmla="*/ 416437 h 1232168"/>
                  <a:gd name="csX5" fmla="*/ 1258120 w 1258500"/>
                  <a:gd name="csY5" fmla="*/ 420256 h 1232168"/>
                  <a:gd name="csX6" fmla="*/ 1256814 w 1258500"/>
                  <a:gd name="csY6" fmla="*/ 574766 h 1232168"/>
                  <a:gd name="csX7" fmla="*/ 1258444 w 1258500"/>
                  <a:gd name="csY7" fmla="*/ 580621 h 1232168"/>
                  <a:gd name="csX8" fmla="*/ 1258500 w 1258500"/>
                  <a:gd name="csY8" fmla="*/ 582692 h 1232168"/>
                  <a:gd name="csX9" fmla="*/ 1057179 w 1258500"/>
                  <a:gd name="csY9" fmla="*/ 771227 h 1232168"/>
                  <a:gd name="csX10" fmla="*/ 913588 w 1258500"/>
                  <a:gd name="csY10" fmla="*/ 904221 h 1232168"/>
                  <a:gd name="csX11" fmla="*/ 715166 w 1258500"/>
                  <a:gd name="csY11" fmla="*/ 1086245 h 1232168"/>
                  <a:gd name="csX12" fmla="*/ 563447 w 1258500"/>
                  <a:gd name="csY12" fmla="*/ 1226629 h 1232168"/>
                  <a:gd name="csX13" fmla="*/ 542261 w 1258500"/>
                  <a:gd name="csY13" fmla="*/ 1225790 h 1232168"/>
                  <a:gd name="csX14" fmla="*/ 339285 w 1258500"/>
                  <a:gd name="csY14" fmla="*/ 1011273 h 1232168"/>
                  <a:gd name="csX15" fmla="*/ 158181 w 1258500"/>
                  <a:gd name="csY15" fmla="*/ 819173 h 1232168"/>
                  <a:gd name="csX16" fmla="*/ 4429 w 1258500"/>
                  <a:gd name="csY16" fmla="*/ 655301 h 1232168"/>
                  <a:gd name="csX17" fmla="*/ 0 w 1258500"/>
                  <a:gd name="csY17" fmla="*/ 649710 h 1232168"/>
                  <a:gd name="csX18" fmla="*/ 33707 w 1258500"/>
                  <a:gd name="csY18" fmla="*/ 615542 h 1232168"/>
                  <a:gd name="csX19" fmla="*/ 257957 w 1258500"/>
                  <a:gd name="csY19" fmla="*/ 404743 h 1232168"/>
                  <a:gd name="csX20" fmla="*/ 432568 w 1258500"/>
                  <a:gd name="csY20" fmla="*/ 240639 h 1232168"/>
                  <a:gd name="csX21" fmla="*/ 596545 w 1258500"/>
                  <a:gd name="csY21" fmla="*/ 85198 h 1232168"/>
                  <a:gd name="csX22" fmla="*/ 678014 w 1258500"/>
                  <a:gd name="csY22" fmla="*/ 8860 h 1232168"/>
                  <a:gd name="csX23" fmla="*/ 695610 w 1258500"/>
                  <a:gd name="csY23" fmla="*/ 871 h 1232168"/>
                  <a:gd name="csX24" fmla="*/ 846430 w 1258500"/>
                  <a:gd name="csY24" fmla="*/ 1 h 1232168"/>
                  <a:gd name="csX25" fmla="*/ 863417 w 1258500"/>
                  <a:gd name="csY25" fmla="*/ 1106 h 12321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258500" h="1232168">
                    <a:moveTo>
                      <a:pt x="863417" y="1106"/>
                    </a:moveTo>
                    <a:cubicBezTo>
                      <a:pt x="888202" y="26921"/>
                      <a:pt x="913031" y="52694"/>
                      <a:pt x="937764" y="78559"/>
                    </a:cubicBezTo>
                    <a:cubicBezTo>
                      <a:pt x="996723" y="140219"/>
                      <a:pt x="1055616" y="201942"/>
                      <a:pt x="1114574" y="263603"/>
                    </a:cubicBezTo>
                    <a:cubicBezTo>
                      <a:pt x="1157230" y="308216"/>
                      <a:pt x="1199983" y="352737"/>
                      <a:pt x="1242592" y="397396"/>
                    </a:cubicBezTo>
                    <a:cubicBezTo>
                      <a:pt x="1247900" y="402960"/>
                      <a:pt x="1252590" y="409114"/>
                      <a:pt x="1258032" y="416437"/>
                    </a:cubicBezTo>
                    <a:cubicBezTo>
                      <a:pt x="1258498" y="417879"/>
                      <a:pt x="1258498" y="419198"/>
                      <a:pt x="1258120" y="420256"/>
                    </a:cubicBezTo>
                    <a:cubicBezTo>
                      <a:pt x="1257409" y="472464"/>
                      <a:pt x="1257058" y="523615"/>
                      <a:pt x="1256814" y="574766"/>
                    </a:cubicBezTo>
                    <a:cubicBezTo>
                      <a:pt x="1256805" y="576485"/>
                      <a:pt x="1257864" y="578209"/>
                      <a:pt x="1258444" y="580621"/>
                    </a:cubicBezTo>
                    <a:cubicBezTo>
                      <a:pt x="1258475" y="581772"/>
                      <a:pt x="1258488" y="582232"/>
                      <a:pt x="1258500" y="582692"/>
                    </a:cubicBezTo>
                    <a:cubicBezTo>
                      <a:pt x="1191404" y="645548"/>
                      <a:pt x="1124402" y="708505"/>
                      <a:pt x="1057179" y="771227"/>
                    </a:cubicBezTo>
                    <a:cubicBezTo>
                      <a:pt x="1009479" y="815733"/>
                      <a:pt x="961595" y="860045"/>
                      <a:pt x="913588" y="904221"/>
                    </a:cubicBezTo>
                    <a:cubicBezTo>
                      <a:pt x="847541" y="964997"/>
                      <a:pt x="781220" y="1025476"/>
                      <a:pt x="715166" y="1086245"/>
                    </a:cubicBezTo>
                    <a:cubicBezTo>
                      <a:pt x="664459" y="1132895"/>
                      <a:pt x="613945" y="1179754"/>
                      <a:pt x="563447" y="1226629"/>
                    </a:cubicBezTo>
                    <a:cubicBezTo>
                      <a:pt x="555806" y="1233721"/>
                      <a:pt x="550508" y="1234589"/>
                      <a:pt x="542261" y="1225790"/>
                    </a:cubicBezTo>
                    <a:cubicBezTo>
                      <a:pt x="474943" y="1153964"/>
                      <a:pt x="406932" y="1082790"/>
                      <a:pt x="339285" y="1011273"/>
                    </a:cubicBezTo>
                    <a:cubicBezTo>
                      <a:pt x="278811" y="947340"/>
                      <a:pt x="218482" y="883269"/>
                      <a:pt x="158181" y="819173"/>
                    </a:cubicBezTo>
                    <a:cubicBezTo>
                      <a:pt x="106857" y="764618"/>
                      <a:pt x="55660" y="709944"/>
                      <a:pt x="4429" y="655301"/>
                    </a:cubicBezTo>
                    <a:cubicBezTo>
                      <a:pt x="2944" y="653716"/>
                      <a:pt x="1716" y="651891"/>
                      <a:pt x="0" y="649710"/>
                    </a:cubicBezTo>
                    <a:cubicBezTo>
                      <a:pt x="11485" y="638027"/>
                      <a:pt x="22211" y="626377"/>
                      <a:pt x="33707" y="615542"/>
                    </a:cubicBezTo>
                    <a:cubicBezTo>
                      <a:pt x="108364" y="545177"/>
                      <a:pt x="183188" y="474989"/>
                      <a:pt x="257957" y="404743"/>
                    </a:cubicBezTo>
                    <a:cubicBezTo>
                      <a:pt x="316170" y="350051"/>
                      <a:pt x="374478" y="295460"/>
                      <a:pt x="432568" y="240639"/>
                    </a:cubicBezTo>
                    <a:cubicBezTo>
                      <a:pt x="487342" y="188947"/>
                      <a:pt x="541857" y="136981"/>
                      <a:pt x="596545" y="85198"/>
                    </a:cubicBezTo>
                    <a:cubicBezTo>
                      <a:pt x="623569" y="59610"/>
                      <a:pt x="650534" y="33952"/>
                      <a:pt x="678014" y="8860"/>
                    </a:cubicBezTo>
                    <a:cubicBezTo>
                      <a:pt x="682596" y="4676"/>
                      <a:pt x="689637" y="978"/>
                      <a:pt x="695610" y="871"/>
                    </a:cubicBezTo>
                    <a:cubicBezTo>
                      <a:pt x="745117" y="-15"/>
                      <a:pt x="794639" y="-3"/>
                      <a:pt x="846430" y="1"/>
                    </a:cubicBezTo>
                    <a:cubicBezTo>
                      <a:pt x="853608" y="545"/>
                      <a:pt x="858512" y="825"/>
                      <a:pt x="863417" y="1106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74" name="자유형: 도형 173">
                <a:extLst>
                  <a:ext uri="{FF2B5EF4-FFF2-40B4-BE49-F238E27FC236}">
                    <a16:creationId xmlns:a16="http://schemas.microsoft.com/office/drawing/2014/main" id="{7DEF179C-A65F-2DDB-30A2-8D10FFF8E0CE}"/>
                  </a:ext>
                </a:extLst>
              </p:cNvPr>
              <p:cNvSpPr/>
              <p:nvPr/>
            </p:nvSpPr>
            <p:spPr>
              <a:xfrm>
                <a:off x="-864019" y="2732792"/>
                <a:ext cx="772504" cy="791044"/>
              </a:xfrm>
              <a:custGeom>
                <a:avLst/>
                <a:gdLst>
                  <a:gd name="csX0" fmla="*/ 709607 w 772504"/>
                  <a:gd name="csY0" fmla="*/ 503605 h 791044"/>
                  <a:gd name="csX1" fmla="*/ 767677 w 772504"/>
                  <a:gd name="csY1" fmla="*/ 564271 h 791044"/>
                  <a:gd name="csX2" fmla="*/ 766845 w 772504"/>
                  <a:gd name="csY2" fmla="*/ 581785 h 791044"/>
                  <a:gd name="csX3" fmla="*/ 629358 w 772504"/>
                  <a:gd name="csY3" fmla="*/ 707453 h 791044"/>
                  <a:gd name="csX4" fmla="*/ 562271 w 772504"/>
                  <a:gd name="csY4" fmla="*/ 769071 h 791044"/>
                  <a:gd name="csX5" fmla="*/ 435061 w 772504"/>
                  <a:gd name="csY5" fmla="*/ 757665 h 791044"/>
                  <a:gd name="csX6" fmla="*/ 351588 w 772504"/>
                  <a:gd name="csY6" fmla="*/ 666232 h 791044"/>
                  <a:gd name="csX7" fmla="*/ 261824 w 772504"/>
                  <a:gd name="csY7" fmla="*/ 566190 h 791044"/>
                  <a:gd name="csX8" fmla="*/ 224777 w 772504"/>
                  <a:gd name="csY8" fmla="*/ 528117 h 791044"/>
                  <a:gd name="csX9" fmla="*/ 104883 w 772504"/>
                  <a:gd name="csY9" fmla="*/ 398134 h 791044"/>
                  <a:gd name="csX10" fmla="*/ 23404 w 772504"/>
                  <a:gd name="csY10" fmla="*/ 310305 h 791044"/>
                  <a:gd name="csX11" fmla="*/ 27395 w 772504"/>
                  <a:gd name="csY11" fmla="*/ 195461 h 791044"/>
                  <a:gd name="csX12" fmla="*/ 226567 w 772504"/>
                  <a:gd name="csY12" fmla="*/ 10046 h 791044"/>
                  <a:gd name="csX13" fmla="*/ 233672 w 772504"/>
                  <a:gd name="csY13" fmla="*/ 3688 h 791044"/>
                  <a:gd name="csX14" fmla="*/ 249247 w 772504"/>
                  <a:gd name="csY14" fmla="*/ 5139 h 791044"/>
                  <a:gd name="csX15" fmla="*/ 306886 w 772504"/>
                  <a:gd name="csY15" fmla="*/ 68489 h 791044"/>
                  <a:gd name="csX16" fmla="*/ 499697 w 772504"/>
                  <a:gd name="csY16" fmla="*/ 275782 h 791044"/>
                  <a:gd name="csX17" fmla="*/ 690829 w 772504"/>
                  <a:gd name="csY17" fmla="*/ 482648 h 791044"/>
                  <a:gd name="csX18" fmla="*/ 709607 w 772504"/>
                  <a:gd name="csY18" fmla="*/ 503605 h 7910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772504" h="791044">
                    <a:moveTo>
                      <a:pt x="709607" y="503605"/>
                    </a:moveTo>
                    <a:cubicBezTo>
                      <a:pt x="729380" y="524317"/>
                      <a:pt x="748203" y="544617"/>
                      <a:pt x="767677" y="564271"/>
                    </a:cubicBezTo>
                    <a:cubicBezTo>
                      <a:pt x="774593" y="571252"/>
                      <a:pt x="773868" y="575428"/>
                      <a:pt x="766845" y="581785"/>
                    </a:cubicBezTo>
                    <a:cubicBezTo>
                      <a:pt x="720816" y="623453"/>
                      <a:pt x="675116" y="665485"/>
                      <a:pt x="629358" y="707453"/>
                    </a:cubicBezTo>
                    <a:cubicBezTo>
                      <a:pt x="606980" y="727978"/>
                      <a:pt x="585222" y="749213"/>
                      <a:pt x="562271" y="769071"/>
                    </a:cubicBezTo>
                    <a:cubicBezTo>
                      <a:pt x="526627" y="799911"/>
                      <a:pt x="471138" y="800208"/>
                      <a:pt x="435061" y="757665"/>
                    </a:cubicBezTo>
                    <a:cubicBezTo>
                      <a:pt x="408388" y="726213"/>
                      <a:pt x="379297" y="696819"/>
                      <a:pt x="351588" y="666232"/>
                    </a:cubicBezTo>
                    <a:cubicBezTo>
                      <a:pt x="321510" y="633027"/>
                      <a:pt x="291949" y="599353"/>
                      <a:pt x="261824" y="566190"/>
                    </a:cubicBezTo>
                    <a:cubicBezTo>
                      <a:pt x="249925" y="553090"/>
                      <a:pt x="236816" y="541096"/>
                      <a:pt x="224777" y="528117"/>
                    </a:cubicBezTo>
                    <a:cubicBezTo>
                      <a:pt x="184690" y="484903"/>
                      <a:pt x="144870" y="441441"/>
                      <a:pt x="104883" y="398134"/>
                    </a:cubicBezTo>
                    <a:cubicBezTo>
                      <a:pt x="77792" y="368794"/>
                      <a:pt x="50737" y="339419"/>
                      <a:pt x="23404" y="310305"/>
                    </a:cubicBezTo>
                    <a:cubicBezTo>
                      <a:pt x="-9252" y="275519"/>
                      <a:pt x="-7562" y="227902"/>
                      <a:pt x="27395" y="195461"/>
                    </a:cubicBezTo>
                    <a:cubicBezTo>
                      <a:pt x="93883" y="133761"/>
                      <a:pt x="160182" y="71857"/>
                      <a:pt x="226567" y="10046"/>
                    </a:cubicBezTo>
                    <a:cubicBezTo>
                      <a:pt x="228893" y="7881"/>
                      <a:pt x="231287" y="5788"/>
                      <a:pt x="233672" y="3688"/>
                    </a:cubicBezTo>
                    <a:cubicBezTo>
                      <a:pt x="239379" y="-1334"/>
                      <a:pt x="243444" y="-1578"/>
                      <a:pt x="249247" y="5139"/>
                    </a:cubicBezTo>
                    <a:cubicBezTo>
                      <a:pt x="267905" y="26736"/>
                      <a:pt x="287454" y="47571"/>
                      <a:pt x="306886" y="68489"/>
                    </a:cubicBezTo>
                    <a:cubicBezTo>
                      <a:pt x="371112" y="137628"/>
                      <a:pt x="435535" y="206584"/>
                      <a:pt x="499697" y="275782"/>
                    </a:cubicBezTo>
                    <a:cubicBezTo>
                      <a:pt x="563530" y="344624"/>
                      <a:pt x="627149" y="413665"/>
                      <a:pt x="690829" y="482648"/>
                    </a:cubicBezTo>
                    <a:cubicBezTo>
                      <a:pt x="696974" y="489304"/>
                      <a:pt x="702890" y="496171"/>
                      <a:pt x="709607" y="503605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75" name="자유형: 도형 174">
                <a:extLst>
                  <a:ext uri="{FF2B5EF4-FFF2-40B4-BE49-F238E27FC236}">
                    <a16:creationId xmlns:a16="http://schemas.microsoft.com/office/drawing/2014/main" id="{757BBE54-02D4-C31A-B918-23A313355242}"/>
                  </a:ext>
                </a:extLst>
              </p:cNvPr>
              <p:cNvSpPr/>
              <p:nvPr/>
            </p:nvSpPr>
            <p:spPr>
              <a:xfrm>
                <a:off x="-589476" y="2603752"/>
                <a:ext cx="635635" cy="665770"/>
              </a:xfrm>
              <a:custGeom>
                <a:avLst/>
                <a:gdLst>
                  <a:gd name="csX0" fmla="*/ 468566 w 635635"/>
                  <a:gd name="csY0" fmla="*/ 400092 h 665770"/>
                  <a:gd name="csX1" fmla="*/ 620041 w 635635"/>
                  <a:gd name="csY1" fmla="*/ 561826 h 665770"/>
                  <a:gd name="csX2" fmla="*/ 631405 w 635635"/>
                  <a:gd name="csY2" fmla="*/ 573585 h 665770"/>
                  <a:gd name="csX3" fmla="*/ 630322 w 635635"/>
                  <a:gd name="csY3" fmla="*/ 590735 h 665770"/>
                  <a:gd name="csX4" fmla="*/ 553563 w 635635"/>
                  <a:gd name="csY4" fmla="*/ 659886 h 665770"/>
                  <a:gd name="csX5" fmla="*/ 532931 w 635635"/>
                  <a:gd name="csY5" fmla="*/ 659563 h 665770"/>
                  <a:gd name="csX6" fmla="*/ 279307 w 635635"/>
                  <a:gd name="csY6" fmla="*/ 391661 h 665770"/>
                  <a:gd name="csX7" fmla="*/ 75382 w 635635"/>
                  <a:gd name="csY7" fmla="*/ 172365 h 665770"/>
                  <a:gd name="csX8" fmla="*/ 1802 w 635635"/>
                  <a:gd name="csY8" fmla="*/ 94660 h 665770"/>
                  <a:gd name="csX9" fmla="*/ 1707 w 635635"/>
                  <a:gd name="csY9" fmla="*/ 81201 h 665770"/>
                  <a:gd name="csX10" fmla="*/ 83366 w 635635"/>
                  <a:gd name="csY10" fmla="*/ 3115 h 665770"/>
                  <a:gd name="csX11" fmla="*/ 96817 w 635635"/>
                  <a:gd name="csY11" fmla="*/ 4448 h 665770"/>
                  <a:gd name="csX12" fmla="*/ 247829 w 635635"/>
                  <a:gd name="csY12" fmla="*/ 165239 h 665770"/>
                  <a:gd name="csX13" fmla="*/ 429911 w 635635"/>
                  <a:gd name="csY13" fmla="*/ 360312 h 665770"/>
                  <a:gd name="csX14" fmla="*/ 468566 w 635635"/>
                  <a:gd name="csY14" fmla="*/ 400092 h 6657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635635" h="665770">
                    <a:moveTo>
                      <a:pt x="468566" y="400092"/>
                    </a:moveTo>
                    <a:cubicBezTo>
                      <a:pt x="519486" y="454481"/>
                      <a:pt x="569756" y="508161"/>
                      <a:pt x="620041" y="561826"/>
                    </a:cubicBezTo>
                    <a:cubicBezTo>
                      <a:pt x="623768" y="565803"/>
                      <a:pt x="627579" y="569702"/>
                      <a:pt x="631405" y="573585"/>
                    </a:cubicBezTo>
                    <a:cubicBezTo>
                      <a:pt x="637464" y="579734"/>
                      <a:pt x="636939" y="584890"/>
                      <a:pt x="630322" y="590735"/>
                    </a:cubicBezTo>
                    <a:cubicBezTo>
                      <a:pt x="604508" y="613532"/>
                      <a:pt x="578751" y="636408"/>
                      <a:pt x="553563" y="659886"/>
                    </a:cubicBezTo>
                    <a:cubicBezTo>
                      <a:pt x="545654" y="667258"/>
                      <a:pt x="541162" y="668307"/>
                      <a:pt x="532931" y="659563"/>
                    </a:cubicBezTo>
                    <a:cubicBezTo>
                      <a:pt x="448647" y="570020"/>
                      <a:pt x="363559" y="481233"/>
                      <a:pt x="279307" y="391661"/>
                    </a:cubicBezTo>
                    <a:cubicBezTo>
                      <a:pt x="210916" y="318953"/>
                      <a:pt x="143456" y="245372"/>
                      <a:pt x="75382" y="172365"/>
                    </a:cubicBezTo>
                    <a:cubicBezTo>
                      <a:pt x="51055" y="146276"/>
                      <a:pt x="25943" y="120915"/>
                      <a:pt x="1802" y="94660"/>
                    </a:cubicBezTo>
                    <a:cubicBezTo>
                      <a:pt x="-549" y="92104"/>
                      <a:pt x="-620" y="83493"/>
                      <a:pt x="1707" y="81201"/>
                    </a:cubicBezTo>
                    <a:cubicBezTo>
                      <a:pt x="28535" y="54774"/>
                      <a:pt x="56013" y="29006"/>
                      <a:pt x="83366" y="3115"/>
                    </a:cubicBezTo>
                    <a:cubicBezTo>
                      <a:pt x="88245" y="-1503"/>
                      <a:pt x="91809" y="-927"/>
                      <a:pt x="96817" y="4448"/>
                    </a:cubicBezTo>
                    <a:cubicBezTo>
                      <a:pt x="146942" y="58242"/>
                      <a:pt x="197572" y="111567"/>
                      <a:pt x="247829" y="165239"/>
                    </a:cubicBezTo>
                    <a:cubicBezTo>
                      <a:pt x="308626" y="230167"/>
                      <a:pt x="369152" y="295348"/>
                      <a:pt x="429911" y="360312"/>
                    </a:cubicBezTo>
                    <a:cubicBezTo>
                      <a:pt x="442319" y="373579"/>
                      <a:pt x="455237" y="386370"/>
                      <a:pt x="468566" y="400092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76" name="자유형: 도형 175">
                <a:extLst>
                  <a:ext uri="{FF2B5EF4-FFF2-40B4-BE49-F238E27FC236}">
                    <a16:creationId xmlns:a16="http://schemas.microsoft.com/office/drawing/2014/main" id="{72C847F4-7522-6A15-B12A-1234F5772A07}"/>
                  </a:ext>
                </a:extLst>
              </p:cNvPr>
              <p:cNvSpPr/>
              <p:nvPr/>
            </p:nvSpPr>
            <p:spPr>
              <a:xfrm>
                <a:off x="791041" y="2332574"/>
                <a:ext cx="3020" cy="164675"/>
              </a:xfrm>
              <a:custGeom>
                <a:avLst/>
                <a:gdLst>
                  <a:gd name="csX0" fmla="*/ 18 w 3020"/>
                  <a:gd name="csY0" fmla="*/ 1978 h 164675"/>
                  <a:gd name="csX1" fmla="*/ 20 w 3020"/>
                  <a:gd name="csY1" fmla="*/ 0 h 164675"/>
                  <a:gd name="csX2" fmla="*/ 3020 w 3020"/>
                  <a:gd name="csY2" fmla="*/ 6588 h 164675"/>
                  <a:gd name="csX3" fmla="*/ 1961 w 3020"/>
                  <a:gd name="csY3" fmla="*/ 159545 h 164675"/>
                  <a:gd name="csX4" fmla="*/ 526 w 3020"/>
                  <a:gd name="csY4" fmla="*/ 164475 h 164675"/>
                  <a:gd name="csX5" fmla="*/ 1 w 3020"/>
                  <a:gd name="csY5" fmla="*/ 162140 h 164675"/>
                  <a:gd name="csX6" fmla="*/ 18 w 3020"/>
                  <a:gd name="csY6" fmla="*/ 1978 h 1646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020" h="164675">
                    <a:moveTo>
                      <a:pt x="18" y="1978"/>
                    </a:moveTo>
                    <a:cubicBezTo>
                      <a:pt x="18" y="1978"/>
                      <a:pt x="18" y="659"/>
                      <a:pt x="20" y="0"/>
                    </a:cubicBezTo>
                    <a:cubicBezTo>
                      <a:pt x="1067" y="1757"/>
                      <a:pt x="3030" y="4176"/>
                      <a:pt x="3020" y="6588"/>
                    </a:cubicBezTo>
                    <a:cubicBezTo>
                      <a:pt x="2814" y="57574"/>
                      <a:pt x="2392" y="108560"/>
                      <a:pt x="1961" y="159545"/>
                    </a:cubicBezTo>
                    <a:cubicBezTo>
                      <a:pt x="1950" y="160859"/>
                      <a:pt x="1354" y="162167"/>
                      <a:pt x="526" y="164475"/>
                    </a:cubicBezTo>
                    <a:cubicBezTo>
                      <a:pt x="8" y="165012"/>
                      <a:pt x="-5" y="164552"/>
                      <a:pt x="1" y="162140"/>
                    </a:cubicBezTo>
                    <a:cubicBezTo>
                      <a:pt x="19" y="107452"/>
                      <a:pt x="19" y="54715"/>
                      <a:pt x="18" y="197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77" name="자유형: 도형 176">
                <a:extLst>
                  <a:ext uri="{FF2B5EF4-FFF2-40B4-BE49-F238E27FC236}">
                    <a16:creationId xmlns:a16="http://schemas.microsoft.com/office/drawing/2014/main" id="{22534647-0E63-D794-FBB6-8B8526E84135}"/>
                  </a:ext>
                </a:extLst>
              </p:cNvPr>
              <p:cNvSpPr/>
              <p:nvPr/>
            </p:nvSpPr>
            <p:spPr>
              <a:xfrm>
                <a:off x="380265" y="1915331"/>
                <a:ext cx="14751" cy="749"/>
              </a:xfrm>
              <a:custGeom>
                <a:avLst/>
                <a:gdLst>
                  <a:gd name="csX0" fmla="*/ 14751 w 14751"/>
                  <a:gd name="csY0" fmla="*/ 717 h 749"/>
                  <a:gd name="csX1" fmla="*/ 0 w 14751"/>
                  <a:gd name="csY1" fmla="*/ 19 h 749"/>
                  <a:gd name="csX2" fmla="*/ 14751 w 14751"/>
                  <a:gd name="csY2" fmla="*/ 717 h 7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751" h="749">
                    <a:moveTo>
                      <a:pt x="14751" y="717"/>
                    </a:moveTo>
                    <a:cubicBezTo>
                      <a:pt x="10808" y="848"/>
                      <a:pt x="5904" y="567"/>
                      <a:pt x="0" y="19"/>
                    </a:cubicBezTo>
                    <a:cubicBezTo>
                      <a:pt x="3931" y="-64"/>
                      <a:pt x="8860" y="121"/>
                      <a:pt x="14751" y="71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78" name="자유형: 도형 177">
                <a:extLst>
                  <a:ext uri="{FF2B5EF4-FFF2-40B4-BE49-F238E27FC236}">
                    <a16:creationId xmlns:a16="http://schemas.microsoft.com/office/drawing/2014/main" id="{66A5B20B-13E4-6049-1F34-FDB0FFCF9164}"/>
                  </a:ext>
                </a:extLst>
              </p:cNvPr>
              <p:cNvSpPr/>
              <p:nvPr/>
            </p:nvSpPr>
            <p:spPr>
              <a:xfrm>
                <a:off x="789374" y="2335609"/>
                <a:ext cx="1664" cy="158414"/>
              </a:xfrm>
              <a:custGeom>
                <a:avLst/>
                <a:gdLst>
                  <a:gd name="csX0" fmla="*/ 1307 w 1664"/>
                  <a:gd name="csY0" fmla="*/ 0 h 158414"/>
                  <a:gd name="csX1" fmla="*/ 1649 w 1664"/>
                  <a:gd name="csY1" fmla="*/ 158414 h 158414"/>
                  <a:gd name="csX2" fmla="*/ 0 w 1664"/>
                  <a:gd name="csY2" fmla="*/ 154510 h 158414"/>
                  <a:gd name="csX3" fmla="*/ 1307 w 1664"/>
                  <a:gd name="csY3" fmla="*/ 0 h 1584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664" h="158414">
                    <a:moveTo>
                      <a:pt x="1307" y="0"/>
                    </a:moveTo>
                    <a:cubicBezTo>
                      <a:pt x="1685" y="51679"/>
                      <a:pt x="1686" y="104417"/>
                      <a:pt x="1649" y="158414"/>
                    </a:cubicBezTo>
                    <a:cubicBezTo>
                      <a:pt x="1051" y="157953"/>
                      <a:pt x="-8" y="156229"/>
                      <a:pt x="0" y="154510"/>
                    </a:cubicBezTo>
                    <a:cubicBezTo>
                      <a:pt x="245" y="103359"/>
                      <a:pt x="595" y="52209"/>
                      <a:pt x="1307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CBD9F205-4734-5801-069A-D9C0B7A204AB}"/>
                </a:ext>
              </a:extLst>
            </p:cNvPr>
            <p:cNvGrpSpPr/>
            <p:nvPr/>
          </p:nvGrpSpPr>
          <p:grpSpPr>
            <a:xfrm>
              <a:off x="941669" y="4714291"/>
              <a:ext cx="151287" cy="134951"/>
              <a:chOff x="-2215572" y="1800492"/>
              <a:chExt cx="1961317" cy="1749531"/>
            </a:xfrm>
          </p:grpSpPr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1280C9F2-2693-B9DD-A8D8-1522D8EF2C3C}"/>
                  </a:ext>
                </a:extLst>
              </p:cNvPr>
              <p:cNvSpPr/>
              <p:nvPr/>
            </p:nvSpPr>
            <p:spPr>
              <a:xfrm>
                <a:off x="-1311500" y="1800492"/>
                <a:ext cx="1057245" cy="1072265"/>
              </a:xfrm>
              <a:custGeom>
                <a:avLst/>
                <a:gdLst>
                  <a:gd name="csX0" fmla="*/ 197687 w 1057245"/>
                  <a:gd name="csY0" fmla="*/ 748358 h 1072265"/>
                  <a:gd name="csX1" fmla="*/ 187139 w 1057245"/>
                  <a:gd name="csY1" fmla="*/ 736525 h 1072265"/>
                  <a:gd name="csX2" fmla="*/ 175969 w 1057245"/>
                  <a:gd name="csY2" fmla="*/ 726218 h 1072265"/>
                  <a:gd name="csX3" fmla="*/ 170239 w 1057245"/>
                  <a:gd name="csY3" fmla="*/ 720837 h 1072265"/>
                  <a:gd name="csX4" fmla="*/ 167523 w 1057245"/>
                  <a:gd name="csY4" fmla="*/ 718400 h 1072265"/>
                  <a:gd name="csX5" fmla="*/ 156468 w 1057245"/>
                  <a:gd name="csY5" fmla="*/ 707509 h 1072265"/>
                  <a:gd name="csX6" fmla="*/ 150922 w 1057245"/>
                  <a:gd name="csY6" fmla="*/ 702074 h 1072265"/>
                  <a:gd name="csX7" fmla="*/ 37000 w 1057245"/>
                  <a:gd name="csY7" fmla="*/ 588850 h 1072265"/>
                  <a:gd name="csX8" fmla="*/ 4991 w 1057245"/>
                  <a:gd name="csY8" fmla="*/ 557279 h 1072265"/>
                  <a:gd name="csX9" fmla="*/ 8141 w 1057245"/>
                  <a:gd name="csY9" fmla="*/ 541482 h 1072265"/>
                  <a:gd name="csX10" fmla="*/ 275426 w 1057245"/>
                  <a:gd name="csY10" fmla="*/ 346144 h 1072265"/>
                  <a:gd name="csX11" fmla="*/ 500770 w 1057245"/>
                  <a:gd name="csY11" fmla="*/ 61270 h 1072265"/>
                  <a:gd name="csX12" fmla="*/ 540611 w 1057245"/>
                  <a:gd name="csY12" fmla="*/ 9501 h 1072265"/>
                  <a:gd name="csX13" fmla="*/ 565326 w 1057245"/>
                  <a:gd name="csY13" fmla="*/ 8795 h 1072265"/>
                  <a:gd name="csX14" fmla="*/ 767515 w 1057245"/>
                  <a:gd name="csY14" fmla="*/ 216901 h 1072265"/>
                  <a:gd name="csX15" fmla="*/ 967806 w 1057245"/>
                  <a:gd name="csY15" fmla="*/ 423078 h 1072265"/>
                  <a:gd name="csX16" fmla="*/ 1048747 w 1057245"/>
                  <a:gd name="csY16" fmla="*/ 507628 h 1072265"/>
                  <a:gd name="csX17" fmla="*/ 1046310 w 1057245"/>
                  <a:gd name="csY17" fmla="*/ 533057 h 1072265"/>
                  <a:gd name="csX18" fmla="*/ 854186 w 1057245"/>
                  <a:gd name="csY18" fmla="*/ 678194 h 1072265"/>
                  <a:gd name="csX19" fmla="*/ 649839 w 1057245"/>
                  <a:gd name="csY19" fmla="*/ 871148 h 1072265"/>
                  <a:gd name="csX20" fmla="*/ 529048 w 1057245"/>
                  <a:gd name="csY20" fmla="*/ 1062371 h 1072265"/>
                  <a:gd name="csX21" fmla="*/ 525160 w 1057245"/>
                  <a:gd name="csY21" fmla="*/ 1069523 h 1072265"/>
                  <a:gd name="csX22" fmla="*/ 521310 w 1057245"/>
                  <a:gd name="csY22" fmla="*/ 1072265 h 1072265"/>
                  <a:gd name="csX23" fmla="*/ 382835 w 1057245"/>
                  <a:gd name="csY23" fmla="*/ 934004 h 1072265"/>
                  <a:gd name="csX24" fmla="*/ 379161 w 1057245"/>
                  <a:gd name="csY24" fmla="*/ 929641 h 1072265"/>
                  <a:gd name="csX25" fmla="*/ 378321 w 1057245"/>
                  <a:gd name="csY25" fmla="*/ 928826 h 1072265"/>
                  <a:gd name="csX26" fmla="*/ 374363 w 1057245"/>
                  <a:gd name="csY26" fmla="*/ 925803 h 1072265"/>
                  <a:gd name="csX27" fmla="*/ 366536 w 1057245"/>
                  <a:gd name="csY27" fmla="*/ 917449 h 1072265"/>
                  <a:gd name="csX28" fmla="*/ 362925 w 1057245"/>
                  <a:gd name="csY28" fmla="*/ 912979 h 1072265"/>
                  <a:gd name="csX29" fmla="*/ 362353 w 1057245"/>
                  <a:gd name="csY29" fmla="*/ 912187 h 1072265"/>
                  <a:gd name="csX30" fmla="*/ 360474 w 1057245"/>
                  <a:gd name="csY30" fmla="*/ 910253 h 1072265"/>
                  <a:gd name="csX31" fmla="*/ 359697 w 1057245"/>
                  <a:gd name="csY31" fmla="*/ 909490 h 1072265"/>
                  <a:gd name="csX32" fmla="*/ 357747 w 1057245"/>
                  <a:gd name="csY32" fmla="*/ 907556 h 1072265"/>
                  <a:gd name="csX33" fmla="*/ 356956 w 1057245"/>
                  <a:gd name="csY33" fmla="*/ 906801 h 1072265"/>
                  <a:gd name="csX34" fmla="*/ 355024 w 1057245"/>
                  <a:gd name="csY34" fmla="*/ 904957 h 1072265"/>
                  <a:gd name="csX35" fmla="*/ 353966 w 1057245"/>
                  <a:gd name="csY35" fmla="*/ 904207 h 1072265"/>
                  <a:gd name="csX36" fmla="*/ 349951 w 1057245"/>
                  <a:gd name="csY36" fmla="*/ 901143 h 1072265"/>
                  <a:gd name="csX37" fmla="*/ 336556 w 1057245"/>
                  <a:gd name="csY37" fmla="*/ 887541 h 1072265"/>
                  <a:gd name="csX38" fmla="*/ 332851 w 1057245"/>
                  <a:gd name="csY38" fmla="*/ 883428 h 1072265"/>
                  <a:gd name="csX39" fmla="*/ 332061 w 1057245"/>
                  <a:gd name="csY39" fmla="*/ 882441 h 1072265"/>
                  <a:gd name="csX40" fmla="*/ 330413 w 1057245"/>
                  <a:gd name="csY40" fmla="*/ 880761 h 1072265"/>
                  <a:gd name="csX41" fmla="*/ 329397 w 1057245"/>
                  <a:gd name="csY41" fmla="*/ 879656 h 1072265"/>
                  <a:gd name="csX42" fmla="*/ 327630 w 1057245"/>
                  <a:gd name="csY42" fmla="*/ 877743 h 1072265"/>
                  <a:gd name="csX43" fmla="*/ 326826 w 1057245"/>
                  <a:gd name="csY43" fmla="*/ 876879 h 1072265"/>
                  <a:gd name="csX44" fmla="*/ 324963 w 1057245"/>
                  <a:gd name="csY44" fmla="*/ 875007 h 1072265"/>
                  <a:gd name="csX45" fmla="*/ 323971 w 1057245"/>
                  <a:gd name="csY45" fmla="*/ 874239 h 1072265"/>
                  <a:gd name="csX46" fmla="*/ 319988 w 1057245"/>
                  <a:gd name="csY46" fmla="*/ 871114 h 1072265"/>
                  <a:gd name="csX47" fmla="*/ 311923 w 1057245"/>
                  <a:gd name="csY47" fmla="*/ 862851 h 1072265"/>
                  <a:gd name="csX48" fmla="*/ 306368 w 1057245"/>
                  <a:gd name="csY48" fmla="*/ 857489 h 1072265"/>
                  <a:gd name="csX49" fmla="*/ 287431 w 1057245"/>
                  <a:gd name="csY49" fmla="*/ 838525 h 1072265"/>
                  <a:gd name="csX50" fmla="*/ 284581 w 1057245"/>
                  <a:gd name="csY50" fmla="*/ 835704 h 1072265"/>
                  <a:gd name="csX51" fmla="*/ 243944 w 1057245"/>
                  <a:gd name="csY51" fmla="*/ 794619 h 1072265"/>
                  <a:gd name="csX52" fmla="*/ 241315 w 1057245"/>
                  <a:gd name="csY52" fmla="*/ 791995 h 1072265"/>
                  <a:gd name="csX53" fmla="*/ 200315 w 1057245"/>
                  <a:gd name="csY53" fmla="*/ 751008 h 1072265"/>
                  <a:gd name="csX54" fmla="*/ 197687 w 1057245"/>
                  <a:gd name="csY54" fmla="*/ 748358 h 1072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</a:cxnLst>
                <a:rect l="l" t="t" r="r" b="b"/>
                <a:pathLst>
                  <a:path w="1057245" h="1072265">
                    <a:moveTo>
                      <a:pt x="197687" y="748358"/>
                    </a:moveTo>
                    <a:cubicBezTo>
                      <a:pt x="194465" y="744909"/>
                      <a:pt x="191242" y="741459"/>
                      <a:pt x="187139" y="736525"/>
                    </a:cubicBezTo>
                    <a:cubicBezTo>
                      <a:pt x="182829" y="732099"/>
                      <a:pt x="179399" y="729158"/>
                      <a:pt x="175969" y="726218"/>
                    </a:cubicBezTo>
                    <a:cubicBezTo>
                      <a:pt x="174381" y="724750"/>
                      <a:pt x="172793" y="723283"/>
                      <a:pt x="170239" y="720837"/>
                    </a:cubicBezTo>
                    <a:cubicBezTo>
                      <a:pt x="168751" y="719299"/>
                      <a:pt x="168168" y="718812"/>
                      <a:pt x="167523" y="718400"/>
                    </a:cubicBezTo>
                    <a:cubicBezTo>
                      <a:pt x="164189" y="715185"/>
                      <a:pt x="160856" y="711970"/>
                      <a:pt x="156468" y="707509"/>
                    </a:cubicBezTo>
                    <a:cubicBezTo>
                      <a:pt x="153917" y="704866"/>
                      <a:pt x="152419" y="703470"/>
                      <a:pt x="150922" y="702074"/>
                    </a:cubicBezTo>
                    <a:cubicBezTo>
                      <a:pt x="112949" y="664332"/>
                      <a:pt x="74979" y="626586"/>
                      <a:pt x="37000" y="588850"/>
                    </a:cubicBezTo>
                    <a:cubicBezTo>
                      <a:pt x="26369" y="578286"/>
                      <a:pt x="15921" y="567526"/>
                      <a:pt x="4991" y="557279"/>
                    </a:cubicBezTo>
                    <a:cubicBezTo>
                      <a:pt x="-2964" y="549820"/>
                      <a:pt x="-1040" y="545389"/>
                      <a:pt x="8141" y="541482"/>
                    </a:cubicBezTo>
                    <a:cubicBezTo>
                      <a:pt x="112392" y="497119"/>
                      <a:pt x="198795" y="428525"/>
                      <a:pt x="275426" y="346144"/>
                    </a:cubicBezTo>
                    <a:cubicBezTo>
                      <a:pt x="358189" y="257172"/>
                      <a:pt x="429719" y="159446"/>
                      <a:pt x="500770" y="61270"/>
                    </a:cubicBezTo>
                    <a:cubicBezTo>
                      <a:pt x="513534" y="43634"/>
                      <a:pt x="526738" y="26269"/>
                      <a:pt x="540611" y="9501"/>
                    </a:cubicBezTo>
                    <a:cubicBezTo>
                      <a:pt x="551075" y="-3145"/>
                      <a:pt x="553888" y="-2951"/>
                      <a:pt x="565326" y="8795"/>
                    </a:cubicBezTo>
                    <a:cubicBezTo>
                      <a:pt x="632799" y="78088"/>
                      <a:pt x="700125" y="147526"/>
                      <a:pt x="767515" y="216901"/>
                    </a:cubicBezTo>
                    <a:cubicBezTo>
                      <a:pt x="834277" y="285628"/>
                      <a:pt x="901108" y="354288"/>
                      <a:pt x="967806" y="423078"/>
                    </a:cubicBezTo>
                    <a:cubicBezTo>
                      <a:pt x="994965" y="451089"/>
                      <a:pt x="1022111" y="479123"/>
                      <a:pt x="1048747" y="507628"/>
                    </a:cubicBezTo>
                    <a:cubicBezTo>
                      <a:pt x="1060751" y="520475"/>
                      <a:pt x="1060128" y="522627"/>
                      <a:pt x="1046310" y="533057"/>
                    </a:cubicBezTo>
                    <a:cubicBezTo>
                      <a:pt x="982248" y="581411"/>
                      <a:pt x="917521" y="628908"/>
                      <a:pt x="854186" y="678194"/>
                    </a:cubicBezTo>
                    <a:cubicBezTo>
                      <a:pt x="779985" y="735936"/>
                      <a:pt x="710798" y="799166"/>
                      <a:pt x="649839" y="871148"/>
                    </a:cubicBezTo>
                    <a:cubicBezTo>
                      <a:pt x="600580" y="929315"/>
                      <a:pt x="559462" y="992404"/>
                      <a:pt x="529048" y="1062371"/>
                    </a:cubicBezTo>
                    <a:cubicBezTo>
                      <a:pt x="527969" y="1064855"/>
                      <a:pt x="526664" y="1067276"/>
                      <a:pt x="525160" y="1069523"/>
                    </a:cubicBezTo>
                    <a:cubicBezTo>
                      <a:pt x="524478" y="1070544"/>
                      <a:pt x="523053" y="1071067"/>
                      <a:pt x="521310" y="1072265"/>
                    </a:cubicBezTo>
                    <a:cubicBezTo>
                      <a:pt x="475431" y="1026582"/>
                      <a:pt x="429594" y="980941"/>
                      <a:pt x="382835" y="934004"/>
                    </a:cubicBezTo>
                    <a:cubicBezTo>
                      <a:pt x="380996" y="931686"/>
                      <a:pt x="380079" y="930664"/>
                      <a:pt x="379161" y="929641"/>
                    </a:cubicBezTo>
                    <a:cubicBezTo>
                      <a:pt x="379161" y="929641"/>
                      <a:pt x="378846" y="929496"/>
                      <a:pt x="378321" y="928826"/>
                    </a:cubicBezTo>
                    <a:cubicBezTo>
                      <a:pt x="376652" y="927372"/>
                      <a:pt x="375508" y="926587"/>
                      <a:pt x="374363" y="925803"/>
                    </a:cubicBezTo>
                    <a:cubicBezTo>
                      <a:pt x="372049" y="923433"/>
                      <a:pt x="369734" y="921064"/>
                      <a:pt x="366536" y="917449"/>
                    </a:cubicBezTo>
                    <a:cubicBezTo>
                      <a:pt x="364743" y="915128"/>
                      <a:pt x="363834" y="914054"/>
                      <a:pt x="362925" y="912979"/>
                    </a:cubicBezTo>
                    <a:cubicBezTo>
                      <a:pt x="362925" y="912979"/>
                      <a:pt x="362684" y="912747"/>
                      <a:pt x="362353" y="912187"/>
                    </a:cubicBezTo>
                    <a:cubicBezTo>
                      <a:pt x="361546" y="911124"/>
                      <a:pt x="361031" y="910666"/>
                      <a:pt x="360474" y="910253"/>
                    </a:cubicBezTo>
                    <a:cubicBezTo>
                      <a:pt x="360474" y="910253"/>
                      <a:pt x="360106" y="910070"/>
                      <a:pt x="359697" y="909490"/>
                    </a:cubicBezTo>
                    <a:cubicBezTo>
                      <a:pt x="358815" y="908412"/>
                      <a:pt x="358302" y="907960"/>
                      <a:pt x="357747" y="907556"/>
                    </a:cubicBezTo>
                    <a:cubicBezTo>
                      <a:pt x="357747" y="907556"/>
                      <a:pt x="357365" y="907371"/>
                      <a:pt x="356956" y="906801"/>
                    </a:cubicBezTo>
                    <a:cubicBezTo>
                      <a:pt x="356084" y="905753"/>
                      <a:pt x="355576" y="905329"/>
                      <a:pt x="355024" y="904957"/>
                    </a:cubicBezTo>
                    <a:cubicBezTo>
                      <a:pt x="355024" y="904957"/>
                      <a:pt x="354593" y="904866"/>
                      <a:pt x="353966" y="904207"/>
                    </a:cubicBezTo>
                    <a:cubicBezTo>
                      <a:pt x="352209" y="902747"/>
                      <a:pt x="351080" y="901945"/>
                      <a:pt x="349951" y="901143"/>
                    </a:cubicBezTo>
                    <a:cubicBezTo>
                      <a:pt x="345791" y="897025"/>
                      <a:pt x="341631" y="892906"/>
                      <a:pt x="336556" y="887541"/>
                    </a:cubicBezTo>
                    <a:cubicBezTo>
                      <a:pt x="334711" y="885340"/>
                      <a:pt x="333781" y="884384"/>
                      <a:pt x="332851" y="883428"/>
                    </a:cubicBezTo>
                    <a:cubicBezTo>
                      <a:pt x="332851" y="883428"/>
                      <a:pt x="332400" y="883057"/>
                      <a:pt x="332061" y="882441"/>
                    </a:cubicBezTo>
                    <a:cubicBezTo>
                      <a:pt x="331341" y="881402"/>
                      <a:pt x="330904" y="881048"/>
                      <a:pt x="330413" y="880761"/>
                    </a:cubicBezTo>
                    <a:cubicBezTo>
                      <a:pt x="330413" y="880761"/>
                      <a:pt x="329822" y="880344"/>
                      <a:pt x="329397" y="879656"/>
                    </a:cubicBezTo>
                    <a:cubicBezTo>
                      <a:pt x="328578" y="878501"/>
                      <a:pt x="328130" y="878093"/>
                      <a:pt x="327630" y="877743"/>
                    </a:cubicBezTo>
                    <a:cubicBezTo>
                      <a:pt x="327630" y="877743"/>
                      <a:pt x="327225" y="877476"/>
                      <a:pt x="326826" y="876879"/>
                    </a:cubicBezTo>
                    <a:cubicBezTo>
                      <a:pt x="325982" y="875807"/>
                      <a:pt x="325494" y="875383"/>
                      <a:pt x="324963" y="875007"/>
                    </a:cubicBezTo>
                    <a:cubicBezTo>
                      <a:pt x="324963" y="875007"/>
                      <a:pt x="324567" y="874912"/>
                      <a:pt x="323971" y="874239"/>
                    </a:cubicBezTo>
                    <a:cubicBezTo>
                      <a:pt x="322246" y="872748"/>
                      <a:pt x="321117" y="871931"/>
                      <a:pt x="319988" y="871114"/>
                    </a:cubicBezTo>
                    <a:cubicBezTo>
                      <a:pt x="317626" y="868781"/>
                      <a:pt x="315263" y="866449"/>
                      <a:pt x="311923" y="862851"/>
                    </a:cubicBezTo>
                    <a:cubicBezTo>
                      <a:pt x="309419" y="860221"/>
                      <a:pt x="307894" y="858855"/>
                      <a:pt x="306368" y="857489"/>
                    </a:cubicBezTo>
                    <a:cubicBezTo>
                      <a:pt x="300391" y="851548"/>
                      <a:pt x="294415" y="845607"/>
                      <a:pt x="287431" y="838525"/>
                    </a:cubicBezTo>
                    <a:cubicBezTo>
                      <a:pt x="285873" y="836755"/>
                      <a:pt x="285259" y="836195"/>
                      <a:pt x="284581" y="835704"/>
                    </a:cubicBezTo>
                    <a:cubicBezTo>
                      <a:pt x="271363" y="822377"/>
                      <a:pt x="258145" y="809050"/>
                      <a:pt x="243944" y="794619"/>
                    </a:cubicBezTo>
                    <a:cubicBezTo>
                      <a:pt x="242469" y="792946"/>
                      <a:pt x="241920" y="792440"/>
                      <a:pt x="241315" y="791995"/>
                    </a:cubicBezTo>
                    <a:cubicBezTo>
                      <a:pt x="227975" y="778704"/>
                      <a:pt x="214634" y="765412"/>
                      <a:pt x="200315" y="751008"/>
                    </a:cubicBezTo>
                    <a:cubicBezTo>
                      <a:pt x="198845" y="749321"/>
                      <a:pt x="198295" y="748808"/>
                      <a:pt x="197687" y="74835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9" name="자유형: 도형 168">
                <a:extLst>
                  <a:ext uri="{FF2B5EF4-FFF2-40B4-BE49-F238E27FC236}">
                    <a16:creationId xmlns:a16="http://schemas.microsoft.com/office/drawing/2014/main" id="{9E368DFE-82E9-57B0-510B-3E5AC2D9ADF0}"/>
                  </a:ext>
                </a:extLst>
              </p:cNvPr>
              <p:cNvSpPr/>
              <p:nvPr/>
            </p:nvSpPr>
            <p:spPr>
              <a:xfrm>
                <a:off x="-2215572" y="2713486"/>
                <a:ext cx="1060949" cy="836119"/>
              </a:xfrm>
              <a:custGeom>
                <a:avLst/>
                <a:gdLst>
                  <a:gd name="csX0" fmla="*/ 744446 w 1060949"/>
                  <a:gd name="csY0" fmla="*/ 44442 h 836119"/>
                  <a:gd name="csX1" fmla="*/ 637982 w 1060949"/>
                  <a:gd name="csY1" fmla="*/ 71318 h 836119"/>
                  <a:gd name="csX2" fmla="*/ 401921 w 1060949"/>
                  <a:gd name="csY2" fmla="*/ 272317 h 836119"/>
                  <a:gd name="csX3" fmla="*/ 334798 w 1060949"/>
                  <a:gd name="csY3" fmla="*/ 455781 h 836119"/>
                  <a:gd name="csX4" fmla="*/ 275780 w 1060949"/>
                  <a:gd name="csY4" fmla="*/ 614934 h 836119"/>
                  <a:gd name="csX5" fmla="*/ 216482 w 1060949"/>
                  <a:gd name="csY5" fmla="*/ 691854 h 836119"/>
                  <a:gd name="csX6" fmla="*/ 208656 w 1060949"/>
                  <a:gd name="csY6" fmla="*/ 703001 h 836119"/>
                  <a:gd name="csX7" fmla="*/ 221001 w 1060949"/>
                  <a:gd name="csY7" fmla="*/ 697623 h 836119"/>
                  <a:gd name="csX8" fmla="*/ 334458 w 1060949"/>
                  <a:gd name="csY8" fmla="*/ 569551 h 836119"/>
                  <a:gd name="csX9" fmla="*/ 399032 w 1060949"/>
                  <a:gd name="csY9" fmla="*/ 404824 h 836119"/>
                  <a:gd name="csX10" fmla="*/ 511289 w 1060949"/>
                  <a:gd name="csY10" fmla="*/ 231046 h 836119"/>
                  <a:gd name="csX11" fmla="*/ 565459 w 1060949"/>
                  <a:gd name="csY11" fmla="*/ 185470 h 836119"/>
                  <a:gd name="csX12" fmla="*/ 620670 w 1060949"/>
                  <a:gd name="csY12" fmla="*/ 151689 h 836119"/>
                  <a:gd name="csX13" fmla="*/ 679373 w 1060949"/>
                  <a:gd name="csY13" fmla="*/ 125596 h 836119"/>
                  <a:gd name="csX14" fmla="*/ 804702 w 1060949"/>
                  <a:gd name="csY14" fmla="*/ 95040 h 836119"/>
                  <a:gd name="csX15" fmla="*/ 807228 w 1060949"/>
                  <a:gd name="csY15" fmla="*/ 94425 h 836119"/>
                  <a:gd name="csX16" fmla="*/ 807227 w 1060949"/>
                  <a:gd name="csY16" fmla="*/ 94424 h 836119"/>
                  <a:gd name="csX17" fmla="*/ 807228 w 1060949"/>
                  <a:gd name="csY17" fmla="*/ 94424 h 836119"/>
                  <a:gd name="csX18" fmla="*/ 765949 w 1060949"/>
                  <a:gd name="csY18" fmla="*/ 51059 h 836119"/>
                  <a:gd name="csX19" fmla="*/ 744446 w 1060949"/>
                  <a:gd name="csY19" fmla="*/ 44442 h 836119"/>
                  <a:gd name="csX20" fmla="*/ 762417 w 1060949"/>
                  <a:gd name="csY20" fmla="*/ 37 h 836119"/>
                  <a:gd name="csX21" fmla="*/ 782482 w 1060949"/>
                  <a:gd name="csY21" fmla="*/ 7743 h 836119"/>
                  <a:gd name="csX22" fmla="*/ 898953 w 1060949"/>
                  <a:gd name="csY22" fmla="*/ 124325 h 836119"/>
                  <a:gd name="csX23" fmla="*/ 1053391 w 1060949"/>
                  <a:gd name="csY23" fmla="*/ 277844 h 836119"/>
                  <a:gd name="csX24" fmla="*/ 1059882 w 1060949"/>
                  <a:gd name="csY24" fmla="*/ 293279 h 836119"/>
                  <a:gd name="csX25" fmla="*/ 967099 w 1060949"/>
                  <a:gd name="csY25" fmla="*/ 597955 h 836119"/>
                  <a:gd name="csX26" fmla="*/ 844341 w 1060949"/>
                  <a:gd name="csY26" fmla="*/ 722317 h 836119"/>
                  <a:gd name="csX27" fmla="*/ 656660 w 1060949"/>
                  <a:gd name="csY27" fmla="*/ 813323 h 836119"/>
                  <a:gd name="csX28" fmla="*/ 555987 w 1060949"/>
                  <a:gd name="csY28" fmla="*/ 833262 h 836119"/>
                  <a:gd name="csX29" fmla="*/ 520063 w 1060949"/>
                  <a:gd name="csY29" fmla="*/ 835544 h 836119"/>
                  <a:gd name="csX30" fmla="*/ 514731 w 1060949"/>
                  <a:gd name="csY30" fmla="*/ 835530 h 836119"/>
                  <a:gd name="csX31" fmla="*/ 487669 w 1060949"/>
                  <a:gd name="csY31" fmla="*/ 836119 h 836119"/>
                  <a:gd name="csX32" fmla="*/ 436849 w 1060949"/>
                  <a:gd name="csY32" fmla="*/ 834387 h 836119"/>
                  <a:gd name="csX33" fmla="*/ 422239 w 1060949"/>
                  <a:gd name="csY33" fmla="*/ 833271 h 836119"/>
                  <a:gd name="csX34" fmla="*/ 404093 w 1060949"/>
                  <a:gd name="csY34" fmla="*/ 832072 h 836119"/>
                  <a:gd name="csX35" fmla="*/ 392194 w 1060949"/>
                  <a:gd name="csY35" fmla="*/ 830831 h 836119"/>
                  <a:gd name="csX36" fmla="*/ 382072 w 1060949"/>
                  <a:gd name="csY36" fmla="*/ 829154 h 836119"/>
                  <a:gd name="csX37" fmla="*/ 367612 w 1060949"/>
                  <a:gd name="csY37" fmla="*/ 827680 h 836119"/>
                  <a:gd name="csX38" fmla="*/ 360460 w 1060949"/>
                  <a:gd name="csY38" fmla="*/ 826768 h 836119"/>
                  <a:gd name="csX39" fmla="*/ 354004 w 1060949"/>
                  <a:gd name="csY39" fmla="*/ 825406 h 836119"/>
                  <a:gd name="csX40" fmla="*/ 346886 w 1060949"/>
                  <a:gd name="csY40" fmla="*/ 823956 h 836119"/>
                  <a:gd name="csX41" fmla="*/ 340387 w 1060949"/>
                  <a:gd name="csY41" fmla="*/ 822687 h 836119"/>
                  <a:gd name="csX42" fmla="*/ 333257 w 1060949"/>
                  <a:gd name="csY42" fmla="*/ 821369 h 836119"/>
                  <a:gd name="csX43" fmla="*/ 326811 w 1060949"/>
                  <a:gd name="csY43" fmla="*/ 819670 h 836119"/>
                  <a:gd name="csX44" fmla="*/ 313650 w 1060949"/>
                  <a:gd name="csY44" fmla="*/ 816362 h 836119"/>
                  <a:gd name="csX45" fmla="*/ 288672 w 1060949"/>
                  <a:gd name="csY45" fmla="*/ 811367 h 836119"/>
                  <a:gd name="csX46" fmla="*/ 25675 w 1060949"/>
                  <a:gd name="csY46" fmla="*/ 694016 h 836119"/>
                  <a:gd name="csX47" fmla="*/ 0 w 1060949"/>
                  <a:gd name="csY47" fmla="*/ 677894 h 836119"/>
                  <a:gd name="csX48" fmla="*/ 1141 w 1060949"/>
                  <a:gd name="csY48" fmla="*/ 674249 h 836119"/>
                  <a:gd name="csX49" fmla="*/ 42334 w 1060949"/>
                  <a:gd name="csY49" fmla="*/ 682542 h 836119"/>
                  <a:gd name="csX50" fmla="*/ 171186 w 1060949"/>
                  <a:gd name="csY50" fmla="*/ 662447 h 836119"/>
                  <a:gd name="csX51" fmla="*/ 244371 w 1060949"/>
                  <a:gd name="csY51" fmla="*/ 571948 h 836119"/>
                  <a:gd name="csX52" fmla="*/ 301705 w 1060949"/>
                  <a:gd name="csY52" fmla="*/ 388990 h 836119"/>
                  <a:gd name="csX53" fmla="*/ 528576 w 1060949"/>
                  <a:gd name="csY53" fmla="*/ 70261 h 836119"/>
                  <a:gd name="csX54" fmla="*/ 762417 w 1060949"/>
                  <a:gd name="csY54" fmla="*/ 37 h 836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</a:cxnLst>
                <a:rect l="l" t="t" r="r" b="b"/>
                <a:pathLst>
                  <a:path w="1060949" h="836119">
                    <a:moveTo>
                      <a:pt x="744446" y="44442"/>
                    </a:moveTo>
                    <a:cubicBezTo>
                      <a:pt x="708687" y="52289"/>
                      <a:pt x="672205" y="58824"/>
                      <a:pt x="637982" y="71318"/>
                    </a:cubicBezTo>
                    <a:cubicBezTo>
                      <a:pt x="534876" y="108960"/>
                      <a:pt x="455450" y="175399"/>
                      <a:pt x="401921" y="272317"/>
                    </a:cubicBezTo>
                    <a:cubicBezTo>
                      <a:pt x="369978" y="330152"/>
                      <a:pt x="352413" y="392870"/>
                      <a:pt x="334798" y="455781"/>
                    </a:cubicBezTo>
                    <a:cubicBezTo>
                      <a:pt x="319498" y="510430"/>
                      <a:pt x="303085" y="564752"/>
                      <a:pt x="275780" y="614934"/>
                    </a:cubicBezTo>
                    <a:cubicBezTo>
                      <a:pt x="260144" y="643671"/>
                      <a:pt x="243280" y="671599"/>
                      <a:pt x="216482" y="691854"/>
                    </a:cubicBezTo>
                    <a:cubicBezTo>
                      <a:pt x="214060" y="693685"/>
                      <a:pt x="212774" y="697017"/>
                      <a:pt x="208656" y="703001"/>
                    </a:cubicBezTo>
                    <a:cubicBezTo>
                      <a:pt x="215437" y="700077"/>
                      <a:pt x="218404" y="699163"/>
                      <a:pt x="221001" y="697623"/>
                    </a:cubicBezTo>
                    <a:cubicBezTo>
                      <a:pt x="272504" y="667066"/>
                      <a:pt x="311721" y="625235"/>
                      <a:pt x="334458" y="569551"/>
                    </a:cubicBezTo>
                    <a:cubicBezTo>
                      <a:pt x="356750" y="514955"/>
                      <a:pt x="376351" y="459251"/>
                      <a:pt x="399032" y="404824"/>
                    </a:cubicBezTo>
                    <a:cubicBezTo>
                      <a:pt x="426193" y="339650"/>
                      <a:pt x="461618" y="280436"/>
                      <a:pt x="511289" y="231046"/>
                    </a:cubicBezTo>
                    <a:lnTo>
                      <a:pt x="565459" y="185470"/>
                    </a:lnTo>
                    <a:lnTo>
                      <a:pt x="620670" y="151689"/>
                    </a:lnTo>
                    <a:cubicBezTo>
                      <a:pt x="639695" y="141714"/>
                      <a:pt x="659250" y="133053"/>
                      <a:pt x="679373" y="125596"/>
                    </a:cubicBezTo>
                    <a:lnTo>
                      <a:pt x="804702" y="95040"/>
                    </a:lnTo>
                    <a:lnTo>
                      <a:pt x="807228" y="94425"/>
                    </a:lnTo>
                    <a:lnTo>
                      <a:pt x="807227" y="94424"/>
                    </a:lnTo>
                    <a:lnTo>
                      <a:pt x="807228" y="94424"/>
                    </a:lnTo>
                    <a:cubicBezTo>
                      <a:pt x="791493" y="77601"/>
                      <a:pt x="779584" y="63374"/>
                      <a:pt x="765949" y="51059"/>
                    </a:cubicBezTo>
                    <a:cubicBezTo>
                      <a:pt x="760796" y="46405"/>
                      <a:pt x="750962" y="43012"/>
                      <a:pt x="744446" y="44442"/>
                    </a:cubicBezTo>
                    <a:close/>
                    <a:moveTo>
                      <a:pt x="762417" y="37"/>
                    </a:moveTo>
                    <a:cubicBezTo>
                      <a:pt x="769005" y="-399"/>
                      <a:pt x="777719" y="3070"/>
                      <a:pt x="782482" y="7743"/>
                    </a:cubicBezTo>
                    <a:cubicBezTo>
                      <a:pt x="821690" y="46212"/>
                      <a:pt x="860049" y="85544"/>
                      <a:pt x="898953" y="124325"/>
                    </a:cubicBezTo>
                    <a:cubicBezTo>
                      <a:pt x="950362" y="175569"/>
                      <a:pt x="1002126" y="226457"/>
                      <a:pt x="1053391" y="277844"/>
                    </a:cubicBezTo>
                    <a:cubicBezTo>
                      <a:pt x="1057079" y="281540"/>
                      <a:pt x="1059510" y="287948"/>
                      <a:pt x="1059882" y="293279"/>
                    </a:cubicBezTo>
                    <a:cubicBezTo>
                      <a:pt x="1067783" y="406609"/>
                      <a:pt x="1031332" y="506366"/>
                      <a:pt x="967099" y="597955"/>
                    </a:cubicBezTo>
                    <a:cubicBezTo>
                      <a:pt x="933092" y="646447"/>
                      <a:pt x="892057" y="687943"/>
                      <a:pt x="844341" y="722317"/>
                    </a:cubicBezTo>
                    <a:cubicBezTo>
                      <a:pt x="787260" y="763438"/>
                      <a:pt x="724941" y="795186"/>
                      <a:pt x="656660" y="813323"/>
                    </a:cubicBezTo>
                    <a:cubicBezTo>
                      <a:pt x="624335" y="821909"/>
                      <a:pt x="591063" y="826935"/>
                      <a:pt x="555987" y="833262"/>
                    </a:cubicBezTo>
                    <a:cubicBezTo>
                      <a:pt x="542524" y="833815"/>
                      <a:pt x="531293" y="834680"/>
                      <a:pt x="520063" y="835544"/>
                    </a:cubicBezTo>
                    <a:cubicBezTo>
                      <a:pt x="518910" y="835627"/>
                      <a:pt x="517757" y="835710"/>
                      <a:pt x="514731" y="835530"/>
                    </a:cubicBezTo>
                    <a:cubicBezTo>
                      <a:pt x="504461" y="835551"/>
                      <a:pt x="496065" y="835835"/>
                      <a:pt x="487669" y="836119"/>
                    </a:cubicBezTo>
                    <a:cubicBezTo>
                      <a:pt x="471368" y="835716"/>
                      <a:pt x="455068" y="835312"/>
                      <a:pt x="436849" y="834387"/>
                    </a:cubicBezTo>
                    <a:cubicBezTo>
                      <a:pt x="430700" y="833667"/>
                      <a:pt x="426470" y="833469"/>
                      <a:pt x="422239" y="833271"/>
                    </a:cubicBezTo>
                    <a:cubicBezTo>
                      <a:pt x="416780" y="833039"/>
                      <a:pt x="411322" y="832806"/>
                      <a:pt x="404093" y="832072"/>
                    </a:cubicBezTo>
                    <a:cubicBezTo>
                      <a:pt x="398947" y="831325"/>
                      <a:pt x="395571" y="831078"/>
                      <a:pt x="392194" y="830831"/>
                    </a:cubicBezTo>
                    <a:cubicBezTo>
                      <a:pt x="389397" y="830466"/>
                      <a:pt x="386599" y="830100"/>
                      <a:pt x="382072" y="829154"/>
                    </a:cubicBezTo>
                    <a:cubicBezTo>
                      <a:pt x="376099" y="828276"/>
                      <a:pt x="371855" y="827978"/>
                      <a:pt x="367612" y="827680"/>
                    </a:cubicBezTo>
                    <a:cubicBezTo>
                      <a:pt x="365680" y="827534"/>
                      <a:pt x="363749" y="827387"/>
                      <a:pt x="360460" y="826768"/>
                    </a:cubicBezTo>
                    <a:cubicBezTo>
                      <a:pt x="357403" y="825998"/>
                      <a:pt x="355704" y="825702"/>
                      <a:pt x="354004" y="825406"/>
                    </a:cubicBezTo>
                    <a:cubicBezTo>
                      <a:pt x="352088" y="825087"/>
                      <a:pt x="350172" y="824768"/>
                      <a:pt x="346886" y="823956"/>
                    </a:cubicBezTo>
                    <a:cubicBezTo>
                      <a:pt x="343806" y="823204"/>
                      <a:pt x="342097" y="822945"/>
                      <a:pt x="340387" y="822687"/>
                    </a:cubicBezTo>
                    <a:cubicBezTo>
                      <a:pt x="338459" y="822431"/>
                      <a:pt x="336530" y="822175"/>
                      <a:pt x="333257" y="821369"/>
                    </a:cubicBezTo>
                    <a:cubicBezTo>
                      <a:pt x="330212" y="820436"/>
                      <a:pt x="328512" y="820053"/>
                      <a:pt x="326811" y="819670"/>
                    </a:cubicBezTo>
                    <a:cubicBezTo>
                      <a:pt x="322963" y="818863"/>
                      <a:pt x="319114" y="818057"/>
                      <a:pt x="313650" y="816362"/>
                    </a:cubicBezTo>
                    <a:cubicBezTo>
                      <a:pt x="304247" y="814105"/>
                      <a:pt x="296459" y="812736"/>
                      <a:pt x="288672" y="811367"/>
                    </a:cubicBezTo>
                    <a:cubicBezTo>
                      <a:pt x="193213" y="789716"/>
                      <a:pt x="105328" y="751133"/>
                      <a:pt x="25675" y="694016"/>
                    </a:cubicBezTo>
                    <a:cubicBezTo>
                      <a:pt x="17478" y="688138"/>
                      <a:pt x="8575" y="683244"/>
                      <a:pt x="0" y="677894"/>
                    </a:cubicBezTo>
                    <a:cubicBezTo>
                      <a:pt x="380" y="676679"/>
                      <a:pt x="761" y="675464"/>
                      <a:pt x="1141" y="674249"/>
                    </a:cubicBezTo>
                    <a:cubicBezTo>
                      <a:pt x="14870" y="677026"/>
                      <a:pt x="28560" y="680008"/>
                      <a:pt x="42334" y="682542"/>
                    </a:cubicBezTo>
                    <a:cubicBezTo>
                      <a:pt x="87605" y="690868"/>
                      <a:pt x="131154" y="686497"/>
                      <a:pt x="171186" y="662447"/>
                    </a:cubicBezTo>
                    <a:cubicBezTo>
                      <a:pt x="206392" y="641296"/>
                      <a:pt x="230984" y="609662"/>
                      <a:pt x="244371" y="571948"/>
                    </a:cubicBezTo>
                    <a:cubicBezTo>
                      <a:pt x="265738" y="511752"/>
                      <a:pt x="284875" y="450616"/>
                      <a:pt x="301705" y="388990"/>
                    </a:cubicBezTo>
                    <a:cubicBezTo>
                      <a:pt x="338402" y="254614"/>
                      <a:pt x="406914" y="143383"/>
                      <a:pt x="528576" y="70261"/>
                    </a:cubicBezTo>
                    <a:cubicBezTo>
                      <a:pt x="600298" y="27154"/>
                      <a:pt x="679172" y="5542"/>
                      <a:pt x="762417" y="3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38" name="자유형: 도형 137">
                <a:extLst>
                  <a:ext uri="{FF2B5EF4-FFF2-40B4-BE49-F238E27FC236}">
                    <a16:creationId xmlns:a16="http://schemas.microsoft.com/office/drawing/2014/main" id="{B2FED854-76B7-FAC5-466D-2688580633E6}"/>
                  </a:ext>
                </a:extLst>
              </p:cNvPr>
              <p:cNvSpPr/>
              <p:nvPr/>
            </p:nvSpPr>
            <p:spPr>
              <a:xfrm>
                <a:off x="-1390516" y="2434674"/>
                <a:ext cx="519922" cy="513127"/>
              </a:xfrm>
              <a:custGeom>
                <a:avLst/>
                <a:gdLst>
                  <a:gd name="csX0" fmla="*/ 293138 w 519922"/>
                  <a:gd name="csY0" fmla="*/ 512480 h 513127"/>
                  <a:gd name="csX1" fmla="*/ 99107 w 519922"/>
                  <a:gd name="csY1" fmla="*/ 317875 h 513127"/>
                  <a:gd name="csX2" fmla="*/ 4711 w 519922"/>
                  <a:gd name="csY2" fmla="*/ 227553 h 513127"/>
                  <a:gd name="csX3" fmla="*/ 3901 w 519922"/>
                  <a:gd name="csY3" fmla="*/ 208484 h 513127"/>
                  <a:gd name="csX4" fmla="*/ 50370 w 519922"/>
                  <a:gd name="csY4" fmla="*/ 88798 h 513127"/>
                  <a:gd name="csX5" fmla="*/ 52153 w 519922"/>
                  <a:gd name="csY5" fmla="*/ 7598 h 513127"/>
                  <a:gd name="csX6" fmla="*/ 51819 w 519922"/>
                  <a:gd name="csY6" fmla="*/ 0 h 513127"/>
                  <a:gd name="csX7" fmla="*/ 519923 w 519922"/>
                  <a:gd name="csY7" fmla="*/ 470450 h 513127"/>
                  <a:gd name="csX8" fmla="*/ 492360 w 519922"/>
                  <a:gd name="csY8" fmla="*/ 468061 h 513127"/>
                  <a:gd name="csX9" fmla="*/ 363408 w 519922"/>
                  <a:gd name="csY9" fmla="*/ 486081 h 513127"/>
                  <a:gd name="csX10" fmla="*/ 307964 w 519922"/>
                  <a:gd name="csY10" fmla="*/ 512110 h 513127"/>
                  <a:gd name="csX11" fmla="*/ 293138 w 519922"/>
                  <a:gd name="csY11" fmla="*/ 512480 h 5131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19922" h="513127">
                    <a:moveTo>
                      <a:pt x="293138" y="512480"/>
                    </a:moveTo>
                    <a:cubicBezTo>
                      <a:pt x="227978" y="447152"/>
                      <a:pt x="163821" y="382234"/>
                      <a:pt x="99107" y="317875"/>
                    </a:cubicBezTo>
                    <a:cubicBezTo>
                      <a:pt x="68233" y="287171"/>
                      <a:pt x="36482" y="257338"/>
                      <a:pt x="4711" y="227553"/>
                    </a:cubicBezTo>
                    <a:cubicBezTo>
                      <a:pt x="-2644" y="220658"/>
                      <a:pt x="-168" y="215116"/>
                      <a:pt x="3901" y="208484"/>
                    </a:cubicBezTo>
                    <a:cubicBezTo>
                      <a:pt x="26652" y="171402"/>
                      <a:pt x="44791" y="132089"/>
                      <a:pt x="50370" y="88798"/>
                    </a:cubicBezTo>
                    <a:cubicBezTo>
                      <a:pt x="53811" y="62097"/>
                      <a:pt x="51778" y="34689"/>
                      <a:pt x="52153" y="7598"/>
                    </a:cubicBezTo>
                    <a:cubicBezTo>
                      <a:pt x="52193" y="4682"/>
                      <a:pt x="51902" y="1763"/>
                      <a:pt x="51819" y="0"/>
                    </a:cubicBezTo>
                    <a:cubicBezTo>
                      <a:pt x="208255" y="157220"/>
                      <a:pt x="364761" y="314510"/>
                      <a:pt x="519923" y="470450"/>
                    </a:cubicBezTo>
                    <a:cubicBezTo>
                      <a:pt x="513890" y="469951"/>
                      <a:pt x="503020" y="469692"/>
                      <a:pt x="492360" y="468061"/>
                    </a:cubicBezTo>
                    <a:cubicBezTo>
                      <a:pt x="447524" y="461198"/>
                      <a:pt x="404633" y="468055"/>
                      <a:pt x="363408" y="486081"/>
                    </a:cubicBezTo>
                    <a:cubicBezTo>
                      <a:pt x="344709" y="494258"/>
                      <a:pt x="326622" y="503831"/>
                      <a:pt x="307964" y="512110"/>
                    </a:cubicBezTo>
                    <a:cubicBezTo>
                      <a:pt x="303926" y="513902"/>
                      <a:pt x="298629" y="512858"/>
                      <a:pt x="293138" y="51248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39" name="자유형: 도형 138">
                <a:extLst>
                  <a:ext uri="{FF2B5EF4-FFF2-40B4-BE49-F238E27FC236}">
                    <a16:creationId xmlns:a16="http://schemas.microsoft.com/office/drawing/2014/main" id="{9722E15C-6090-80BC-2EA8-F8912D17AC3D}"/>
                  </a:ext>
                </a:extLst>
              </p:cNvPr>
              <p:cNvSpPr/>
              <p:nvPr/>
            </p:nvSpPr>
            <p:spPr>
              <a:xfrm>
                <a:off x="-1694242" y="3546781"/>
                <a:ext cx="33470" cy="2389"/>
              </a:xfrm>
              <a:custGeom>
                <a:avLst/>
                <a:gdLst>
                  <a:gd name="csX0" fmla="*/ 0 w 33470"/>
                  <a:gd name="csY0" fmla="*/ 2389 h 2389"/>
                  <a:gd name="csX1" fmla="*/ 33471 w 33470"/>
                  <a:gd name="csY1" fmla="*/ 0 h 2389"/>
                  <a:gd name="csX2" fmla="*/ 0 w 33470"/>
                  <a:gd name="csY2" fmla="*/ 2389 h 23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3470" h="2389">
                    <a:moveTo>
                      <a:pt x="0" y="2389"/>
                    </a:moveTo>
                    <a:cubicBezTo>
                      <a:pt x="9964" y="1385"/>
                      <a:pt x="21194" y="520"/>
                      <a:pt x="33471" y="0"/>
                    </a:cubicBezTo>
                    <a:cubicBezTo>
                      <a:pt x="23434" y="1073"/>
                      <a:pt x="12350" y="1801"/>
                      <a:pt x="0" y="238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0" name="자유형: 도형 139">
                <a:extLst>
                  <a:ext uri="{FF2B5EF4-FFF2-40B4-BE49-F238E27FC236}">
                    <a16:creationId xmlns:a16="http://schemas.microsoft.com/office/drawing/2014/main" id="{1333D35D-858D-11DA-2B74-8B5645593884}"/>
                  </a:ext>
                </a:extLst>
              </p:cNvPr>
              <p:cNvSpPr/>
              <p:nvPr/>
            </p:nvSpPr>
            <p:spPr>
              <a:xfrm>
                <a:off x="-1726918" y="3549067"/>
                <a:ext cx="25211" cy="956"/>
              </a:xfrm>
              <a:custGeom>
                <a:avLst/>
                <a:gdLst>
                  <a:gd name="csX0" fmla="*/ 0 w 25211"/>
                  <a:gd name="csY0" fmla="*/ 949 h 956"/>
                  <a:gd name="csX1" fmla="*/ 25212 w 25211"/>
                  <a:gd name="csY1" fmla="*/ 3 h 956"/>
                  <a:gd name="csX2" fmla="*/ 0 w 25211"/>
                  <a:gd name="csY2" fmla="*/ 949 h 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5211" h="956">
                    <a:moveTo>
                      <a:pt x="0" y="949"/>
                    </a:moveTo>
                    <a:cubicBezTo>
                      <a:pt x="7411" y="254"/>
                      <a:pt x="15808" y="-30"/>
                      <a:pt x="25212" y="3"/>
                    </a:cubicBezTo>
                    <a:cubicBezTo>
                      <a:pt x="17808" y="666"/>
                      <a:pt x="9397" y="1013"/>
                      <a:pt x="0" y="94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1" name="자유형: 도형 140">
                <a:extLst>
                  <a:ext uri="{FF2B5EF4-FFF2-40B4-BE49-F238E27FC236}">
                    <a16:creationId xmlns:a16="http://schemas.microsoft.com/office/drawing/2014/main" id="{0EEF3CA4-4EF9-0978-5353-1EBEF56834EE}"/>
                  </a:ext>
                </a:extLst>
              </p:cNvPr>
              <p:cNvSpPr/>
              <p:nvPr/>
            </p:nvSpPr>
            <p:spPr>
              <a:xfrm>
                <a:off x="-1926006" y="3525341"/>
                <a:ext cx="23141" cy="4238"/>
              </a:xfrm>
              <a:custGeom>
                <a:avLst/>
                <a:gdLst>
                  <a:gd name="csX0" fmla="*/ 0 w 23141"/>
                  <a:gd name="csY0" fmla="*/ 0 h 4238"/>
                  <a:gd name="csX1" fmla="*/ 23141 w 23141"/>
                  <a:gd name="csY1" fmla="*/ 4239 h 4238"/>
                  <a:gd name="csX2" fmla="*/ 0 w 23141"/>
                  <a:gd name="csY2" fmla="*/ 0 h 42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3141" h="4238">
                    <a:moveTo>
                      <a:pt x="0" y="0"/>
                    </a:moveTo>
                    <a:cubicBezTo>
                      <a:pt x="6894" y="881"/>
                      <a:pt x="14681" y="2250"/>
                      <a:pt x="23141" y="4239"/>
                    </a:cubicBezTo>
                    <a:cubicBezTo>
                      <a:pt x="16174" y="3401"/>
                      <a:pt x="8534" y="1945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2" name="자유형: 도형 141">
                <a:extLst>
                  <a:ext uri="{FF2B5EF4-FFF2-40B4-BE49-F238E27FC236}">
                    <a16:creationId xmlns:a16="http://schemas.microsoft.com/office/drawing/2014/main" id="{6555BA5C-CADB-5709-6B5D-A5458687638F}"/>
                  </a:ext>
                </a:extLst>
              </p:cNvPr>
              <p:cNvSpPr/>
              <p:nvPr/>
            </p:nvSpPr>
            <p:spPr>
              <a:xfrm>
                <a:off x="-1792398" y="3547084"/>
                <a:ext cx="12428" cy="772"/>
              </a:xfrm>
              <a:custGeom>
                <a:avLst/>
                <a:gdLst>
                  <a:gd name="csX0" fmla="*/ 0 w 12428"/>
                  <a:gd name="csY0" fmla="*/ 80 h 772"/>
                  <a:gd name="csX1" fmla="*/ 12428 w 12428"/>
                  <a:gd name="csY1" fmla="*/ 691 h 772"/>
                  <a:gd name="csX2" fmla="*/ 0 w 12428"/>
                  <a:gd name="csY2" fmla="*/ 80 h 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428" h="772">
                    <a:moveTo>
                      <a:pt x="0" y="80"/>
                    </a:moveTo>
                    <a:cubicBezTo>
                      <a:pt x="3296" y="-129"/>
                      <a:pt x="7527" y="69"/>
                      <a:pt x="12428" y="691"/>
                    </a:cubicBezTo>
                    <a:cubicBezTo>
                      <a:pt x="9044" y="906"/>
                      <a:pt x="4989" y="696"/>
                      <a:pt x="0" y="8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3" name="자유형: 도형 142">
                <a:extLst>
                  <a:ext uri="{FF2B5EF4-FFF2-40B4-BE49-F238E27FC236}">
                    <a16:creationId xmlns:a16="http://schemas.microsoft.com/office/drawing/2014/main" id="{8C37F106-DE5B-2A8B-FC4C-7CD7C9EE792F}"/>
                  </a:ext>
                </a:extLst>
              </p:cNvPr>
              <p:cNvSpPr/>
              <p:nvPr/>
            </p:nvSpPr>
            <p:spPr>
              <a:xfrm>
                <a:off x="-1135140" y="2527472"/>
                <a:ext cx="10208" cy="8870"/>
              </a:xfrm>
              <a:custGeom>
                <a:avLst/>
                <a:gdLst>
                  <a:gd name="csX0" fmla="*/ 0 w 10208"/>
                  <a:gd name="csY0" fmla="*/ 0 h 8870"/>
                  <a:gd name="csX1" fmla="*/ 10208 w 10208"/>
                  <a:gd name="csY1" fmla="*/ 8871 h 8870"/>
                  <a:gd name="csX2" fmla="*/ 0 w 10208"/>
                  <a:gd name="csY2" fmla="*/ 0 h 88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208" h="8870">
                    <a:moveTo>
                      <a:pt x="0" y="0"/>
                    </a:moveTo>
                    <a:cubicBezTo>
                      <a:pt x="3039" y="2178"/>
                      <a:pt x="6469" y="5119"/>
                      <a:pt x="10208" y="8871"/>
                    </a:cubicBezTo>
                    <a:cubicBezTo>
                      <a:pt x="7142" y="6709"/>
                      <a:pt x="3766" y="3736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4" name="자유형: 도형 143">
                <a:extLst>
                  <a:ext uri="{FF2B5EF4-FFF2-40B4-BE49-F238E27FC236}">
                    <a16:creationId xmlns:a16="http://schemas.microsoft.com/office/drawing/2014/main" id="{F1995F67-DAAC-CB79-9FA2-AFB1E36BE537}"/>
                  </a:ext>
                </a:extLst>
              </p:cNvPr>
              <p:cNvSpPr/>
              <p:nvPr/>
            </p:nvSpPr>
            <p:spPr>
              <a:xfrm>
                <a:off x="-1822499" y="3544678"/>
                <a:ext cx="9854" cy="859"/>
              </a:xfrm>
              <a:custGeom>
                <a:avLst/>
                <a:gdLst>
                  <a:gd name="csX0" fmla="*/ 0 w 9854"/>
                  <a:gd name="csY0" fmla="*/ 49 h 859"/>
                  <a:gd name="csX1" fmla="*/ 9855 w 9854"/>
                  <a:gd name="csY1" fmla="*/ 809 h 859"/>
                  <a:gd name="csX2" fmla="*/ 0 w 9854"/>
                  <a:gd name="csY2" fmla="*/ 49 h 8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854" h="859">
                    <a:moveTo>
                      <a:pt x="0" y="49"/>
                    </a:moveTo>
                    <a:cubicBezTo>
                      <a:pt x="2498" y="-115"/>
                      <a:pt x="5875" y="132"/>
                      <a:pt x="9855" y="809"/>
                    </a:cubicBezTo>
                    <a:cubicBezTo>
                      <a:pt x="7265" y="979"/>
                      <a:pt x="4071" y="719"/>
                      <a:pt x="0" y="4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5" name="자유형: 도형 144">
                <a:extLst>
                  <a:ext uri="{FF2B5EF4-FFF2-40B4-BE49-F238E27FC236}">
                    <a16:creationId xmlns:a16="http://schemas.microsoft.com/office/drawing/2014/main" id="{DFD3FFD6-E8BB-074F-7BD5-FD532CCBC011}"/>
                  </a:ext>
                </a:extLst>
              </p:cNvPr>
              <p:cNvSpPr/>
              <p:nvPr/>
            </p:nvSpPr>
            <p:spPr>
              <a:xfrm>
                <a:off x="-1846974" y="3541446"/>
                <a:ext cx="12433" cy="1008"/>
              </a:xfrm>
              <a:custGeom>
                <a:avLst/>
                <a:gdLst>
                  <a:gd name="csX0" fmla="*/ 0 w 12433"/>
                  <a:gd name="csY0" fmla="*/ 0 h 1008"/>
                  <a:gd name="csX1" fmla="*/ 12433 w 12433"/>
                  <a:gd name="csY1" fmla="*/ 1008 h 1008"/>
                  <a:gd name="csX2" fmla="*/ 0 w 12433"/>
                  <a:gd name="csY2" fmla="*/ 0 h 10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433" h="1008">
                    <a:moveTo>
                      <a:pt x="0" y="0"/>
                    </a:moveTo>
                    <a:cubicBezTo>
                      <a:pt x="3258" y="18"/>
                      <a:pt x="7501" y="316"/>
                      <a:pt x="12433" y="1008"/>
                    </a:cubicBezTo>
                    <a:cubicBezTo>
                      <a:pt x="9076" y="1028"/>
                      <a:pt x="5031" y="65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6" name="자유형: 도형 145">
                <a:extLst>
                  <a:ext uri="{FF2B5EF4-FFF2-40B4-BE49-F238E27FC236}">
                    <a16:creationId xmlns:a16="http://schemas.microsoft.com/office/drawing/2014/main" id="{3B514786-0677-737B-6F48-EFF458E3D47C}"/>
                  </a:ext>
                </a:extLst>
              </p:cNvPr>
              <p:cNvSpPr/>
              <p:nvPr/>
            </p:nvSpPr>
            <p:spPr>
              <a:xfrm>
                <a:off x="-1860882" y="3539246"/>
                <a:ext cx="4810" cy="891"/>
              </a:xfrm>
              <a:custGeom>
                <a:avLst/>
                <a:gdLst>
                  <a:gd name="csX0" fmla="*/ 0 w 4810"/>
                  <a:gd name="csY0" fmla="*/ 9 h 891"/>
                  <a:gd name="csX1" fmla="*/ 4810 w 4810"/>
                  <a:gd name="csY1" fmla="*/ 883 h 891"/>
                  <a:gd name="csX2" fmla="*/ 0 w 4810"/>
                  <a:gd name="csY2" fmla="*/ 9 h 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810" h="891">
                    <a:moveTo>
                      <a:pt x="0" y="9"/>
                    </a:moveTo>
                    <a:cubicBezTo>
                      <a:pt x="1014" y="-58"/>
                      <a:pt x="2713" y="238"/>
                      <a:pt x="4810" y="883"/>
                    </a:cubicBezTo>
                    <a:cubicBezTo>
                      <a:pt x="3700" y="946"/>
                      <a:pt x="2193" y="660"/>
                      <a:pt x="0" y="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7" name="자유형: 도형 146">
                <a:extLst>
                  <a:ext uri="{FF2B5EF4-FFF2-40B4-BE49-F238E27FC236}">
                    <a16:creationId xmlns:a16="http://schemas.microsoft.com/office/drawing/2014/main" id="{BF28C106-FBE7-E473-CB2A-D07460C441C1}"/>
                  </a:ext>
                </a:extLst>
              </p:cNvPr>
              <p:cNvSpPr/>
              <p:nvPr/>
            </p:nvSpPr>
            <p:spPr>
              <a:xfrm>
                <a:off x="-1874498" y="3536516"/>
                <a:ext cx="4854" cy="786"/>
              </a:xfrm>
              <a:custGeom>
                <a:avLst/>
                <a:gdLst>
                  <a:gd name="csX0" fmla="*/ 0 w 4854"/>
                  <a:gd name="csY0" fmla="*/ 25 h 786"/>
                  <a:gd name="csX1" fmla="*/ 4855 w 4854"/>
                  <a:gd name="csY1" fmla="*/ 765 h 786"/>
                  <a:gd name="csX2" fmla="*/ 0 w 4854"/>
                  <a:gd name="csY2" fmla="*/ 25 h 7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854" h="786">
                    <a:moveTo>
                      <a:pt x="0" y="25"/>
                    </a:moveTo>
                    <a:cubicBezTo>
                      <a:pt x="1024" y="-85"/>
                      <a:pt x="2733" y="173"/>
                      <a:pt x="4855" y="765"/>
                    </a:cubicBezTo>
                    <a:cubicBezTo>
                      <a:pt x="3740" y="863"/>
                      <a:pt x="2213" y="628"/>
                      <a:pt x="0" y="25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8" name="자유형: 도형 147">
                <a:extLst>
                  <a:ext uri="{FF2B5EF4-FFF2-40B4-BE49-F238E27FC236}">
                    <a16:creationId xmlns:a16="http://schemas.microsoft.com/office/drawing/2014/main" id="{D1BF5748-1592-9EF7-DAE9-041418E99FA4}"/>
                  </a:ext>
                </a:extLst>
              </p:cNvPr>
              <p:cNvSpPr/>
              <p:nvPr/>
            </p:nvSpPr>
            <p:spPr>
              <a:xfrm>
                <a:off x="-1888085" y="3533550"/>
                <a:ext cx="4812" cy="1136"/>
              </a:xfrm>
              <a:custGeom>
                <a:avLst/>
                <a:gdLst>
                  <a:gd name="csX0" fmla="*/ 0 w 4812"/>
                  <a:gd name="csY0" fmla="*/ 0 h 1136"/>
                  <a:gd name="csX1" fmla="*/ 4813 w 4812"/>
                  <a:gd name="csY1" fmla="*/ 1137 h 1136"/>
                  <a:gd name="csX2" fmla="*/ 0 w 4812"/>
                  <a:gd name="csY2" fmla="*/ 0 h 11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812" h="1136">
                    <a:moveTo>
                      <a:pt x="0" y="0"/>
                    </a:moveTo>
                    <a:cubicBezTo>
                      <a:pt x="1025" y="-12"/>
                      <a:pt x="2726" y="372"/>
                      <a:pt x="4813" y="1137"/>
                    </a:cubicBezTo>
                    <a:cubicBezTo>
                      <a:pt x="3691" y="1144"/>
                      <a:pt x="2183" y="770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49" name="자유형: 도형 148">
                <a:extLst>
                  <a:ext uri="{FF2B5EF4-FFF2-40B4-BE49-F238E27FC236}">
                    <a16:creationId xmlns:a16="http://schemas.microsoft.com/office/drawing/2014/main" id="{75CADD56-9B37-01C7-723E-77BD357A6634}"/>
                  </a:ext>
                </a:extLst>
              </p:cNvPr>
              <p:cNvSpPr/>
              <p:nvPr/>
            </p:nvSpPr>
            <p:spPr>
              <a:xfrm>
                <a:off x="-1004745" y="2658654"/>
                <a:ext cx="4625" cy="4059"/>
              </a:xfrm>
              <a:custGeom>
                <a:avLst/>
                <a:gdLst>
                  <a:gd name="csX0" fmla="*/ 0 w 4625"/>
                  <a:gd name="csY0" fmla="*/ 0 h 4059"/>
                  <a:gd name="csX1" fmla="*/ 4626 w 4625"/>
                  <a:gd name="csY1" fmla="*/ 4059 h 4059"/>
                  <a:gd name="csX2" fmla="*/ 0 w 4625"/>
                  <a:gd name="csY2" fmla="*/ 0 h 4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625" h="4059">
                    <a:moveTo>
                      <a:pt x="0" y="0"/>
                    </a:moveTo>
                    <a:cubicBezTo>
                      <a:pt x="1138" y="692"/>
                      <a:pt x="2664" y="2058"/>
                      <a:pt x="4626" y="4059"/>
                    </a:cubicBezTo>
                    <a:cubicBezTo>
                      <a:pt x="3504" y="3354"/>
                      <a:pt x="1946" y="201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0" name="자유형: 도형 149">
                <a:extLst>
                  <a:ext uri="{FF2B5EF4-FFF2-40B4-BE49-F238E27FC236}">
                    <a16:creationId xmlns:a16="http://schemas.microsoft.com/office/drawing/2014/main" id="{4E69D27D-1579-104E-785A-53B0E7D8505E}"/>
                  </a:ext>
                </a:extLst>
              </p:cNvPr>
              <p:cNvSpPr/>
              <p:nvPr/>
            </p:nvSpPr>
            <p:spPr>
              <a:xfrm>
                <a:off x="-1160279" y="2503296"/>
                <a:ext cx="4651" cy="4074"/>
              </a:xfrm>
              <a:custGeom>
                <a:avLst/>
                <a:gdLst>
                  <a:gd name="csX0" fmla="*/ 0 w 4651"/>
                  <a:gd name="csY0" fmla="*/ 0 h 4074"/>
                  <a:gd name="csX1" fmla="*/ 4651 w 4651"/>
                  <a:gd name="csY1" fmla="*/ 4074 h 4074"/>
                  <a:gd name="csX2" fmla="*/ 0 w 4651"/>
                  <a:gd name="csY2" fmla="*/ 0 h 40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4651" h="4074">
                    <a:moveTo>
                      <a:pt x="0" y="0"/>
                    </a:moveTo>
                    <a:cubicBezTo>
                      <a:pt x="1199" y="666"/>
                      <a:pt x="2697" y="2062"/>
                      <a:pt x="4651" y="4074"/>
                    </a:cubicBezTo>
                    <a:cubicBezTo>
                      <a:pt x="3505" y="3371"/>
                      <a:pt x="1902" y="2051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1" name="자유형: 도형 150">
                <a:extLst>
                  <a:ext uri="{FF2B5EF4-FFF2-40B4-BE49-F238E27FC236}">
                    <a16:creationId xmlns:a16="http://schemas.microsoft.com/office/drawing/2014/main" id="{49495577-2837-DE6D-4371-1E93AF6A07F5}"/>
                  </a:ext>
                </a:extLst>
              </p:cNvPr>
              <p:cNvSpPr/>
              <p:nvPr/>
            </p:nvSpPr>
            <p:spPr>
              <a:xfrm>
                <a:off x="-948301" y="2714128"/>
                <a:ext cx="2792" cy="3187"/>
              </a:xfrm>
              <a:custGeom>
                <a:avLst/>
                <a:gdLst>
                  <a:gd name="csX0" fmla="*/ 0 w 2792"/>
                  <a:gd name="csY0" fmla="*/ 0 h 3187"/>
                  <a:gd name="csX1" fmla="*/ 2792 w 2792"/>
                  <a:gd name="csY1" fmla="*/ 3187 h 3187"/>
                  <a:gd name="csX2" fmla="*/ 0 w 2792"/>
                  <a:gd name="csY2" fmla="*/ 0 h 31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792" h="3187">
                    <a:moveTo>
                      <a:pt x="0" y="0"/>
                    </a:moveTo>
                    <a:cubicBezTo>
                      <a:pt x="634" y="418"/>
                      <a:pt x="1544" y="1492"/>
                      <a:pt x="2792" y="3187"/>
                    </a:cubicBezTo>
                    <a:cubicBezTo>
                      <a:pt x="2179" y="2757"/>
                      <a:pt x="1227" y="1707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2" name="자유형: 도형 151">
                <a:extLst>
                  <a:ext uri="{FF2B5EF4-FFF2-40B4-BE49-F238E27FC236}">
                    <a16:creationId xmlns:a16="http://schemas.microsoft.com/office/drawing/2014/main" id="{336CDD07-5208-2C66-B768-2B71C9CC14FA}"/>
                  </a:ext>
                </a:extLst>
              </p:cNvPr>
              <p:cNvSpPr/>
              <p:nvPr/>
            </p:nvSpPr>
            <p:spPr>
              <a:xfrm>
                <a:off x="-936697" y="2726845"/>
                <a:ext cx="3468" cy="2306"/>
              </a:xfrm>
              <a:custGeom>
                <a:avLst/>
                <a:gdLst>
                  <a:gd name="csX0" fmla="*/ 0 w 3468"/>
                  <a:gd name="csY0" fmla="*/ 0 h 2306"/>
                  <a:gd name="csX1" fmla="*/ 3468 w 3468"/>
                  <a:gd name="csY1" fmla="*/ 2307 h 2306"/>
                  <a:gd name="csX2" fmla="*/ 0 w 3468"/>
                  <a:gd name="csY2" fmla="*/ 0 h 2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68" h="2306">
                    <a:moveTo>
                      <a:pt x="0" y="0"/>
                    </a:moveTo>
                    <a:cubicBezTo>
                      <a:pt x="704" y="234"/>
                      <a:pt x="1848" y="1019"/>
                      <a:pt x="3468" y="2307"/>
                    </a:cubicBezTo>
                    <a:cubicBezTo>
                      <a:pt x="2776" y="2057"/>
                      <a:pt x="1608" y="130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3" name="자유형: 도형 152">
                <a:extLst>
                  <a:ext uri="{FF2B5EF4-FFF2-40B4-BE49-F238E27FC236}">
                    <a16:creationId xmlns:a16="http://schemas.microsoft.com/office/drawing/2014/main" id="{84AFB92D-DBC2-3401-6AB6-2CAACAC1454D}"/>
                  </a:ext>
                </a:extLst>
              </p:cNvPr>
              <p:cNvSpPr/>
              <p:nvPr/>
            </p:nvSpPr>
            <p:spPr>
              <a:xfrm>
                <a:off x="-932050" y="2730763"/>
                <a:ext cx="2805" cy="3038"/>
              </a:xfrm>
              <a:custGeom>
                <a:avLst/>
                <a:gdLst>
                  <a:gd name="csX0" fmla="*/ 0 w 2805"/>
                  <a:gd name="csY0" fmla="*/ 0 h 3038"/>
                  <a:gd name="csX1" fmla="*/ 2805 w 2805"/>
                  <a:gd name="csY1" fmla="*/ 3039 h 3038"/>
                  <a:gd name="csX2" fmla="*/ 0 w 2805"/>
                  <a:gd name="csY2" fmla="*/ 0 h 3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05" h="3038">
                    <a:moveTo>
                      <a:pt x="0" y="0"/>
                    </a:moveTo>
                    <a:cubicBezTo>
                      <a:pt x="628" y="392"/>
                      <a:pt x="1545" y="1415"/>
                      <a:pt x="2805" y="3039"/>
                    </a:cubicBezTo>
                    <a:cubicBezTo>
                      <a:pt x="2195" y="2636"/>
                      <a:pt x="1242" y="1633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4" name="자유형: 도형 153">
                <a:extLst>
                  <a:ext uri="{FF2B5EF4-FFF2-40B4-BE49-F238E27FC236}">
                    <a16:creationId xmlns:a16="http://schemas.microsoft.com/office/drawing/2014/main" id="{85F06FAE-9279-A31E-4B74-55C38318D0E4}"/>
                  </a:ext>
                </a:extLst>
              </p:cNvPr>
              <p:cNvSpPr/>
              <p:nvPr/>
            </p:nvSpPr>
            <p:spPr>
              <a:xfrm>
                <a:off x="-961115" y="2702192"/>
                <a:ext cx="3438" cy="2339"/>
              </a:xfrm>
              <a:custGeom>
                <a:avLst/>
                <a:gdLst>
                  <a:gd name="csX0" fmla="*/ 0 w 3438"/>
                  <a:gd name="csY0" fmla="*/ 0 h 2339"/>
                  <a:gd name="csX1" fmla="*/ 3439 w 3438"/>
                  <a:gd name="csY1" fmla="*/ 2339 h 2339"/>
                  <a:gd name="csX2" fmla="*/ 0 w 3438"/>
                  <a:gd name="csY2" fmla="*/ 0 h 23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38" h="2339">
                    <a:moveTo>
                      <a:pt x="0" y="0"/>
                    </a:moveTo>
                    <a:cubicBezTo>
                      <a:pt x="695" y="245"/>
                      <a:pt x="1824" y="1047"/>
                      <a:pt x="3439" y="2339"/>
                    </a:cubicBezTo>
                    <a:cubicBezTo>
                      <a:pt x="2761" y="2072"/>
                      <a:pt x="1597" y="131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5" name="자유형: 도형 154">
                <a:extLst>
                  <a:ext uri="{FF2B5EF4-FFF2-40B4-BE49-F238E27FC236}">
                    <a16:creationId xmlns:a16="http://schemas.microsoft.com/office/drawing/2014/main" id="{715587F2-C2F1-2BE5-6D5A-00B441B8F544}"/>
                  </a:ext>
                </a:extLst>
              </p:cNvPr>
              <p:cNvSpPr/>
              <p:nvPr/>
            </p:nvSpPr>
            <p:spPr>
              <a:xfrm>
                <a:off x="-978350" y="2684521"/>
                <a:ext cx="2837" cy="2843"/>
              </a:xfrm>
              <a:custGeom>
                <a:avLst/>
                <a:gdLst>
                  <a:gd name="csX0" fmla="*/ 0 w 2837"/>
                  <a:gd name="csY0" fmla="*/ 0 h 2843"/>
                  <a:gd name="csX1" fmla="*/ 2837 w 2837"/>
                  <a:gd name="csY1" fmla="*/ 2843 h 2843"/>
                  <a:gd name="csX2" fmla="*/ 0 w 2837"/>
                  <a:gd name="csY2" fmla="*/ 0 h 28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2837" h="2843">
                    <a:moveTo>
                      <a:pt x="0" y="0"/>
                    </a:moveTo>
                    <a:cubicBezTo>
                      <a:pt x="631" y="355"/>
                      <a:pt x="1561" y="1310"/>
                      <a:pt x="2837" y="2843"/>
                    </a:cubicBezTo>
                    <a:cubicBezTo>
                      <a:pt x="2222" y="2481"/>
                      <a:pt x="1261" y="1541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6" name="자유형: 도형 155">
                <a:extLst>
                  <a:ext uri="{FF2B5EF4-FFF2-40B4-BE49-F238E27FC236}">
                    <a16:creationId xmlns:a16="http://schemas.microsoft.com/office/drawing/2014/main" id="{95C3C15E-30BC-C984-8B4C-B2066D33FFCF}"/>
                  </a:ext>
                </a:extLst>
              </p:cNvPr>
              <p:cNvSpPr/>
              <p:nvPr/>
            </p:nvSpPr>
            <p:spPr>
              <a:xfrm>
                <a:off x="-991079" y="2672166"/>
                <a:ext cx="3427" cy="2401"/>
              </a:xfrm>
              <a:custGeom>
                <a:avLst/>
                <a:gdLst>
                  <a:gd name="csX0" fmla="*/ 0 w 3427"/>
                  <a:gd name="csY0" fmla="*/ 0 h 2401"/>
                  <a:gd name="csX1" fmla="*/ 3427 w 3427"/>
                  <a:gd name="csY1" fmla="*/ 2402 h 2401"/>
                  <a:gd name="csX2" fmla="*/ 0 w 3427"/>
                  <a:gd name="csY2" fmla="*/ 0 h 2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27" h="2401">
                    <a:moveTo>
                      <a:pt x="0" y="0"/>
                    </a:moveTo>
                    <a:cubicBezTo>
                      <a:pt x="696" y="257"/>
                      <a:pt x="1825" y="1074"/>
                      <a:pt x="3427" y="2402"/>
                    </a:cubicBezTo>
                    <a:cubicBezTo>
                      <a:pt x="2745" y="2129"/>
                      <a:pt x="1589" y="1344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7" name="자유형: 도형 156">
                <a:extLst>
                  <a:ext uri="{FF2B5EF4-FFF2-40B4-BE49-F238E27FC236}">
                    <a16:creationId xmlns:a16="http://schemas.microsoft.com/office/drawing/2014/main" id="{EFA77271-23F2-F680-77E9-5FEE2DBB4509}"/>
                  </a:ext>
                </a:extLst>
              </p:cNvPr>
              <p:cNvSpPr/>
              <p:nvPr/>
            </p:nvSpPr>
            <p:spPr>
              <a:xfrm>
                <a:off x="-953505" y="2708509"/>
                <a:ext cx="1625" cy="1319"/>
              </a:xfrm>
              <a:custGeom>
                <a:avLst/>
                <a:gdLst>
                  <a:gd name="csX0" fmla="*/ 0 w 1625"/>
                  <a:gd name="csY0" fmla="*/ 6 h 1319"/>
                  <a:gd name="csX1" fmla="*/ 1626 w 1625"/>
                  <a:gd name="csY1" fmla="*/ 1282 h 1319"/>
                  <a:gd name="csX2" fmla="*/ 0 w 1625"/>
                  <a:gd name="csY2" fmla="*/ 6 h 13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25" h="1319">
                    <a:moveTo>
                      <a:pt x="0" y="6"/>
                    </a:moveTo>
                    <a:cubicBezTo>
                      <a:pt x="306" y="-57"/>
                      <a:pt x="820" y="395"/>
                      <a:pt x="1626" y="1282"/>
                    </a:cubicBezTo>
                    <a:cubicBezTo>
                      <a:pt x="1262" y="1452"/>
                      <a:pt x="692" y="1053"/>
                      <a:pt x="0" y="6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8" name="자유형: 도형 157">
                <a:extLst>
                  <a:ext uri="{FF2B5EF4-FFF2-40B4-BE49-F238E27FC236}">
                    <a16:creationId xmlns:a16="http://schemas.microsoft.com/office/drawing/2014/main" id="{178D6F6E-2E49-816E-6D60-DAA8A81364CB}"/>
                  </a:ext>
                </a:extLst>
              </p:cNvPr>
              <p:cNvSpPr/>
              <p:nvPr/>
            </p:nvSpPr>
            <p:spPr>
              <a:xfrm>
                <a:off x="-950777" y="2711211"/>
                <a:ext cx="1634" cy="1336"/>
              </a:xfrm>
              <a:custGeom>
                <a:avLst/>
                <a:gdLst>
                  <a:gd name="csX0" fmla="*/ 0 w 1634"/>
                  <a:gd name="csY0" fmla="*/ 5 h 1336"/>
                  <a:gd name="csX1" fmla="*/ 1634 w 1634"/>
                  <a:gd name="csY1" fmla="*/ 1299 h 1336"/>
                  <a:gd name="csX2" fmla="*/ 0 w 1634"/>
                  <a:gd name="csY2" fmla="*/ 5 h 13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34" h="1336">
                    <a:moveTo>
                      <a:pt x="0" y="5"/>
                    </a:moveTo>
                    <a:cubicBezTo>
                      <a:pt x="307" y="-54"/>
                      <a:pt x="823" y="404"/>
                      <a:pt x="1634" y="1299"/>
                    </a:cubicBezTo>
                    <a:cubicBezTo>
                      <a:pt x="1268" y="1469"/>
                      <a:pt x="695" y="1064"/>
                      <a:pt x="0" y="5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59" name="자유형: 도형 158">
                <a:extLst>
                  <a:ext uri="{FF2B5EF4-FFF2-40B4-BE49-F238E27FC236}">
                    <a16:creationId xmlns:a16="http://schemas.microsoft.com/office/drawing/2014/main" id="{E290F53C-24E1-ED4E-FF81-2ABE994AFB33}"/>
                  </a:ext>
                </a:extLst>
              </p:cNvPr>
              <p:cNvSpPr/>
              <p:nvPr/>
            </p:nvSpPr>
            <p:spPr>
              <a:xfrm>
                <a:off x="-1069891" y="2592970"/>
                <a:ext cx="1694" cy="1489"/>
              </a:xfrm>
              <a:custGeom>
                <a:avLst/>
                <a:gdLst>
                  <a:gd name="csX0" fmla="*/ 0 w 1694"/>
                  <a:gd name="csY0" fmla="*/ 2 h 1489"/>
                  <a:gd name="csX1" fmla="*/ 1694 w 1694"/>
                  <a:gd name="csY1" fmla="*/ 1478 h 1489"/>
                  <a:gd name="csX2" fmla="*/ 0 w 1694"/>
                  <a:gd name="csY2" fmla="*/ 2 h 14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94" h="1489">
                    <a:moveTo>
                      <a:pt x="0" y="2"/>
                    </a:moveTo>
                    <a:cubicBezTo>
                      <a:pt x="310" y="-38"/>
                      <a:pt x="859" y="468"/>
                      <a:pt x="1694" y="1478"/>
                    </a:cubicBezTo>
                    <a:cubicBezTo>
                      <a:pt x="1350" y="1572"/>
                      <a:pt x="769" y="1095"/>
                      <a:pt x="0" y="2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0" name="자유형: 도형 159">
                <a:extLst>
                  <a:ext uri="{FF2B5EF4-FFF2-40B4-BE49-F238E27FC236}">
                    <a16:creationId xmlns:a16="http://schemas.microsoft.com/office/drawing/2014/main" id="{4509D27E-55D5-5DDE-EB25-15C47673CCB1}"/>
                  </a:ext>
                </a:extLst>
              </p:cNvPr>
              <p:cNvSpPr/>
              <p:nvPr/>
            </p:nvSpPr>
            <p:spPr>
              <a:xfrm>
                <a:off x="-1113517" y="2549336"/>
                <a:ext cx="1695" cy="1509"/>
              </a:xfrm>
              <a:custGeom>
                <a:avLst/>
                <a:gdLst>
                  <a:gd name="csX0" fmla="*/ 0 w 1695"/>
                  <a:gd name="csY0" fmla="*/ 2 h 1509"/>
                  <a:gd name="csX1" fmla="*/ 1695 w 1695"/>
                  <a:gd name="csY1" fmla="*/ 1499 h 1509"/>
                  <a:gd name="csX2" fmla="*/ 0 w 1695"/>
                  <a:gd name="csY2" fmla="*/ 2 h 15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95" h="1509">
                    <a:moveTo>
                      <a:pt x="0" y="2"/>
                    </a:moveTo>
                    <a:cubicBezTo>
                      <a:pt x="311" y="-36"/>
                      <a:pt x="861" y="477"/>
                      <a:pt x="1695" y="1499"/>
                    </a:cubicBezTo>
                    <a:cubicBezTo>
                      <a:pt x="1352" y="1587"/>
                      <a:pt x="772" y="1101"/>
                      <a:pt x="0" y="2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1" name="자유형: 도형 160">
                <a:extLst>
                  <a:ext uri="{FF2B5EF4-FFF2-40B4-BE49-F238E27FC236}">
                    <a16:creationId xmlns:a16="http://schemas.microsoft.com/office/drawing/2014/main" id="{1C3C9E78-01F5-0761-F9F5-E9702794B809}"/>
                  </a:ext>
                </a:extLst>
              </p:cNvPr>
              <p:cNvSpPr/>
              <p:nvPr/>
            </p:nvSpPr>
            <p:spPr>
              <a:xfrm>
                <a:off x="-956228" y="2705887"/>
                <a:ext cx="1597" cy="1252"/>
              </a:xfrm>
              <a:custGeom>
                <a:avLst/>
                <a:gdLst>
                  <a:gd name="csX0" fmla="*/ 0 w 1597"/>
                  <a:gd name="csY0" fmla="*/ 9 h 1252"/>
                  <a:gd name="csX1" fmla="*/ 1598 w 1597"/>
                  <a:gd name="csY1" fmla="*/ 1211 h 1252"/>
                  <a:gd name="csX2" fmla="*/ 0 w 1597"/>
                  <a:gd name="csY2" fmla="*/ 9 h 1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97" h="1252">
                    <a:moveTo>
                      <a:pt x="0" y="9"/>
                    </a:moveTo>
                    <a:cubicBezTo>
                      <a:pt x="303" y="-67"/>
                      <a:pt x="811" y="357"/>
                      <a:pt x="1598" y="1211"/>
                    </a:cubicBezTo>
                    <a:cubicBezTo>
                      <a:pt x="1245" y="1387"/>
                      <a:pt x="687" y="1009"/>
                      <a:pt x="0" y="9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2" name="자유형: 도형 161">
                <a:extLst>
                  <a:ext uri="{FF2B5EF4-FFF2-40B4-BE49-F238E27FC236}">
                    <a16:creationId xmlns:a16="http://schemas.microsoft.com/office/drawing/2014/main" id="{24A5A3B5-2BC0-578F-D004-4DFCB03616EF}"/>
                  </a:ext>
                </a:extLst>
              </p:cNvPr>
              <p:cNvSpPr/>
              <p:nvPr/>
            </p:nvSpPr>
            <p:spPr>
              <a:xfrm>
                <a:off x="-980891" y="2681624"/>
                <a:ext cx="1365" cy="1077"/>
              </a:xfrm>
              <a:custGeom>
                <a:avLst/>
                <a:gdLst>
                  <a:gd name="csX0" fmla="*/ 0 w 1365"/>
                  <a:gd name="csY0" fmla="*/ 17 h 1077"/>
                  <a:gd name="csX1" fmla="*/ 1365 w 1365"/>
                  <a:gd name="csY1" fmla="*/ 1030 h 1077"/>
                  <a:gd name="csX2" fmla="*/ 0 w 1365"/>
                  <a:gd name="csY2" fmla="*/ 17 h 10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365" h="1077">
                    <a:moveTo>
                      <a:pt x="0" y="17"/>
                    </a:moveTo>
                    <a:cubicBezTo>
                      <a:pt x="295" y="-85"/>
                      <a:pt x="731" y="270"/>
                      <a:pt x="1365" y="1030"/>
                    </a:cubicBezTo>
                    <a:cubicBezTo>
                      <a:pt x="1034" y="1209"/>
                      <a:pt x="560" y="889"/>
                      <a:pt x="0" y="1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3" name="자유형: 도형 162">
                <a:extLst>
                  <a:ext uri="{FF2B5EF4-FFF2-40B4-BE49-F238E27FC236}">
                    <a16:creationId xmlns:a16="http://schemas.microsoft.com/office/drawing/2014/main" id="{EB98B448-0838-C391-B3CF-6056AB7604C5}"/>
                  </a:ext>
                </a:extLst>
              </p:cNvPr>
              <p:cNvSpPr/>
              <p:nvPr/>
            </p:nvSpPr>
            <p:spPr>
              <a:xfrm>
                <a:off x="-983669" y="2678650"/>
                <a:ext cx="1408" cy="1209"/>
              </a:xfrm>
              <a:custGeom>
                <a:avLst/>
                <a:gdLst>
                  <a:gd name="csX0" fmla="*/ 0 w 1408"/>
                  <a:gd name="csY0" fmla="*/ 8 h 1209"/>
                  <a:gd name="csX1" fmla="*/ 1409 w 1408"/>
                  <a:gd name="csY1" fmla="*/ 1171 h 1209"/>
                  <a:gd name="csX2" fmla="*/ 0 w 1408"/>
                  <a:gd name="csY2" fmla="*/ 8 h 12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408" h="1209">
                    <a:moveTo>
                      <a:pt x="0" y="8"/>
                    </a:moveTo>
                    <a:cubicBezTo>
                      <a:pt x="299" y="-65"/>
                      <a:pt x="746" y="343"/>
                      <a:pt x="1409" y="1171"/>
                    </a:cubicBezTo>
                    <a:cubicBezTo>
                      <a:pt x="1058" y="1336"/>
                      <a:pt x="567" y="969"/>
                      <a:pt x="0" y="8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4" name="자유형: 도형 163">
                <a:extLst>
                  <a:ext uri="{FF2B5EF4-FFF2-40B4-BE49-F238E27FC236}">
                    <a16:creationId xmlns:a16="http://schemas.microsoft.com/office/drawing/2014/main" id="{0968871D-0F45-68A4-D0E3-DF4DE5A9A433}"/>
                  </a:ext>
                </a:extLst>
              </p:cNvPr>
              <p:cNvSpPr/>
              <p:nvPr/>
            </p:nvSpPr>
            <p:spPr>
              <a:xfrm>
                <a:off x="-986304" y="2675935"/>
                <a:ext cx="1541" cy="1248"/>
              </a:xfrm>
              <a:custGeom>
                <a:avLst/>
                <a:gdLst>
                  <a:gd name="csX0" fmla="*/ 0 w 1541"/>
                  <a:gd name="csY0" fmla="*/ 7 h 1248"/>
                  <a:gd name="csX1" fmla="*/ 1542 w 1541"/>
                  <a:gd name="csY1" fmla="*/ 1210 h 1248"/>
                  <a:gd name="csX2" fmla="*/ 0 w 1541"/>
                  <a:gd name="csY2" fmla="*/ 7 h 12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41" h="1248">
                    <a:moveTo>
                      <a:pt x="0" y="7"/>
                    </a:moveTo>
                    <a:cubicBezTo>
                      <a:pt x="297" y="-60"/>
                      <a:pt x="785" y="364"/>
                      <a:pt x="1542" y="1210"/>
                    </a:cubicBezTo>
                    <a:cubicBezTo>
                      <a:pt x="1191" y="1378"/>
                      <a:pt x="652" y="1001"/>
                      <a:pt x="0" y="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5" name="자유형: 도형 164">
                <a:extLst>
                  <a:ext uri="{FF2B5EF4-FFF2-40B4-BE49-F238E27FC236}">
                    <a16:creationId xmlns:a16="http://schemas.microsoft.com/office/drawing/2014/main" id="{CFB36EC6-DB52-5942-8772-6F49FF84CB3B}"/>
                  </a:ext>
                </a:extLst>
              </p:cNvPr>
              <p:cNvSpPr/>
              <p:nvPr/>
            </p:nvSpPr>
            <p:spPr>
              <a:xfrm>
                <a:off x="-1143643" y="2519355"/>
                <a:ext cx="1777" cy="1444"/>
              </a:xfrm>
              <a:custGeom>
                <a:avLst/>
                <a:gdLst>
                  <a:gd name="csX0" fmla="*/ 0 w 1777"/>
                  <a:gd name="csY0" fmla="*/ 4 h 1444"/>
                  <a:gd name="csX1" fmla="*/ 1777 w 1777"/>
                  <a:gd name="csY1" fmla="*/ 1433 h 1444"/>
                  <a:gd name="csX2" fmla="*/ 0 w 1777"/>
                  <a:gd name="csY2" fmla="*/ 4 h 1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777" h="1444">
                    <a:moveTo>
                      <a:pt x="0" y="4"/>
                    </a:moveTo>
                    <a:cubicBezTo>
                      <a:pt x="310" y="-51"/>
                      <a:pt x="893" y="436"/>
                      <a:pt x="1777" y="1433"/>
                    </a:cubicBezTo>
                    <a:cubicBezTo>
                      <a:pt x="1446" y="1523"/>
                      <a:pt x="844" y="1057"/>
                      <a:pt x="0" y="4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166" name="자유형: 도형 165">
                <a:extLst>
                  <a:ext uri="{FF2B5EF4-FFF2-40B4-BE49-F238E27FC236}">
                    <a16:creationId xmlns:a16="http://schemas.microsoft.com/office/drawing/2014/main" id="{66BA5C58-BED9-2BA8-B34B-C52D7BE1CD1C}"/>
                  </a:ext>
                </a:extLst>
              </p:cNvPr>
              <p:cNvSpPr/>
              <p:nvPr/>
            </p:nvSpPr>
            <p:spPr>
              <a:xfrm>
                <a:off x="-1026576" y="2636722"/>
                <a:ext cx="1884" cy="1653"/>
              </a:xfrm>
              <a:custGeom>
                <a:avLst/>
                <a:gdLst>
                  <a:gd name="csX0" fmla="*/ 0 w 1884"/>
                  <a:gd name="csY0" fmla="*/ 2 h 1653"/>
                  <a:gd name="csX1" fmla="*/ 1884 w 1884"/>
                  <a:gd name="csY1" fmla="*/ 1645 h 1653"/>
                  <a:gd name="csX2" fmla="*/ 0 w 1884"/>
                  <a:gd name="csY2" fmla="*/ 2 h 16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884" h="1653">
                    <a:moveTo>
                      <a:pt x="0" y="2"/>
                    </a:moveTo>
                    <a:cubicBezTo>
                      <a:pt x="334" y="-36"/>
                      <a:pt x="949" y="524"/>
                      <a:pt x="1884" y="1645"/>
                    </a:cubicBezTo>
                    <a:cubicBezTo>
                      <a:pt x="1520" y="1729"/>
                      <a:pt x="878" y="1193"/>
                      <a:pt x="0" y="2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>
                  <a:solidFill>
                    <a:schemeClr val="lt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768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F72477-1252-D244-48B9-61BAC26D8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30F120F9-2144-6811-60B5-1D7E00360B69}"/>
              </a:ext>
            </a:extLst>
          </p:cNvPr>
          <p:cNvGrpSpPr/>
          <p:nvPr/>
        </p:nvGrpSpPr>
        <p:grpSpPr>
          <a:xfrm>
            <a:off x="324903" y="1911350"/>
            <a:ext cx="630525" cy="948955"/>
            <a:chOff x="324903" y="1710973"/>
            <a:chExt cx="630525" cy="948955"/>
          </a:xfrm>
        </p:grpSpPr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174A360B-5884-D717-7737-D9FE868997C5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3E9308B-5513-7B4E-AB32-77DBFF6D1E38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6" name="사각형: 둥근 위쪽 모서리 5">
                <a:extLst>
                  <a:ext uri="{FF2B5EF4-FFF2-40B4-BE49-F238E27FC236}">
                    <a16:creationId xmlns:a16="http://schemas.microsoft.com/office/drawing/2014/main" id="{54B6E744-F2E7-97E6-6EA2-BE6A41B00DF8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81D48391-54F0-53F7-D07F-95A135FA55B6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20F948C9-B43F-E071-3BAA-1C830BD07ABC}"/>
              </a:ext>
            </a:extLst>
          </p:cNvPr>
          <p:cNvGrpSpPr/>
          <p:nvPr/>
        </p:nvGrpSpPr>
        <p:grpSpPr>
          <a:xfrm>
            <a:off x="1031449" y="1911351"/>
            <a:ext cx="630525" cy="948956"/>
            <a:chOff x="1260090" y="1710974"/>
            <a:chExt cx="630525" cy="948956"/>
          </a:xfrm>
        </p:grpSpPr>
        <p:sp>
          <p:nvSpPr>
            <p:cNvPr id="25" name="사각형: 둥근 위쪽 모서리 24">
              <a:extLst>
                <a:ext uri="{FF2B5EF4-FFF2-40B4-BE49-F238E27FC236}">
                  <a16:creationId xmlns:a16="http://schemas.microsoft.com/office/drawing/2014/main" id="{05F13C4F-EC86-0E18-6836-95B2A997B8B4}"/>
                </a:ext>
              </a:extLst>
            </p:cNvPr>
            <p:cNvSpPr/>
            <p:nvPr/>
          </p:nvSpPr>
          <p:spPr>
            <a:xfrm rot="5400000">
              <a:off x="1100875" y="1870190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5A27426-8805-6FF4-CE8F-7FD6296088A1}"/>
                </a:ext>
              </a:extLst>
            </p:cNvPr>
            <p:cNvGrpSpPr/>
            <p:nvPr/>
          </p:nvGrpSpPr>
          <p:grpSpPr>
            <a:xfrm>
              <a:off x="1260090" y="1710974"/>
              <a:ext cx="628794" cy="946350"/>
              <a:chOff x="2138045" y="3527386"/>
              <a:chExt cx="2425965" cy="3651137"/>
            </a:xfrm>
          </p:grpSpPr>
          <p:sp>
            <p:nvSpPr>
              <p:cNvPr id="73" name="사각형: 둥근 위쪽 모서리 72">
                <a:extLst>
                  <a:ext uri="{FF2B5EF4-FFF2-40B4-BE49-F238E27FC236}">
                    <a16:creationId xmlns:a16="http://schemas.microsoft.com/office/drawing/2014/main" id="{76E50600-5A0A-435E-1061-BDF34325110A}"/>
                  </a:ext>
                </a:extLst>
              </p:cNvPr>
              <p:cNvSpPr/>
              <p:nvPr/>
            </p:nvSpPr>
            <p:spPr>
              <a:xfrm rot="5400000">
                <a:off x="1525460" y="4139973"/>
                <a:ext cx="3651136" cy="2425964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305683"/>
              </a:solidFill>
              <a:ln>
                <a:noFill/>
              </a:ln>
              <a:effectLst>
                <a:outerShdw dist="12700" dir="2700000" algn="tl" rotWithShape="0">
                  <a:srgbClr val="27466B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041C32B1-820D-DF03-FA57-D033AF59EFE5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2746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03E4003-DD13-DF00-8B8E-CF9A0ADA67E9}"/>
              </a:ext>
            </a:extLst>
          </p:cNvPr>
          <p:cNvGrpSpPr/>
          <p:nvPr/>
        </p:nvGrpSpPr>
        <p:grpSpPr>
          <a:xfrm>
            <a:off x="2444542" y="1911351"/>
            <a:ext cx="630525" cy="948955"/>
            <a:chOff x="2471584" y="1710974"/>
            <a:chExt cx="630525" cy="948955"/>
          </a:xfrm>
        </p:grpSpPr>
        <p:sp>
          <p:nvSpPr>
            <p:cNvPr id="29" name="사각형: 둥근 위쪽 모서리 28">
              <a:extLst>
                <a:ext uri="{FF2B5EF4-FFF2-40B4-BE49-F238E27FC236}">
                  <a16:creationId xmlns:a16="http://schemas.microsoft.com/office/drawing/2014/main" id="{75B4787E-3C99-3593-56FD-D90F6208525F}"/>
                </a:ext>
              </a:extLst>
            </p:cNvPr>
            <p:cNvSpPr/>
            <p:nvPr/>
          </p:nvSpPr>
          <p:spPr>
            <a:xfrm rot="5400000">
              <a:off x="2312369" y="1870189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FD83561D-C6BF-9699-01D3-3E86919DAD20}"/>
                </a:ext>
              </a:extLst>
            </p:cNvPr>
            <p:cNvGrpSpPr/>
            <p:nvPr/>
          </p:nvGrpSpPr>
          <p:grpSpPr>
            <a:xfrm>
              <a:off x="2471584" y="1710974"/>
              <a:ext cx="628794" cy="946350"/>
              <a:chOff x="2138045" y="3527386"/>
              <a:chExt cx="2425965" cy="3651137"/>
            </a:xfrm>
          </p:grpSpPr>
          <p:sp>
            <p:nvSpPr>
              <p:cNvPr id="80" name="사각형: 둥근 위쪽 모서리 79">
                <a:extLst>
                  <a:ext uri="{FF2B5EF4-FFF2-40B4-BE49-F238E27FC236}">
                    <a16:creationId xmlns:a16="http://schemas.microsoft.com/office/drawing/2014/main" id="{A4992918-7A40-8887-8AB5-A8D6DC0D181A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E05036"/>
              </a:solidFill>
              <a:ln>
                <a:noFill/>
              </a:ln>
              <a:effectLst>
                <a:outerShdw dist="12700" dir="2700000" algn="tl" rotWithShape="0">
                  <a:srgbClr val="C000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AEB362B5-D090-0F96-496E-6F7BAF7B7296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BD34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3CA0CCCD-9377-7AF5-5A8E-2AC9163BB7EA}"/>
              </a:ext>
            </a:extLst>
          </p:cNvPr>
          <p:cNvSpPr txBox="1"/>
          <p:nvPr/>
        </p:nvSpPr>
        <p:spPr>
          <a:xfrm>
            <a:off x="1284478" y="948086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04815">
              <a:defRPr/>
            </a:pPr>
            <a:r>
              <a:rPr lang="ko-KR" altLang="en-US" sz="6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61sp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4E510A52-2A96-6B15-ED82-595793947C8F}"/>
              </a:ext>
            </a:extLst>
          </p:cNvPr>
          <p:cNvGrpSpPr/>
          <p:nvPr/>
        </p:nvGrpSpPr>
        <p:grpSpPr>
          <a:xfrm>
            <a:off x="3918070" y="737379"/>
            <a:ext cx="168000" cy="168000"/>
            <a:chOff x="7930399" y="8014026"/>
            <a:chExt cx="540000" cy="540000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78C6009D-7812-EC3E-327B-8C7C0591891B}"/>
                </a:ext>
              </a:extLst>
            </p:cNvPr>
            <p:cNvSpPr/>
            <p:nvPr/>
          </p:nvSpPr>
          <p:spPr>
            <a:xfrm>
              <a:off x="7930399" y="8014026"/>
              <a:ext cx="540000" cy="540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1"/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2CAC16F0-285C-ACFD-23F4-22243AE5C648}"/>
                </a:ext>
              </a:extLst>
            </p:cNvPr>
            <p:cNvGrpSpPr/>
            <p:nvPr/>
          </p:nvGrpSpPr>
          <p:grpSpPr>
            <a:xfrm>
              <a:off x="8095624" y="8171227"/>
              <a:ext cx="209550" cy="225599"/>
              <a:chOff x="8710803" y="7939061"/>
              <a:chExt cx="209550" cy="225599"/>
            </a:xfrm>
          </p:grpSpPr>
          <p:sp>
            <p:nvSpPr>
              <p:cNvPr id="125" name="이등변 삼각형 76">
                <a:extLst>
                  <a:ext uri="{FF2B5EF4-FFF2-40B4-BE49-F238E27FC236}">
                    <a16:creationId xmlns:a16="http://schemas.microsoft.com/office/drawing/2014/main" id="{94880F2B-F589-DD72-8845-59CDD4C1BABF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0F1DB0A6-3544-5251-D4EF-836665267EAD}"/>
                  </a:ext>
                </a:extLst>
              </p:cNvPr>
              <p:cNvCxnSpPr>
                <a:cxnSpLocks/>
                <a:stCxn id="125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B5C03E9C-06D8-932E-F079-36245E9912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06755F81-9B31-93C4-A496-2AB91FC94C09}"/>
              </a:ext>
            </a:extLst>
          </p:cNvPr>
          <p:cNvGrpSpPr/>
          <p:nvPr/>
        </p:nvGrpSpPr>
        <p:grpSpPr>
          <a:xfrm>
            <a:off x="3666666" y="738820"/>
            <a:ext cx="168000" cy="168000"/>
            <a:chOff x="4180359" y="1297145"/>
            <a:chExt cx="252000" cy="252000"/>
          </a:xfrm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C61B3AA5-B15D-C2F5-5741-FE48B03CE474}"/>
                </a:ext>
              </a:extLst>
            </p:cNvPr>
            <p:cNvSpPr/>
            <p:nvPr/>
          </p:nvSpPr>
          <p:spPr>
            <a:xfrm>
              <a:off x="4180359" y="1297145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1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F13394A-9D1C-62E1-7B01-E6A77C44E633}"/>
                </a:ext>
              </a:extLst>
            </p:cNvPr>
            <p:cNvGrpSpPr/>
            <p:nvPr/>
          </p:nvGrpSpPr>
          <p:grpSpPr>
            <a:xfrm>
              <a:off x="4248229" y="1365015"/>
              <a:ext cx="116262" cy="116262"/>
              <a:chOff x="4248229" y="1365015"/>
              <a:chExt cx="116262" cy="116262"/>
            </a:xfrm>
          </p:grpSpPr>
          <p:cxnSp>
            <p:nvCxnSpPr>
              <p:cNvPr id="131" name="직선 연결선 130">
                <a:extLst>
                  <a:ext uri="{FF2B5EF4-FFF2-40B4-BE49-F238E27FC236}">
                    <a16:creationId xmlns:a16="http://schemas.microsoft.com/office/drawing/2014/main" id="{E3DEA6ED-615A-4403-9F52-45F6B45C8E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8229" y="1423146"/>
                <a:ext cx="116262" cy="0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C5F6196-E637-917F-D253-7A3D71861B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6360" y="1365015"/>
                <a:ext cx="0" cy="116262"/>
              </a:xfrm>
              <a:prstGeom prst="line">
                <a:avLst/>
              </a:pr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0893384A-7B3E-A930-5B86-88487B088B5F}"/>
              </a:ext>
            </a:extLst>
          </p:cNvPr>
          <p:cNvGrpSpPr/>
          <p:nvPr/>
        </p:nvGrpSpPr>
        <p:grpSpPr>
          <a:xfrm>
            <a:off x="4169473" y="738820"/>
            <a:ext cx="168000" cy="168000"/>
            <a:chOff x="3592217" y="1546799"/>
            <a:chExt cx="252000" cy="252000"/>
          </a:xfrm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450D244E-772D-6099-9807-5D6412E308A6}"/>
                </a:ext>
              </a:extLst>
            </p:cNvPr>
            <p:cNvSpPr/>
            <p:nvPr/>
          </p:nvSpPr>
          <p:spPr>
            <a:xfrm>
              <a:off x="3592217" y="1546799"/>
              <a:ext cx="252000" cy="252000"/>
            </a:xfrm>
            <a:prstGeom prst="ellipse">
              <a:avLst/>
            </a:prstGeom>
            <a:solidFill>
              <a:srgbClr val="274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71"/>
            </a:p>
          </p:txBody>
        </p: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E507ECB-E605-D06A-E9F7-B5142C3D9176}"/>
                </a:ext>
              </a:extLst>
            </p:cNvPr>
            <p:cNvGrpSpPr/>
            <p:nvPr/>
          </p:nvGrpSpPr>
          <p:grpSpPr>
            <a:xfrm>
              <a:off x="3651265" y="1602800"/>
              <a:ext cx="128628" cy="139999"/>
              <a:chOff x="3661287" y="1602800"/>
              <a:chExt cx="128628" cy="139999"/>
            </a:xfrm>
          </p:grpSpPr>
          <p:sp>
            <p:nvSpPr>
              <p:cNvPr id="136" name="자유형: 도형 135">
                <a:extLst>
                  <a:ext uri="{FF2B5EF4-FFF2-40B4-BE49-F238E27FC236}">
                    <a16:creationId xmlns:a16="http://schemas.microsoft.com/office/drawing/2014/main" id="{16EE9082-8D06-7D22-342C-1A34176BC9EB}"/>
                  </a:ext>
                </a:extLst>
              </p:cNvPr>
              <p:cNvSpPr/>
              <p:nvPr/>
            </p:nvSpPr>
            <p:spPr>
              <a:xfrm>
                <a:off x="3681330" y="1602800"/>
                <a:ext cx="108585" cy="139999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905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5"/>
              </a:p>
            </p:txBody>
          </p:sp>
          <p:grpSp>
            <p:nvGrpSpPr>
              <p:cNvPr id="137" name="그룹 136">
                <a:extLst>
                  <a:ext uri="{FF2B5EF4-FFF2-40B4-BE49-F238E27FC236}">
                    <a16:creationId xmlns:a16="http://schemas.microsoft.com/office/drawing/2014/main" id="{AAF53EC4-B98F-F755-D13D-701FF7588013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138" name="이등변 삼각형 76">
                  <a:extLst>
                    <a:ext uri="{FF2B5EF4-FFF2-40B4-BE49-F238E27FC236}">
                      <a16:creationId xmlns:a16="http://schemas.microsoft.com/office/drawing/2014/main" id="{4CA80B25-2A59-43A2-6F25-398CB567042E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87"/>
                </a:p>
              </p:txBody>
            </p:sp>
            <p:cxnSp>
              <p:nvCxnSpPr>
                <p:cNvPr id="139" name="직선 연결선 138">
                  <a:extLst>
                    <a:ext uri="{FF2B5EF4-FFF2-40B4-BE49-F238E27FC236}">
                      <a16:creationId xmlns:a16="http://schemas.microsoft.com/office/drawing/2014/main" id="{2AF42BAD-8087-F236-7E46-6498EA37BC1E}"/>
                    </a:ext>
                  </a:extLst>
                </p:cNvPr>
                <p:cNvCxnSpPr>
                  <a:cxnSpLocks/>
                  <a:stCxn id="138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905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4832603-5B91-93DB-DF69-C96164216344}"/>
              </a:ext>
            </a:extLst>
          </p:cNvPr>
          <p:cNvGrpSpPr/>
          <p:nvPr/>
        </p:nvGrpSpPr>
        <p:grpSpPr>
          <a:xfrm>
            <a:off x="353355" y="2896613"/>
            <a:ext cx="573621" cy="311276"/>
            <a:chOff x="1394247" y="4157981"/>
            <a:chExt cx="630983" cy="311276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0AA3B7F-B1BC-42D6-B280-40B8A68A11A5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73E0BB1-4D77-CCA0-A075-32F19C48D9A3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0788E44-4FA6-0169-380A-0DADD1CA768C}"/>
              </a:ext>
            </a:extLst>
          </p:cNvPr>
          <p:cNvSpPr txBox="1"/>
          <p:nvPr/>
        </p:nvSpPr>
        <p:spPr>
          <a:xfrm>
            <a:off x="1207986" y="364661"/>
            <a:ext cx="100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doni MT Black" panose="02070A03080606020203" pitchFamily="18" charset="0"/>
              </a:rPr>
              <a:t>daymory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Bodoni MT Black" panose="02070A03080606020203" pitchFamily="18" charset="0"/>
            </a:endParaRPr>
          </a:p>
        </p:txBody>
      </p:sp>
      <p:pic>
        <p:nvPicPr>
          <p:cNvPr id="14" name="그래픽 13" descr="햄버거 메뉴 아이콘 단색으로 채워진">
            <a:extLst>
              <a:ext uri="{FF2B5EF4-FFF2-40B4-BE49-F238E27FC236}">
                <a16:creationId xmlns:a16="http://schemas.microsoft.com/office/drawing/2014/main" id="{3EEC4B24-746F-E10D-89D6-CE3A3D9AE0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5295" y="390332"/>
            <a:ext cx="305371" cy="305371"/>
          </a:xfrm>
          <a:prstGeom prst="rect">
            <a:avLst/>
          </a:prstGeom>
        </p:spPr>
      </p:pic>
      <p:grpSp>
        <p:nvGrpSpPr>
          <p:cNvPr id="48" name="그룹 47">
            <a:extLst>
              <a:ext uri="{FF2B5EF4-FFF2-40B4-BE49-F238E27FC236}">
                <a16:creationId xmlns:a16="http://schemas.microsoft.com/office/drawing/2014/main" id="{8C63AD37-6B36-D7AE-89D0-ABC0D9EA5603}"/>
              </a:ext>
            </a:extLst>
          </p:cNvPr>
          <p:cNvGrpSpPr/>
          <p:nvPr/>
        </p:nvGrpSpPr>
        <p:grpSpPr>
          <a:xfrm>
            <a:off x="1737995" y="1911350"/>
            <a:ext cx="630525" cy="948955"/>
            <a:chOff x="324903" y="1710973"/>
            <a:chExt cx="630525" cy="948955"/>
          </a:xfrm>
        </p:grpSpPr>
        <p:sp>
          <p:nvSpPr>
            <p:cNvPr id="49" name="사각형: 둥근 위쪽 모서리 48">
              <a:extLst>
                <a:ext uri="{FF2B5EF4-FFF2-40B4-BE49-F238E27FC236}">
                  <a16:creationId xmlns:a16="http://schemas.microsoft.com/office/drawing/2014/main" id="{4D1BBA3B-D313-EAAD-59E6-A08627C3ACDF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E42C8A1E-1969-FFEF-E5FA-68077C22B0F6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52" name="사각형: 둥근 위쪽 모서리 51">
                <a:extLst>
                  <a:ext uri="{FF2B5EF4-FFF2-40B4-BE49-F238E27FC236}">
                    <a16:creationId xmlns:a16="http://schemas.microsoft.com/office/drawing/2014/main" id="{AB39DC6A-3E9B-BB4E-4EDA-0C8D2A829C45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1E8BAD65-4CF9-4D85-58AB-DF67ADAE5E1E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D74C686-5C48-8BE5-3695-DA337216C4E1}"/>
              </a:ext>
            </a:extLst>
          </p:cNvPr>
          <p:cNvGrpSpPr/>
          <p:nvPr/>
        </p:nvGrpSpPr>
        <p:grpSpPr>
          <a:xfrm>
            <a:off x="1059901" y="2896613"/>
            <a:ext cx="573621" cy="311276"/>
            <a:chOff x="1394247" y="4157981"/>
            <a:chExt cx="630983" cy="311276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FA48659-A3D0-1C31-7797-754641BC6194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C529465-284C-8501-4520-D8D5E011017B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53473148-BFC1-4497-EC47-087D8B349917}"/>
              </a:ext>
            </a:extLst>
          </p:cNvPr>
          <p:cNvGrpSpPr/>
          <p:nvPr/>
        </p:nvGrpSpPr>
        <p:grpSpPr>
          <a:xfrm>
            <a:off x="1766447" y="2896613"/>
            <a:ext cx="573621" cy="311276"/>
            <a:chOff x="1394247" y="4157981"/>
            <a:chExt cx="630983" cy="311276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454853F-81A2-0468-2F9F-04CADDE6D97E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678EC3-579B-BF23-39CB-90283109EEB2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B3EDDA5-2B49-C505-F9ED-F74FC57C0584}"/>
              </a:ext>
            </a:extLst>
          </p:cNvPr>
          <p:cNvGrpSpPr/>
          <p:nvPr/>
        </p:nvGrpSpPr>
        <p:grpSpPr>
          <a:xfrm>
            <a:off x="2472994" y="2896613"/>
            <a:ext cx="573621" cy="311276"/>
            <a:chOff x="1394247" y="4157981"/>
            <a:chExt cx="630983" cy="311276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9E51241-B8A2-EA1A-1334-D5A57F74849F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525986D-24E8-6B49-C588-B6837AF3BB6F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9BFA061-22BA-638F-EC20-7DBEC8792665}"/>
              </a:ext>
            </a:extLst>
          </p:cNvPr>
          <p:cNvGrpSpPr/>
          <p:nvPr/>
        </p:nvGrpSpPr>
        <p:grpSpPr>
          <a:xfrm>
            <a:off x="324903" y="3207889"/>
            <a:ext cx="630525" cy="948955"/>
            <a:chOff x="324903" y="1710973"/>
            <a:chExt cx="630525" cy="948955"/>
          </a:xfrm>
        </p:grpSpPr>
        <p:sp>
          <p:nvSpPr>
            <p:cNvPr id="78" name="사각형: 둥근 위쪽 모서리 77">
              <a:extLst>
                <a:ext uri="{FF2B5EF4-FFF2-40B4-BE49-F238E27FC236}">
                  <a16:creationId xmlns:a16="http://schemas.microsoft.com/office/drawing/2014/main" id="{30B16264-198E-1E05-27A8-6468846BEC13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0F025646-C83D-EF99-6EB0-BF9243F12588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83" name="사각형: 둥근 위쪽 모서리 82">
                <a:extLst>
                  <a:ext uri="{FF2B5EF4-FFF2-40B4-BE49-F238E27FC236}">
                    <a16:creationId xmlns:a16="http://schemas.microsoft.com/office/drawing/2014/main" id="{3EC014D4-3F65-263D-B8EA-07F7F840949D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EDDC51DE-E9BE-7051-879C-BE86C71D48DE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3CB097AB-C71E-E8EE-5B23-96EF42424943}"/>
              </a:ext>
            </a:extLst>
          </p:cNvPr>
          <p:cNvGrpSpPr/>
          <p:nvPr/>
        </p:nvGrpSpPr>
        <p:grpSpPr>
          <a:xfrm>
            <a:off x="1031449" y="3207890"/>
            <a:ext cx="630525" cy="948956"/>
            <a:chOff x="1260090" y="1710974"/>
            <a:chExt cx="630525" cy="948956"/>
          </a:xfrm>
        </p:grpSpPr>
        <p:sp>
          <p:nvSpPr>
            <p:cNvPr id="90" name="사각형: 둥근 위쪽 모서리 89">
              <a:extLst>
                <a:ext uri="{FF2B5EF4-FFF2-40B4-BE49-F238E27FC236}">
                  <a16:creationId xmlns:a16="http://schemas.microsoft.com/office/drawing/2014/main" id="{CA43B2C8-6951-DBB3-A7A7-01BBE64780B9}"/>
                </a:ext>
              </a:extLst>
            </p:cNvPr>
            <p:cNvSpPr/>
            <p:nvPr/>
          </p:nvSpPr>
          <p:spPr>
            <a:xfrm rot="5400000">
              <a:off x="1100875" y="1870190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7D892679-4F68-9D55-8A74-A44A20CCE1A0}"/>
                </a:ext>
              </a:extLst>
            </p:cNvPr>
            <p:cNvGrpSpPr/>
            <p:nvPr/>
          </p:nvGrpSpPr>
          <p:grpSpPr>
            <a:xfrm>
              <a:off x="1260090" y="1710974"/>
              <a:ext cx="628794" cy="946350"/>
              <a:chOff x="2138045" y="3527386"/>
              <a:chExt cx="2425965" cy="3651137"/>
            </a:xfrm>
          </p:grpSpPr>
          <p:sp>
            <p:nvSpPr>
              <p:cNvPr id="92" name="사각형: 둥근 위쪽 모서리 91">
                <a:extLst>
                  <a:ext uri="{FF2B5EF4-FFF2-40B4-BE49-F238E27FC236}">
                    <a16:creationId xmlns:a16="http://schemas.microsoft.com/office/drawing/2014/main" id="{927C2608-8939-C237-5905-F668F982DACD}"/>
                  </a:ext>
                </a:extLst>
              </p:cNvPr>
              <p:cNvSpPr/>
              <p:nvPr/>
            </p:nvSpPr>
            <p:spPr>
              <a:xfrm rot="5400000">
                <a:off x="1525460" y="4139973"/>
                <a:ext cx="3651136" cy="2425964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305683"/>
              </a:solidFill>
              <a:ln>
                <a:noFill/>
              </a:ln>
              <a:effectLst>
                <a:outerShdw dist="12700" dir="2700000" algn="tl" rotWithShape="0">
                  <a:srgbClr val="27466B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206893CD-C5DD-83D3-0296-D033467B94BC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2746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5DD4161A-7270-5FC5-779C-B8834B19DF01}"/>
              </a:ext>
            </a:extLst>
          </p:cNvPr>
          <p:cNvGrpSpPr/>
          <p:nvPr/>
        </p:nvGrpSpPr>
        <p:grpSpPr>
          <a:xfrm>
            <a:off x="2444542" y="3207890"/>
            <a:ext cx="630525" cy="948955"/>
            <a:chOff x="2471584" y="1710974"/>
            <a:chExt cx="630525" cy="948955"/>
          </a:xfrm>
        </p:grpSpPr>
        <p:sp>
          <p:nvSpPr>
            <p:cNvPr id="98" name="사각형: 둥근 위쪽 모서리 97">
              <a:extLst>
                <a:ext uri="{FF2B5EF4-FFF2-40B4-BE49-F238E27FC236}">
                  <a16:creationId xmlns:a16="http://schemas.microsoft.com/office/drawing/2014/main" id="{E68935DC-04BB-4C25-28C0-55FAB8D130FF}"/>
                </a:ext>
              </a:extLst>
            </p:cNvPr>
            <p:cNvSpPr/>
            <p:nvPr/>
          </p:nvSpPr>
          <p:spPr>
            <a:xfrm rot="5400000">
              <a:off x="2312369" y="1870189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07B3E695-35AF-5951-DCA8-47D9139CBC69}"/>
                </a:ext>
              </a:extLst>
            </p:cNvPr>
            <p:cNvGrpSpPr/>
            <p:nvPr/>
          </p:nvGrpSpPr>
          <p:grpSpPr>
            <a:xfrm>
              <a:off x="2471584" y="1710974"/>
              <a:ext cx="628794" cy="946350"/>
              <a:chOff x="2138045" y="3527386"/>
              <a:chExt cx="2425965" cy="3651137"/>
            </a:xfrm>
          </p:grpSpPr>
          <p:sp>
            <p:nvSpPr>
              <p:cNvPr id="102" name="사각형: 둥근 위쪽 모서리 101">
                <a:extLst>
                  <a:ext uri="{FF2B5EF4-FFF2-40B4-BE49-F238E27FC236}">
                    <a16:creationId xmlns:a16="http://schemas.microsoft.com/office/drawing/2014/main" id="{6C54E0C6-220E-C6A2-CEFD-8C8A4EAD2C65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E05036"/>
              </a:solidFill>
              <a:ln>
                <a:noFill/>
              </a:ln>
              <a:effectLst>
                <a:outerShdw dist="12700" dir="2700000" algn="tl" rotWithShape="0">
                  <a:srgbClr val="C000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9925E985-73C1-5DEB-70BC-32758253F03F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BD34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9546243B-469B-C749-D9B2-E3805AE4A330}"/>
              </a:ext>
            </a:extLst>
          </p:cNvPr>
          <p:cNvGrpSpPr/>
          <p:nvPr/>
        </p:nvGrpSpPr>
        <p:grpSpPr>
          <a:xfrm>
            <a:off x="353355" y="4193152"/>
            <a:ext cx="573621" cy="311276"/>
            <a:chOff x="1394247" y="4157981"/>
            <a:chExt cx="630983" cy="311276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53DC14E-9550-2737-6A8C-EF4A8495E266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61BA89E-9EC0-9806-2A8A-860F8C0742E8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A771BF1C-4E58-4044-E3B2-EE0BF1CA39D3}"/>
              </a:ext>
            </a:extLst>
          </p:cNvPr>
          <p:cNvGrpSpPr/>
          <p:nvPr/>
        </p:nvGrpSpPr>
        <p:grpSpPr>
          <a:xfrm>
            <a:off x="1737995" y="3207889"/>
            <a:ext cx="630525" cy="948955"/>
            <a:chOff x="324903" y="1710973"/>
            <a:chExt cx="630525" cy="948955"/>
          </a:xfrm>
        </p:grpSpPr>
        <p:sp>
          <p:nvSpPr>
            <p:cNvPr id="114" name="사각형: 둥근 위쪽 모서리 113">
              <a:extLst>
                <a:ext uri="{FF2B5EF4-FFF2-40B4-BE49-F238E27FC236}">
                  <a16:creationId xmlns:a16="http://schemas.microsoft.com/office/drawing/2014/main" id="{B673885B-6BDC-8721-1132-4B323AFB05EB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292C5DAF-4910-4E66-1524-192F76412BC2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118" name="사각형: 둥근 위쪽 모서리 117">
                <a:extLst>
                  <a:ext uri="{FF2B5EF4-FFF2-40B4-BE49-F238E27FC236}">
                    <a16:creationId xmlns:a16="http://schemas.microsoft.com/office/drawing/2014/main" id="{F02E765C-B44D-D752-0B36-BE23B689F6F3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B8330446-337B-E573-6BDE-6B49E729D91B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495A5FA2-098E-3650-48FE-9CE2B088E0CF}"/>
              </a:ext>
            </a:extLst>
          </p:cNvPr>
          <p:cNvGrpSpPr/>
          <p:nvPr/>
        </p:nvGrpSpPr>
        <p:grpSpPr>
          <a:xfrm>
            <a:off x="1059901" y="4193152"/>
            <a:ext cx="573621" cy="311276"/>
            <a:chOff x="1394247" y="4157981"/>
            <a:chExt cx="630983" cy="311276"/>
          </a:xfrm>
        </p:grpSpPr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D2E54BD-8281-383F-DC63-A8C0D21CC200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27726434-7F0D-16F5-B71D-6C39A93D7503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854FF788-6D60-7B0D-E9DC-93EFD5B42E14}"/>
              </a:ext>
            </a:extLst>
          </p:cNvPr>
          <p:cNvGrpSpPr/>
          <p:nvPr/>
        </p:nvGrpSpPr>
        <p:grpSpPr>
          <a:xfrm>
            <a:off x="1766447" y="4193152"/>
            <a:ext cx="573621" cy="311276"/>
            <a:chOff x="1394247" y="4157981"/>
            <a:chExt cx="630983" cy="31127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EAB1094-F1DC-61B7-244F-35D34E8AF84D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053CC1DB-D76F-60B3-B556-65E610F8DDAE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E1504EDE-150E-7AF1-73D4-CCE8B770D425}"/>
              </a:ext>
            </a:extLst>
          </p:cNvPr>
          <p:cNvGrpSpPr/>
          <p:nvPr/>
        </p:nvGrpSpPr>
        <p:grpSpPr>
          <a:xfrm>
            <a:off x="2472994" y="4193152"/>
            <a:ext cx="573621" cy="311276"/>
            <a:chOff x="1394247" y="4157981"/>
            <a:chExt cx="630983" cy="311276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58101CA-5D3D-01BE-1E11-9F7E70AA245E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8720570-A761-974B-E0FF-5E01BAC2B36F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0F44DCEE-7F5A-E587-0743-E0637C8809AC}"/>
              </a:ext>
            </a:extLst>
          </p:cNvPr>
          <p:cNvGrpSpPr/>
          <p:nvPr/>
        </p:nvGrpSpPr>
        <p:grpSpPr>
          <a:xfrm>
            <a:off x="324903" y="4560404"/>
            <a:ext cx="630525" cy="948955"/>
            <a:chOff x="324903" y="1710973"/>
            <a:chExt cx="630525" cy="948955"/>
          </a:xfrm>
        </p:grpSpPr>
        <p:sp>
          <p:nvSpPr>
            <p:cNvPr id="148" name="사각형: 둥근 위쪽 모서리 147">
              <a:extLst>
                <a:ext uri="{FF2B5EF4-FFF2-40B4-BE49-F238E27FC236}">
                  <a16:creationId xmlns:a16="http://schemas.microsoft.com/office/drawing/2014/main" id="{944DA532-5DD3-3139-3F0E-136B561BB6B0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5EF9C7D2-432C-674E-FB24-762B49E71489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150" name="사각형: 둥근 위쪽 모서리 149">
                <a:extLst>
                  <a:ext uri="{FF2B5EF4-FFF2-40B4-BE49-F238E27FC236}">
                    <a16:creationId xmlns:a16="http://schemas.microsoft.com/office/drawing/2014/main" id="{D3C3A749-1966-6D0D-68DA-01FBCCA55622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A8A99495-6455-EA78-CB2B-B9BC8ED3C72C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56D91C97-1D6C-87BC-C87B-986872C2DF81}"/>
              </a:ext>
            </a:extLst>
          </p:cNvPr>
          <p:cNvGrpSpPr/>
          <p:nvPr/>
        </p:nvGrpSpPr>
        <p:grpSpPr>
          <a:xfrm>
            <a:off x="1031449" y="4560405"/>
            <a:ext cx="630525" cy="948956"/>
            <a:chOff x="1260090" y="1710974"/>
            <a:chExt cx="630525" cy="948956"/>
          </a:xfrm>
        </p:grpSpPr>
        <p:sp>
          <p:nvSpPr>
            <p:cNvPr id="153" name="사각형: 둥근 위쪽 모서리 152">
              <a:extLst>
                <a:ext uri="{FF2B5EF4-FFF2-40B4-BE49-F238E27FC236}">
                  <a16:creationId xmlns:a16="http://schemas.microsoft.com/office/drawing/2014/main" id="{2169D604-4213-4B48-A331-E5AF0BCE74E5}"/>
                </a:ext>
              </a:extLst>
            </p:cNvPr>
            <p:cNvSpPr/>
            <p:nvPr/>
          </p:nvSpPr>
          <p:spPr>
            <a:xfrm rot="5400000">
              <a:off x="1100875" y="1870190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3973B282-9D7E-D685-F0FA-7827ACAAD23D}"/>
                </a:ext>
              </a:extLst>
            </p:cNvPr>
            <p:cNvGrpSpPr/>
            <p:nvPr/>
          </p:nvGrpSpPr>
          <p:grpSpPr>
            <a:xfrm>
              <a:off x="1260090" y="1710974"/>
              <a:ext cx="628794" cy="946350"/>
              <a:chOff x="2138045" y="3527386"/>
              <a:chExt cx="2425965" cy="3651137"/>
            </a:xfrm>
          </p:grpSpPr>
          <p:sp>
            <p:nvSpPr>
              <p:cNvPr id="155" name="사각형: 둥근 위쪽 모서리 154">
                <a:extLst>
                  <a:ext uri="{FF2B5EF4-FFF2-40B4-BE49-F238E27FC236}">
                    <a16:creationId xmlns:a16="http://schemas.microsoft.com/office/drawing/2014/main" id="{D8B955BB-FF34-0EEC-2385-66E4D0618C48}"/>
                  </a:ext>
                </a:extLst>
              </p:cNvPr>
              <p:cNvSpPr/>
              <p:nvPr/>
            </p:nvSpPr>
            <p:spPr>
              <a:xfrm rot="5400000">
                <a:off x="1525460" y="4139973"/>
                <a:ext cx="3651136" cy="2425964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305683"/>
              </a:solidFill>
              <a:ln>
                <a:noFill/>
              </a:ln>
              <a:effectLst>
                <a:outerShdw dist="12700" dir="2700000" algn="tl" rotWithShape="0">
                  <a:srgbClr val="27466B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B08A0A93-1C45-2D50-07F1-1F44ED4FF892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2746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8990EBDE-18D2-3E4E-EDF9-711441CF0D22}"/>
              </a:ext>
            </a:extLst>
          </p:cNvPr>
          <p:cNvGrpSpPr/>
          <p:nvPr/>
        </p:nvGrpSpPr>
        <p:grpSpPr>
          <a:xfrm>
            <a:off x="2444542" y="4560405"/>
            <a:ext cx="630525" cy="948955"/>
            <a:chOff x="2471584" y="1710974"/>
            <a:chExt cx="630525" cy="948955"/>
          </a:xfrm>
        </p:grpSpPr>
        <p:sp>
          <p:nvSpPr>
            <p:cNvPr id="158" name="사각형: 둥근 위쪽 모서리 157">
              <a:extLst>
                <a:ext uri="{FF2B5EF4-FFF2-40B4-BE49-F238E27FC236}">
                  <a16:creationId xmlns:a16="http://schemas.microsoft.com/office/drawing/2014/main" id="{DE5C017D-02DE-C5C4-BF34-927C66A21FB1}"/>
                </a:ext>
              </a:extLst>
            </p:cNvPr>
            <p:cNvSpPr/>
            <p:nvPr/>
          </p:nvSpPr>
          <p:spPr>
            <a:xfrm rot="5400000">
              <a:off x="2312369" y="1870189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4B71A3C8-4C08-84C1-425D-570011E58F29}"/>
                </a:ext>
              </a:extLst>
            </p:cNvPr>
            <p:cNvGrpSpPr/>
            <p:nvPr/>
          </p:nvGrpSpPr>
          <p:grpSpPr>
            <a:xfrm>
              <a:off x="2471584" y="1710974"/>
              <a:ext cx="628794" cy="946350"/>
              <a:chOff x="2138045" y="3527386"/>
              <a:chExt cx="2425965" cy="3651137"/>
            </a:xfrm>
          </p:grpSpPr>
          <p:sp>
            <p:nvSpPr>
              <p:cNvPr id="160" name="사각형: 둥근 위쪽 모서리 159">
                <a:extLst>
                  <a:ext uri="{FF2B5EF4-FFF2-40B4-BE49-F238E27FC236}">
                    <a16:creationId xmlns:a16="http://schemas.microsoft.com/office/drawing/2014/main" id="{0E9C8CAF-2CE0-EBE9-871C-38693513EAA8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E05036"/>
              </a:solidFill>
              <a:ln>
                <a:noFill/>
              </a:ln>
              <a:effectLst>
                <a:outerShdw dist="12700" dir="2700000" algn="tl" rotWithShape="0">
                  <a:srgbClr val="C000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69C09768-B1A9-DBFE-30B4-D0CEDC65908E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BD341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81926C03-C496-C0D9-A6A4-CF2BBB7598E4}"/>
              </a:ext>
            </a:extLst>
          </p:cNvPr>
          <p:cNvGrpSpPr/>
          <p:nvPr/>
        </p:nvGrpSpPr>
        <p:grpSpPr>
          <a:xfrm>
            <a:off x="353355" y="5545667"/>
            <a:ext cx="573621" cy="311276"/>
            <a:chOff x="1394247" y="4157981"/>
            <a:chExt cx="630983" cy="311276"/>
          </a:xfrm>
        </p:grpSpPr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A13A797-23CF-F73E-665A-223E6120978B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A4DA2473-F49B-CA1C-0A8D-8FB0A907A2D9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6FD7FA41-1646-A1A6-1A8A-B48E89D88111}"/>
              </a:ext>
            </a:extLst>
          </p:cNvPr>
          <p:cNvGrpSpPr/>
          <p:nvPr/>
        </p:nvGrpSpPr>
        <p:grpSpPr>
          <a:xfrm>
            <a:off x="1737995" y="4560404"/>
            <a:ext cx="630525" cy="948955"/>
            <a:chOff x="324903" y="1710973"/>
            <a:chExt cx="630525" cy="948955"/>
          </a:xfrm>
        </p:grpSpPr>
        <p:sp>
          <p:nvSpPr>
            <p:cNvPr id="166" name="사각형: 둥근 위쪽 모서리 165">
              <a:extLst>
                <a:ext uri="{FF2B5EF4-FFF2-40B4-BE49-F238E27FC236}">
                  <a16:creationId xmlns:a16="http://schemas.microsoft.com/office/drawing/2014/main" id="{004B65B5-A40B-C816-CA47-9FFF8A468224}"/>
                </a:ext>
              </a:extLst>
            </p:cNvPr>
            <p:cNvSpPr/>
            <p:nvPr/>
          </p:nvSpPr>
          <p:spPr>
            <a:xfrm rot="5400000">
              <a:off x="165688" y="1870188"/>
              <a:ext cx="948955" cy="630525"/>
            </a:xfrm>
            <a:prstGeom prst="round2SameRect">
              <a:avLst>
                <a:gd name="adj1" fmla="val 7938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F44C8E04-55DE-1EC2-CEBB-845AFB16A0A6}"/>
                </a:ext>
              </a:extLst>
            </p:cNvPr>
            <p:cNvGrpSpPr/>
            <p:nvPr/>
          </p:nvGrpSpPr>
          <p:grpSpPr>
            <a:xfrm>
              <a:off x="324903" y="1710973"/>
              <a:ext cx="630525" cy="948955"/>
              <a:chOff x="2138045" y="3527386"/>
              <a:chExt cx="2425965" cy="3651137"/>
            </a:xfrm>
          </p:grpSpPr>
          <p:sp>
            <p:nvSpPr>
              <p:cNvPr id="168" name="사각형: 둥근 위쪽 모서리 167">
                <a:extLst>
                  <a:ext uri="{FF2B5EF4-FFF2-40B4-BE49-F238E27FC236}">
                    <a16:creationId xmlns:a16="http://schemas.microsoft.com/office/drawing/2014/main" id="{3BF52933-0EBC-7CC1-8839-33671420014F}"/>
                  </a:ext>
                </a:extLst>
              </p:cNvPr>
              <p:cNvSpPr/>
              <p:nvPr/>
            </p:nvSpPr>
            <p:spPr>
              <a:xfrm rot="5400000">
                <a:off x="1525460" y="4139972"/>
                <a:ext cx="3651136" cy="2425965"/>
              </a:xfrm>
              <a:prstGeom prst="round2SameRect">
                <a:avLst>
                  <a:gd name="adj1" fmla="val 7938"/>
                  <a:gd name="adj2" fmla="val 0"/>
                </a:avLst>
              </a:prstGeom>
              <a:solidFill>
                <a:srgbClr val="FFBF2A"/>
              </a:solidFill>
              <a:ln>
                <a:noFill/>
              </a:ln>
              <a:effectLst>
                <a:outerShdw dist="12700" dir="2700000" algn="tl" rotWithShape="0">
                  <a:srgbClr val="825A00">
                    <a:alpha val="8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 dirty="0"/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15AF37DB-E8F8-DF04-0B29-DA9BC482EC34}"/>
                  </a:ext>
                </a:extLst>
              </p:cNvPr>
              <p:cNvSpPr/>
              <p:nvPr/>
            </p:nvSpPr>
            <p:spPr>
              <a:xfrm>
                <a:off x="2138045" y="3527386"/>
                <a:ext cx="235894" cy="3651136"/>
              </a:xfrm>
              <a:prstGeom prst="rect">
                <a:avLst/>
              </a:prstGeom>
              <a:solidFill>
                <a:srgbClr val="E7A4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</p:grpSp>
      <p:grpSp>
        <p:nvGrpSpPr>
          <p:cNvPr id="170" name="그룹 169">
            <a:extLst>
              <a:ext uri="{FF2B5EF4-FFF2-40B4-BE49-F238E27FC236}">
                <a16:creationId xmlns:a16="http://schemas.microsoft.com/office/drawing/2014/main" id="{CB797C40-37F6-C20F-E80E-33C0149ACC29}"/>
              </a:ext>
            </a:extLst>
          </p:cNvPr>
          <p:cNvGrpSpPr/>
          <p:nvPr/>
        </p:nvGrpSpPr>
        <p:grpSpPr>
          <a:xfrm>
            <a:off x="1059901" y="5545667"/>
            <a:ext cx="573621" cy="311276"/>
            <a:chOff x="1394247" y="4157981"/>
            <a:chExt cx="630983" cy="311276"/>
          </a:xfrm>
        </p:grpSpPr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0809ECF2-6B24-63E7-C336-F146EDEF03C3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83F44510-B0C9-E486-78BD-FF49B0DECD12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ED17397-7684-7A8A-65AB-3132063EEE86}"/>
              </a:ext>
            </a:extLst>
          </p:cNvPr>
          <p:cNvGrpSpPr/>
          <p:nvPr/>
        </p:nvGrpSpPr>
        <p:grpSpPr>
          <a:xfrm>
            <a:off x="1766447" y="5545667"/>
            <a:ext cx="573621" cy="311276"/>
            <a:chOff x="1394247" y="4157981"/>
            <a:chExt cx="630983" cy="311276"/>
          </a:xfrm>
        </p:grpSpPr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03D6F11A-5661-1A9A-598F-211A032ED363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696A802A-012D-1D72-15C2-FB713B790727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F4AA5578-1258-5D05-31DF-D8ACAADE317F}"/>
              </a:ext>
            </a:extLst>
          </p:cNvPr>
          <p:cNvGrpSpPr/>
          <p:nvPr/>
        </p:nvGrpSpPr>
        <p:grpSpPr>
          <a:xfrm>
            <a:off x="2472994" y="5545667"/>
            <a:ext cx="573621" cy="311276"/>
            <a:chOff x="1394247" y="4157981"/>
            <a:chExt cx="630983" cy="311276"/>
          </a:xfrm>
        </p:grpSpPr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11D4A02-C780-51E8-92D0-21EE347C40E9}"/>
                </a:ext>
              </a:extLst>
            </p:cNvPr>
            <p:cNvSpPr txBox="1"/>
            <p:nvPr/>
          </p:nvSpPr>
          <p:spPr>
            <a:xfrm>
              <a:off x="1472705" y="4157981"/>
              <a:ext cx="47406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Title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FE84126-B61D-9BB5-77A2-9F0F394CE219}"/>
                </a:ext>
              </a:extLst>
            </p:cNvPr>
            <p:cNvSpPr txBox="1"/>
            <p:nvPr/>
          </p:nvSpPr>
          <p:spPr>
            <a:xfrm>
              <a:off x="1394247" y="4284591"/>
              <a:ext cx="630983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2026.08.16</a:t>
              </a:r>
            </a:p>
          </p:txBody>
        </p:sp>
      </p:grp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3EF5B831-35E3-2CD9-6B78-2F78F4B33010}"/>
              </a:ext>
            </a:extLst>
          </p:cNvPr>
          <p:cNvCxnSpPr>
            <a:cxnSpLocks/>
          </p:cNvCxnSpPr>
          <p:nvPr/>
        </p:nvCxnSpPr>
        <p:spPr>
          <a:xfrm>
            <a:off x="3370790" y="2552983"/>
            <a:ext cx="0" cy="258233"/>
          </a:xfrm>
          <a:prstGeom prst="line">
            <a:avLst/>
          </a:prstGeom>
          <a:ln w="38100"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DDE8FFA-AD24-B886-CAA0-994F64B46284}"/>
              </a:ext>
            </a:extLst>
          </p:cNvPr>
          <p:cNvSpPr txBox="1"/>
          <p:nvPr/>
        </p:nvSpPr>
        <p:spPr>
          <a:xfrm>
            <a:off x="341314" y="913620"/>
            <a:ext cx="273684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500" dirty="0">
                <a:solidFill>
                  <a:schemeClr val="accent5">
                    <a:lumMod val="50000"/>
                  </a:schemeClr>
                </a:solidFill>
                <a:latin typeface="Cavorting" panose="000B0504000000000004" pitchFamily="34" charset="0"/>
              </a:rPr>
              <a:t>Draw together</a:t>
            </a:r>
            <a:endParaRPr lang="ko-KR" altLang="en-US" sz="3500" dirty="0">
              <a:solidFill>
                <a:schemeClr val="accent5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3D19CC5E-34F6-9520-3B66-1672480F5F23}"/>
              </a:ext>
            </a:extLst>
          </p:cNvPr>
          <p:cNvGrpSpPr/>
          <p:nvPr/>
        </p:nvGrpSpPr>
        <p:grpSpPr>
          <a:xfrm>
            <a:off x="2667016" y="435950"/>
            <a:ext cx="180000" cy="180000"/>
            <a:chOff x="2632344" y="435950"/>
            <a:chExt cx="180000" cy="180000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A5D575A5-0318-D210-0FD1-73E9C2D54CE3}"/>
                </a:ext>
              </a:extLst>
            </p:cNvPr>
            <p:cNvSpPr/>
            <p:nvPr/>
          </p:nvSpPr>
          <p:spPr>
            <a:xfrm>
              <a:off x="2632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4F02E3F3-1B45-904E-ACC7-5B968A5E316B}"/>
                </a:ext>
              </a:extLst>
            </p:cNvPr>
            <p:cNvGrpSpPr/>
            <p:nvPr/>
          </p:nvGrpSpPr>
          <p:grpSpPr>
            <a:xfrm>
              <a:off x="2677344" y="473010"/>
              <a:ext cx="90000" cy="90000"/>
              <a:chOff x="8710803" y="7939061"/>
              <a:chExt cx="209550" cy="225599"/>
            </a:xfrm>
          </p:grpSpPr>
          <p:sp>
            <p:nvSpPr>
              <p:cNvPr id="181" name="이등변 삼각형 76">
                <a:extLst>
                  <a:ext uri="{FF2B5EF4-FFF2-40B4-BE49-F238E27FC236}">
                    <a16:creationId xmlns:a16="http://schemas.microsoft.com/office/drawing/2014/main" id="{F07D21C7-ED9C-139E-FB72-6810A80CAD89}"/>
                  </a:ext>
                </a:extLst>
              </p:cNvPr>
              <p:cNvSpPr/>
              <p:nvPr/>
            </p:nvSpPr>
            <p:spPr>
              <a:xfrm>
                <a:off x="8743985" y="7939061"/>
                <a:ext cx="143186" cy="74965"/>
              </a:xfrm>
              <a:custGeom>
                <a:avLst/>
                <a:gdLst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277281 w 503933"/>
                  <a:gd name="csY3" fmla="*/ 180027 h 180027"/>
                  <a:gd name="csX4" fmla="*/ 0 w 503933"/>
                  <a:gd name="csY4" fmla="*/ 180027 h 180027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  <a:gd name="csX3" fmla="*/ 0 w 503933"/>
                  <a:gd name="csY3" fmla="*/ 180027 h 180027"/>
                  <a:gd name="csX0" fmla="*/ 0 w 503933"/>
                  <a:gd name="csY0" fmla="*/ 180027 h 189552"/>
                  <a:gd name="csX1" fmla="*/ 251967 w 503933"/>
                  <a:gd name="csY1" fmla="*/ 0 h 189552"/>
                  <a:gd name="csX2" fmla="*/ 503933 w 503933"/>
                  <a:gd name="csY2" fmla="*/ 180027 h 189552"/>
                  <a:gd name="csX3" fmla="*/ 340781 w 503933"/>
                  <a:gd name="csY3" fmla="*/ 189552 h 189552"/>
                  <a:gd name="csX4" fmla="*/ 0 w 503933"/>
                  <a:gd name="csY4" fmla="*/ 180027 h 189552"/>
                  <a:gd name="csX0" fmla="*/ 340781 w 503933"/>
                  <a:gd name="csY0" fmla="*/ 189552 h 280992"/>
                  <a:gd name="csX1" fmla="*/ 0 w 503933"/>
                  <a:gd name="csY1" fmla="*/ 180027 h 280992"/>
                  <a:gd name="csX2" fmla="*/ 251967 w 503933"/>
                  <a:gd name="csY2" fmla="*/ 0 h 280992"/>
                  <a:gd name="csX3" fmla="*/ 503933 w 503933"/>
                  <a:gd name="csY3" fmla="*/ 180027 h 280992"/>
                  <a:gd name="csX4" fmla="*/ 432221 w 503933"/>
                  <a:gd name="csY4" fmla="*/ 280992 h 280992"/>
                  <a:gd name="csX0" fmla="*/ 340781 w 503933"/>
                  <a:gd name="csY0" fmla="*/ 189552 h 189552"/>
                  <a:gd name="csX1" fmla="*/ 0 w 503933"/>
                  <a:gd name="csY1" fmla="*/ 180027 h 189552"/>
                  <a:gd name="csX2" fmla="*/ 251967 w 503933"/>
                  <a:gd name="csY2" fmla="*/ 0 h 189552"/>
                  <a:gd name="csX3" fmla="*/ 503933 w 503933"/>
                  <a:gd name="csY3" fmla="*/ 180027 h 189552"/>
                  <a:gd name="csX0" fmla="*/ 0 w 503933"/>
                  <a:gd name="csY0" fmla="*/ 180027 h 180027"/>
                  <a:gd name="csX1" fmla="*/ 251967 w 503933"/>
                  <a:gd name="csY1" fmla="*/ 0 h 180027"/>
                  <a:gd name="csX2" fmla="*/ 503933 w 503933"/>
                  <a:gd name="csY2" fmla="*/ 180027 h 1800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03933" h="180027">
                    <a:moveTo>
                      <a:pt x="0" y="180027"/>
                    </a:moveTo>
                    <a:lnTo>
                      <a:pt x="251967" y="0"/>
                    </a:lnTo>
                    <a:lnTo>
                      <a:pt x="503933" y="180027"/>
                    </a:lnTo>
                  </a:path>
                </a:pathLst>
              </a:cu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cxnSp>
            <p:nvCxnSpPr>
              <p:cNvPr id="182" name="직선 연결선 181">
                <a:extLst>
                  <a:ext uri="{FF2B5EF4-FFF2-40B4-BE49-F238E27FC236}">
                    <a16:creationId xmlns:a16="http://schemas.microsoft.com/office/drawing/2014/main" id="{81ABF14D-7C95-F05D-34D7-C5154D91DD34}"/>
                  </a:ext>
                </a:extLst>
              </p:cNvPr>
              <p:cNvCxnSpPr>
                <a:cxnSpLocks/>
                <a:stCxn id="181" idx="1"/>
              </p:cNvCxnSpPr>
              <p:nvPr/>
            </p:nvCxnSpPr>
            <p:spPr>
              <a:xfrm>
                <a:off x="8815578" y="7939061"/>
                <a:ext cx="0" cy="154414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7C60A393-B58D-A975-6326-F9F217F762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10803" y="8164660"/>
                <a:ext cx="209550" cy="0"/>
              </a:xfrm>
              <a:prstGeom prst="line">
                <a:avLst/>
              </a:pr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7C150B74-DD43-1388-3413-F798FCE9C221}"/>
              </a:ext>
            </a:extLst>
          </p:cNvPr>
          <p:cNvGrpSpPr/>
          <p:nvPr/>
        </p:nvGrpSpPr>
        <p:grpSpPr>
          <a:xfrm>
            <a:off x="2916344" y="435950"/>
            <a:ext cx="180000" cy="180000"/>
            <a:chOff x="2916344" y="435950"/>
            <a:chExt cx="180000" cy="180000"/>
          </a:xfrm>
        </p:grpSpPr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ADA79841-922F-F810-34EC-66420A9A1D96}"/>
                </a:ext>
              </a:extLst>
            </p:cNvPr>
            <p:cNvSpPr/>
            <p:nvPr/>
          </p:nvSpPr>
          <p:spPr>
            <a:xfrm>
              <a:off x="2916344" y="435950"/>
              <a:ext cx="180000" cy="180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918BA0FD-2E41-CB2D-7DEE-241F62901176}"/>
                </a:ext>
              </a:extLst>
            </p:cNvPr>
            <p:cNvGrpSpPr/>
            <p:nvPr/>
          </p:nvGrpSpPr>
          <p:grpSpPr>
            <a:xfrm>
              <a:off x="2956580" y="467233"/>
              <a:ext cx="90000" cy="117432"/>
              <a:chOff x="3661287" y="1581465"/>
              <a:chExt cx="128628" cy="182671"/>
            </a:xfrm>
          </p:grpSpPr>
          <p:sp>
            <p:nvSpPr>
              <p:cNvPr id="187" name="자유형: 도형 186">
                <a:extLst>
                  <a:ext uri="{FF2B5EF4-FFF2-40B4-BE49-F238E27FC236}">
                    <a16:creationId xmlns:a16="http://schemas.microsoft.com/office/drawing/2014/main" id="{B54118F4-A06B-AF4B-7241-B46A8832C9CE}"/>
                  </a:ext>
                </a:extLst>
              </p:cNvPr>
              <p:cNvSpPr/>
              <p:nvPr/>
            </p:nvSpPr>
            <p:spPr>
              <a:xfrm>
                <a:off x="3681330" y="1581465"/>
                <a:ext cx="108585" cy="182671"/>
              </a:xfrm>
              <a:custGeom>
                <a:avLst/>
                <a:gdLst>
                  <a:gd name="csX0" fmla="*/ 35604 w 127892"/>
                  <a:gd name="csY0" fmla="*/ 0 h 164891"/>
                  <a:gd name="csX1" fmla="*/ 92288 w 127892"/>
                  <a:gd name="csY1" fmla="*/ 0 h 164891"/>
                  <a:gd name="csX2" fmla="*/ 127892 w 127892"/>
                  <a:gd name="csY2" fmla="*/ 35604 h 164891"/>
                  <a:gd name="csX3" fmla="*/ 127892 w 127892"/>
                  <a:gd name="csY3" fmla="*/ 129287 h 164891"/>
                  <a:gd name="csX4" fmla="*/ 92288 w 127892"/>
                  <a:gd name="csY4" fmla="*/ 164891 h 164891"/>
                  <a:gd name="csX5" fmla="*/ 35604 w 127892"/>
                  <a:gd name="csY5" fmla="*/ 164891 h 164891"/>
                  <a:gd name="csX6" fmla="*/ 0 w 127892"/>
                  <a:gd name="csY6" fmla="*/ 129287 h 164891"/>
                  <a:gd name="csX7" fmla="*/ 0 w 127892"/>
                  <a:gd name="csY7" fmla="*/ 127023 h 164891"/>
                  <a:gd name="csX8" fmla="*/ 60434 w 127892"/>
                  <a:gd name="csY8" fmla="*/ 127023 h 164891"/>
                  <a:gd name="csX9" fmla="*/ 60434 w 127892"/>
                  <a:gd name="csY9" fmla="*/ 37869 h 164891"/>
                  <a:gd name="csX10" fmla="*/ 0 w 127892"/>
                  <a:gd name="csY10" fmla="*/ 37869 h 164891"/>
                  <a:gd name="csX11" fmla="*/ 0 w 127892"/>
                  <a:gd name="csY11" fmla="*/ 35604 h 164891"/>
                  <a:gd name="csX12" fmla="*/ 35604 w 127892"/>
                  <a:gd name="csY12" fmla="*/ 0 h 164891"/>
                  <a:gd name="csX0" fmla="*/ 60434 w 151874"/>
                  <a:gd name="csY0" fmla="*/ 127023 h 218463"/>
                  <a:gd name="csX1" fmla="*/ 60434 w 151874"/>
                  <a:gd name="csY1" fmla="*/ 37869 h 218463"/>
                  <a:gd name="csX2" fmla="*/ 0 w 151874"/>
                  <a:gd name="csY2" fmla="*/ 37869 h 218463"/>
                  <a:gd name="csX3" fmla="*/ 0 w 151874"/>
                  <a:gd name="csY3" fmla="*/ 35604 h 218463"/>
                  <a:gd name="csX4" fmla="*/ 35604 w 151874"/>
                  <a:gd name="csY4" fmla="*/ 0 h 218463"/>
                  <a:gd name="csX5" fmla="*/ 92288 w 151874"/>
                  <a:gd name="csY5" fmla="*/ 0 h 218463"/>
                  <a:gd name="csX6" fmla="*/ 127892 w 151874"/>
                  <a:gd name="csY6" fmla="*/ 35604 h 218463"/>
                  <a:gd name="csX7" fmla="*/ 127892 w 151874"/>
                  <a:gd name="csY7" fmla="*/ 129287 h 218463"/>
                  <a:gd name="csX8" fmla="*/ 92288 w 151874"/>
                  <a:gd name="csY8" fmla="*/ 164891 h 218463"/>
                  <a:gd name="csX9" fmla="*/ 35604 w 151874"/>
                  <a:gd name="csY9" fmla="*/ 164891 h 218463"/>
                  <a:gd name="csX10" fmla="*/ 0 w 151874"/>
                  <a:gd name="csY10" fmla="*/ 129287 h 218463"/>
                  <a:gd name="csX11" fmla="*/ 0 w 151874"/>
                  <a:gd name="csY11" fmla="*/ 127023 h 218463"/>
                  <a:gd name="csX12" fmla="*/ 151874 w 151874"/>
                  <a:gd name="csY12" fmla="*/ 218463 h 218463"/>
                  <a:gd name="csX0" fmla="*/ 60434 w 127892"/>
                  <a:gd name="csY0" fmla="*/ 127023 h 164891"/>
                  <a:gd name="csX1" fmla="*/ 60434 w 127892"/>
                  <a:gd name="csY1" fmla="*/ 37869 h 164891"/>
                  <a:gd name="csX2" fmla="*/ 0 w 127892"/>
                  <a:gd name="csY2" fmla="*/ 37869 h 164891"/>
                  <a:gd name="csX3" fmla="*/ 0 w 127892"/>
                  <a:gd name="csY3" fmla="*/ 35604 h 164891"/>
                  <a:gd name="csX4" fmla="*/ 35604 w 127892"/>
                  <a:gd name="csY4" fmla="*/ 0 h 164891"/>
                  <a:gd name="csX5" fmla="*/ 92288 w 127892"/>
                  <a:gd name="csY5" fmla="*/ 0 h 164891"/>
                  <a:gd name="csX6" fmla="*/ 127892 w 127892"/>
                  <a:gd name="csY6" fmla="*/ 35604 h 164891"/>
                  <a:gd name="csX7" fmla="*/ 127892 w 127892"/>
                  <a:gd name="csY7" fmla="*/ 129287 h 164891"/>
                  <a:gd name="csX8" fmla="*/ 92288 w 127892"/>
                  <a:gd name="csY8" fmla="*/ 164891 h 164891"/>
                  <a:gd name="csX9" fmla="*/ 35604 w 127892"/>
                  <a:gd name="csY9" fmla="*/ 164891 h 164891"/>
                  <a:gd name="csX10" fmla="*/ 0 w 127892"/>
                  <a:gd name="csY10" fmla="*/ 129287 h 164891"/>
                  <a:gd name="csX11" fmla="*/ 0 w 127892"/>
                  <a:gd name="csY11" fmla="*/ 127023 h 164891"/>
                  <a:gd name="csX0" fmla="*/ 60434 w 127892"/>
                  <a:gd name="csY0" fmla="*/ 37869 h 164891"/>
                  <a:gd name="csX1" fmla="*/ 0 w 127892"/>
                  <a:gd name="csY1" fmla="*/ 37869 h 164891"/>
                  <a:gd name="csX2" fmla="*/ 0 w 127892"/>
                  <a:gd name="csY2" fmla="*/ 35604 h 164891"/>
                  <a:gd name="csX3" fmla="*/ 35604 w 127892"/>
                  <a:gd name="csY3" fmla="*/ 0 h 164891"/>
                  <a:gd name="csX4" fmla="*/ 92288 w 127892"/>
                  <a:gd name="csY4" fmla="*/ 0 h 164891"/>
                  <a:gd name="csX5" fmla="*/ 127892 w 127892"/>
                  <a:gd name="csY5" fmla="*/ 35604 h 164891"/>
                  <a:gd name="csX6" fmla="*/ 127892 w 127892"/>
                  <a:gd name="csY6" fmla="*/ 129287 h 164891"/>
                  <a:gd name="csX7" fmla="*/ 92288 w 127892"/>
                  <a:gd name="csY7" fmla="*/ 164891 h 164891"/>
                  <a:gd name="csX8" fmla="*/ 35604 w 127892"/>
                  <a:gd name="csY8" fmla="*/ 164891 h 164891"/>
                  <a:gd name="csX9" fmla="*/ 0 w 127892"/>
                  <a:gd name="csY9" fmla="*/ 129287 h 164891"/>
                  <a:gd name="csX10" fmla="*/ 0 w 127892"/>
                  <a:gd name="csY10" fmla="*/ 127023 h 164891"/>
                  <a:gd name="csX0" fmla="*/ 0 w 127892"/>
                  <a:gd name="csY0" fmla="*/ 37869 h 164891"/>
                  <a:gd name="csX1" fmla="*/ 0 w 127892"/>
                  <a:gd name="csY1" fmla="*/ 35604 h 164891"/>
                  <a:gd name="csX2" fmla="*/ 35604 w 127892"/>
                  <a:gd name="csY2" fmla="*/ 0 h 164891"/>
                  <a:gd name="csX3" fmla="*/ 92288 w 127892"/>
                  <a:gd name="csY3" fmla="*/ 0 h 164891"/>
                  <a:gd name="csX4" fmla="*/ 127892 w 127892"/>
                  <a:gd name="csY4" fmla="*/ 35604 h 164891"/>
                  <a:gd name="csX5" fmla="*/ 127892 w 127892"/>
                  <a:gd name="csY5" fmla="*/ 129287 h 164891"/>
                  <a:gd name="csX6" fmla="*/ 92288 w 127892"/>
                  <a:gd name="csY6" fmla="*/ 164891 h 164891"/>
                  <a:gd name="csX7" fmla="*/ 35604 w 127892"/>
                  <a:gd name="csY7" fmla="*/ 164891 h 164891"/>
                  <a:gd name="csX8" fmla="*/ 0 w 127892"/>
                  <a:gd name="csY8" fmla="*/ 129287 h 164891"/>
                  <a:gd name="csX9" fmla="*/ 0 w 127892"/>
                  <a:gd name="csY9" fmla="*/ 127023 h 1648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27892" h="164891">
                    <a:moveTo>
                      <a:pt x="0" y="37869"/>
                    </a:moveTo>
                    <a:lnTo>
                      <a:pt x="0" y="35604"/>
                    </a:lnTo>
                    <a:cubicBezTo>
                      <a:pt x="0" y="15940"/>
                      <a:pt x="15940" y="0"/>
                      <a:pt x="35604" y="0"/>
                    </a:cubicBezTo>
                    <a:lnTo>
                      <a:pt x="92288" y="0"/>
                    </a:lnTo>
                    <a:cubicBezTo>
                      <a:pt x="111952" y="0"/>
                      <a:pt x="127892" y="15940"/>
                      <a:pt x="127892" y="35604"/>
                    </a:cubicBezTo>
                    <a:lnTo>
                      <a:pt x="127892" y="129287"/>
                    </a:lnTo>
                    <a:cubicBezTo>
                      <a:pt x="127892" y="148951"/>
                      <a:pt x="111952" y="164891"/>
                      <a:pt x="92288" y="164891"/>
                    </a:cubicBezTo>
                    <a:lnTo>
                      <a:pt x="35604" y="164891"/>
                    </a:lnTo>
                    <a:cubicBezTo>
                      <a:pt x="15940" y="164891"/>
                      <a:pt x="0" y="148951"/>
                      <a:pt x="0" y="129287"/>
                    </a:cubicBezTo>
                    <a:lnTo>
                      <a:pt x="0" y="127023"/>
                    </a:lnTo>
                  </a:path>
                </a:pathLst>
              </a:custGeom>
              <a:noFill/>
              <a:ln w="15875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885"/>
              </a:p>
            </p:txBody>
          </p:sp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DBA30E3D-4F3C-94BF-463E-984FE8C014CF}"/>
                  </a:ext>
                </a:extLst>
              </p:cNvPr>
              <p:cNvGrpSpPr/>
              <p:nvPr/>
            </p:nvGrpSpPr>
            <p:grpSpPr>
              <a:xfrm rot="5400000">
                <a:off x="3673707" y="1629790"/>
                <a:ext cx="61180" cy="86019"/>
                <a:chOff x="4214225" y="1770397"/>
                <a:chExt cx="66820" cy="93947"/>
              </a:xfrm>
            </p:grpSpPr>
            <p:sp>
              <p:nvSpPr>
                <p:cNvPr id="189" name="이등변 삼각형 76">
                  <a:extLst>
                    <a:ext uri="{FF2B5EF4-FFF2-40B4-BE49-F238E27FC236}">
                      <a16:creationId xmlns:a16="http://schemas.microsoft.com/office/drawing/2014/main" id="{E982B9FC-3E77-EC35-A5B3-2107D55041FA}"/>
                    </a:ext>
                  </a:extLst>
                </p:cNvPr>
                <p:cNvSpPr/>
                <p:nvPr/>
              </p:nvSpPr>
              <p:spPr>
                <a:xfrm>
                  <a:off x="4214225" y="1770398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15875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87"/>
                </a:p>
              </p:txBody>
            </p:sp>
            <p:cxnSp>
              <p:nvCxnSpPr>
                <p:cNvPr id="190" name="직선 연결선 189">
                  <a:extLst>
                    <a:ext uri="{FF2B5EF4-FFF2-40B4-BE49-F238E27FC236}">
                      <a16:creationId xmlns:a16="http://schemas.microsoft.com/office/drawing/2014/main" id="{8A4F508C-9D75-1AFF-583D-5AFE04732AD3}"/>
                    </a:ext>
                  </a:extLst>
                </p:cNvPr>
                <p:cNvCxnSpPr>
                  <a:cxnSpLocks/>
                  <a:stCxn id="189" idx="1"/>
                </p:cNvCxnSpPr>
                <p:nvPr/>
              </p:nvCxnSpPr>
              <p:spPr>
                <a:xfrm rot="16200000" flipH="1">
                  <a:off x="4200662" y="1817371"/>
                  <a:ext cx="93947" cy="0"/>
                </a:xfrm>
                <a:prstGeom prst="line">
                  <a:avLst/>
                </a:prstGeom>
                <a:noFill/>
                <a:ln w="15875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</p:grp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76A7D92-C6F6-4407-CA44-1ACF8A4CE5E1}"/>
              </a:ext>
            </a:extLst>
          </p:cNvPr>
          <p:cNvSpPr/>
          <p:nvPr/>
        </p:nvSpPr>
        <p:spPr>
          <a:xfrm>
            <a:off x="2913962" y="170531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573EE0A-6F87-4084-A1BA-0FE51C0C8A33}"/>
              </a:ext>
            </a:extLst>
          </p:cNvPr>
          <p:cNvSpPr/>
          <p:nvPr/>
        </p:nvSpPr>
        <p:spPr>
          <a:xfrm>
            <a:off x="2696908" y="170531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685BFA-A2F5-B65F-74ED-656FD7CC7590}"/>
              </a:ext>
            </a:extLst>
          </p:cNvPr>
          <p:cNvSpPr/>
          <p:nvPr/>
        </p:nvSpPr>
        <p:spPr>
          <a:xfrm>
            <a:off x="2479854" y="1705317"/>
            <a:ext cx="180000" cy="18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2268E11-1749-99C8-BDEA-6559E3BEEDD1}"/>
              </a:ext>
            </a:extLst>
          </p:cNvPr>
          <p:cNvGrpSpPr/>
          <p:nvPr/>
        </p:nvGrpSpPr>
        <p:grpSpPr>
          <a:xfrm>
            <a:off x="-2" y="4972050"/>
            <a:ext cx="3419475" cy="434975"/>
            <a:chOff x="-2" y="4972050"/>
            <a:chExt cx="3419475" cy="434975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DEFC704-08D2-1AEE-9467-73F422F90337}"/>
                </a:ext>
              </a:extLst>
            </p:cNvPr>
            <p:cNvSpPr/>
            <p:nvPr/>
          </p:nvSpPr>
          <p:spPr>
            <a:xfrm>
              <a:off x="323848" y="5048250"/>
              <a:ext cx="180000" cy="180000"/>
            </a:xfrm>
            <a:prstGeom prst="rect">
              <a:avLst/>
            </a:pr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30D3B7F-F460-11B8-5EA9-E1E5F6BCCCA0}"/>
                </a:ext>
              </a:extLst>
            </p:cNvPr>
            <p:cNvSpPr/>
            <p:nvPr/>
          </p:nvSpPr>
          <p:spPr>
            <a:xfrm>
              <a:off x="971792" y="5048250"/>
              <a:ext cx="180000" cy="180000"/>
            </a:xfrm>
            <a:prstGeom prst="rect">
              <a:avLst/>
            </a:pr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FB6A853-3D7D-31AF-A116-B982BE464DAD}"/>
                </a:ext>
              </a:extLst>
            </p:cNvPr>
            <p:cNvSpPr/>
            <p:nvPr/>
          </p:nvSpPr>
          <p:spPr>
            <a:xfrm>
              <a:off x="1619736" y="5048250"/>
              <a:ext cx="180000" cy="180000"/>
            </a:xfrm>
            <a:prstGeom prst="rect">
              <a:avLst/>
            </a:pr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506DF06-87E9-F0AA-EBD1-1021E8219A7C}"/>
                </a:ext>
              </a:extLst>
            </p:cNvPr>
            <p:cNvSpPr/>
            <p:nvPr/>
          </p:nvSpPr>
          <p:spPr>
            <a:xfrm>
              <a:off x="2267680" y="5048250"/>
              <a:ext cx="180000" cy="180000"/>
            </a:xfrm>
            <a:prstGeom prst="rect">
              <a:avLst/>
            </a:pr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3DE0778-F776-4F18-6A99-2EECAC08C7DE}"/>
                </a:ext>
              </a:extLst>
            </p:cNvPr>
            <p:cNvSpPr/>
            <p:nvPr/>
          </p:nvSpPr>
          <p:spPr>
            <a:xfrm>
              <a:off x="2915625" y="5048250"/>
              <a:ext cx="180000" cy="180000"/>
            </a:xfrm>
            <a:prstGeom prst="rect">
              <a:avLst/>
            </a:prstGeom>
            <a:solidFill>
              <a:schemeClr val="accent1">
                <a:alpha val="5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66EE8F7-BB57-1965-FC43-A090A8475D03}"/>
                </a:ext>
              </a:extLst>
            </p:cNvPr>
            <p:cNvSpPr txBox="1"/>
            <p:nvPr/>
          </p:nvSpPr>
          <p:spPr>
            <a:xfrm>
              <a:off x="211329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Home</a:t>
              </a:r>
              <a:endPara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EE23DA-2A1A-BA96-402D-F4438CC4E28D}"/>
                </a:ext>
              </a:extLst>
            </p:cNvPr>
            <p:cNvSpPr txBox="1"/>
            <p:nvPr/>
          </p:nvSpPr>
          <p:spPr>
            <a:xfrm>
              <a:off x="2803106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Other</a:t>
              </a:r>
              <a:endPara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6A6517-62E7-EDEA-9368-45D2E6ABE58A}"/>
                </a:ext>
              </a:extLst>
            </p:cNvPr>
            <p:cNvSpPr txBox="1"/>
            <p:nvPr/>
          </p:nvSpPr>
          <p:spPr>
            <a:xfrm>
              <a:off x="2155161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Diary</a:t>
              </a:r>
              <a:endPara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54DE7C2-4F97-D195-2888-4B0E907DAC24}"/>
                </a:ext>
              </a:extLst>
            </p:cNvPr>
            <p:cNvSpPr txBox="1"/>
            <p:nvPr/>
          </p:nvSpPr>
          <p:spPr>
            <a:xfrm>
              <a:off x="1507217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test</a:t>
              </a:r>
              <a:endPara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862988B-4509-CEA1-B391-F185E9817907}"/>
                </a:ext>
              </a:extLst>
            </p:cNvPr>
            <p:cNvSpPr txBox="1"/>
            <p:nvPr/>
          </p:nvSpPr>
          <p:spPr>
            <a:xfrm>
              <a:off x="859273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List</a:t>
              </a:r>
              <a:endParaRPr lang="ko-KR" altLang="en-US" sz="600" kern="12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6433856-5080-CC77-F3E4-B927CC3918B4}"/>
                </a:ext>
              </a:extLst>
            </p:cNvPr>
            <p:cNvGrpSpPr/>
            <p:nvPr/>
          </p:nvGrpSpPr>
          <p:grpSpPr>
            <a:xfrm>
              <a:off x="-2" y="4972050"/>
              <a:ext cx="3419475" cy="434975"/>
              <a:chOff x="-2" y="4972050"/>
              <a:chExt cx="3419475" cy="434975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A628C301-FEA5-B6AE-FDF2-93B5D407A6C4}"/>
                  </a:ext>
                </a:extLst>
              </p:cNvPr>
              <p:cNvSpPr/>
              <p:nvPr/>
            </p:nvSpPr>
            <p:spPr>
              <a:xfrm>
                <a:off x="-2" y="4972050"/>
                <a:ext cx="3419475" cy="434975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algn="ctr" defTabSz="30481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ko-KR" altLang="en-US" sz="6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A3AB64A7-7AE9-2D96-DD21-29135CC29B7F}"/>
                  </a:ext>
                </a:extLst>
              </p:cNvPr>
              <p:cNvGrpSpPr/>
              <p:nvPr/>
            </p:nvGrpSpPr>
            <p:grpSpPr>
              <a:xfrm>
                <a:off x="211329" y="5045701"/>
                <a:ext cx="405037" cy="351080"/>
                <a:chOff x="211329" y="3536941"/>
                <a:chExt cx="405037" cy="351080"/>
              </a:xfrm>
            </p:grpSpPr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0F2AF78-38FF-3432-F913-9B2E02F5FCE7}"/>
                    </a:ext>
                  </a:extLst>
                </p:cNvPr>
                <p:cNvSpPr txBox="1"/>
                <p:nvPr userDrawn="1"/>
              </p:nvSpPr>
              <p:spPr>
                <a:xfrm>
                  <a:off x="211329" y="3703355"/>
                  <a:ext cx="405037" cy="184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304815"/>
                  <a:r>
                    <a:rPr lang="en-US" altLang="ko-KR" sz="600" dirty="0">
                      <a:solidFill>
                        <a:schemeClr val="bg1">
                          <a:lumMod val="65000"/>
                        </a:schemeClr>
                      </a:solidFill>
                      <a:latin typeface="Pretendard Light" panose="02000403000000020004" pitchFamily="50" charset="-127"/>
                      <a:ea typeface="Pretendard Light" panose="02000403000000020004" pitchFamily="50" charset="-127"/>
                      <a:cs typeface="Pretendard Light" panose="02000403000000020004" pitchFamily="50" charset="-127"/>
                    </a:rPr>
                    <a:t>Home</a:t>
                  </a:r>
                  <a:endParaRPr lang="ko-KR" altLang="en-US" sz="600" dirty="0">
                    <a:solidFill>
                      <a:schemeClr val="bg1">
                        <a:lumMod val="6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endParaRPr>
                </a:p>
              </p:txBody>
            </p:sp>
            <p:sp>
              <p:nvSpPr>
                <p:cNvPr id="51" name="그래픽 15" descr="주택 윤곽선">
                  <a:extLst>
                    <a:ext uri="{FF2B5EF4-FFF2-40B4-BE49-F238E27FC236}">
                      <a16:creationId xmlns:a16="http://schemas.microsoft.com/office/drawing/2014/main" id="{2756A7F9-1036-DE50-5547-2F8878AB2594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323848" y="3536941"/>
                  <a:ext cx="180000" cy="180000"/>
                </a:xfrm>
                <a:custGeom>
                  <a:avLst/>
                  <a:gdLst>
                    <a:gd name="csX0" fmla="*/ 0 w 789298"/>
                    <a:gd name="csY0" fmla="*/ 374885 h 699134"/>
                    <a:gd name="csX1" fmla="*/ 61808 w 789298"/>
                    <a:gd name="csY1" fmla="*/ 436683 h 699134"/>
                    <a:gd name="csX2" fmla="*/ 108899 w 789298"/>
                    <a:gd name="csY2" fmla="*/ 392087 h 699134"/>
                    <a:gd name="csX3" fmla="*/ 108899 w 789298"/>
                    <a:gd name="csY3" fmla="*/ 698906 h 699134"/>
                    <a:gd name="csX4" fmla="*/ 347024 w 789298"/>
                    <a:gd name="csY4" fmla="*/ 699002 h 699134"/>
                    <a:gd name="csX5" fmla="*/ 347024 w 789298"/>
                    <a:gd name="csY5" fmla="*/ 461172 h 699134"/>
                    <a:gd name="csX6" fmla="*/ 442274 w 789298"/>
                    <a:gd name="csY6" fmla="*/ 461172 h 699134"/>
                    <a:gd name="csX7" fmla="*/ 442274 w 789298"/>
                    <a:gd name="csY7" fmla="*/ 699040 h 699134"/>
                    <a:gd name="csX8" fmla="*/ 680399 w 789298"/>
                    <a:gd name="csY8" fmla="*/ 699135 h 699134"/>
                    <a:gd name="csX9" fmla="*/ 680399 w 789298"/>
                    <a:gd name="csY9" fmla="*/ 391687 h 699134"/>
                    <a:gd name="csX10" fmla="*/ 727729 w 789298"/>
                    <a:gd name="csY10" fmla="*/ 436455 h 699134"/>
                    <a:gd name="csX11" fmla="*/ 789299 w 789298"/>
                    <a:gd name="csY11" fmla="*/ 374894 h 699134"/>
                    <a:gd name="csX12" fmla="*/ 394649 w 789298"/>
                    <a:gd name="csY12" fmla="*/ 0 h 699134"/>
                    <a:gd name="csX13" fmla="*/ 661349 w 789298"/>
                    <a:gd name="csY13" fmla="*/ 680085 h 699134"/>
                    <a:gd name="csX14" fmla="*/ 461324 w 789298"/>
                    <a:gd name="csY14" fmla="*/ 679999 h 699134"/>
                    <a:gd name="csX15" fmla="*/ 461324 w 789298"/>
                    <a:gd name="csY15" fmla="*/ 442122 h 699134"/>
                    <a:gd name="csX16" fmla="*/ 327974 w 789298"/>
                    <a:gd name="csY16" fmla="*/ 442122 h 699134"/>
                    <a:gd name="csX17" fmla="*/ 327974 w 789298"/>
                    <a:gd name="csY17" fmla="*/ 679942 h 699134"/>
                    <a:gd name="csX18" fmla="*/ 127949 w 789298"/>
                    <a:gd name="csY18" fmla="*/ 679866 h 699134"/>
                    <a:gd name="csX19" fmla="*/ 127949 w 789298"/>
                    <a:gd name="csY19" fmla="*/ 374047 h 699134"/>
                    <a:gd name="csX20" fmla="*/ 394649 w 789298"/>
                    <a:gd name="csY20" fmla="*/ 121482 h 699134"/>
                    <a:gd name="csX21" fmla="*/ 661349 w 789298"/>
                    <a:gd name="csY21" fmla="*/ 373675 h 699134"/>
                    <a:gd name="csX22" fmla="*/ 62170 w 789298"/>
                    <a:gd name="csY22" fmla="*/ 410108 h 699134"/>
                    <a:gd name="csX23" fmla="*/ 27299 w 789298"/>
                    <a:gd name="csY23" fmla="*/ 375285 h 699134"/>
                    <a:gd name="csX24" fmla="*/ 394649 w 789298"/>
                    <a:gd name="csY24" fmla="*/ 26251 h 699134"/>
                    <a:gd name="csX25" fmla="*/ 762000 w 789298"/>
                    <a:gd name="csY25" fmla="*/ 375285 h 699134"/>
                    <a:gd name="csX26" fmla="*/ 727358 w 789298"/>
                    <a:gd name="csY26" fmla="*/ 409880 h 699134"/>
                    <a:gd name="csX27" fmla="*/ 394649 w 789298"/>
                    <a:gd name="csY27" fmla="*/ 95250 h 699134"/>
                    <a:gd name="csX0" fmla="*/ 0 w 789299"/>
                    <a:gd name="csY0" fmla="*/ 374885 h 699135"/>
                    <a:gd name="csX1" fmla="*/ 61808 w 789299"/>
                    <a:gd name="csY1" fmla="*/ 436683 h 699135"/>
                    <a:gd name="csX2" fmla="*/ 108899 w 789299"/>
                    <a:gd name="csY2" fmla="*/ 392087 h 699135"/>
                    <a:gd name="csX3" fmla="*/ 108899 w 789299"/>
                    <a:gd name="csY3" fmla="*/ 698906 h 699135"/>
                    <a:gd name="csX4" fmla="*/ 347024 w 789299"/>
                    <a:gd name="csY4" fmla="*/ 699002 h 699135"/>
                    <a:gd name="csX5" fmla="*/ 347024 w 789299"/>
                    <a:gd name="csY5" fmla="*/ 461172 h 699135"/>
                    <a:gd name="csX6" fmla="*/ 442274 w 789299"/>
                    <a:gd name="csY6" fmla="*/ 461172 h 699135"/>
                    <a:gd name="csX7" fmla="*/ 442274 w 789299"/>
                    <a:gd name="csY7" fmla="*/ 699040 h 699135"/>
                    <a:gd name="csX8" fmla="*/ 680399 w 789299"/>
                    <a:gd name="csY8" fmla="*/ 699135 h 699135"/>
                    <a:gd name="csX9" fmla="*/ 680399 w 789299"/>
                    <a:gd name="csY9" fmla="*/ 391687 h 699135"/>
                    <a:gd name="csX10" fmla="*/ 727729 w 789299"/>
                    <a:gd name="csY10" fmla="*/ 436455 h 699135"/>
                    <a:gd name="csX11" fmla="*/ 789299 w 789299"/>
                    <a:gd name="csY11" fmla="*/ 374894 h 699135"/>
                    <a:gd name="csX12" fmla="*/ 394649 w 789299"/>
                    <a:gd name="csY12" fmla="*/ 0 h 699135"/>
                    <a:gd name="csX13" fmla="*/ 0 w 789299"/>
                    <a:gd name="csY13" fmla="*/ 374885 h 699135"/>
                    <a:gd name="csX14" fmla="*/ 661349 w 789299"/>
                    <a:gd name="csY14" fmla="*/ 680085 h 699135"/>
                    <a:gd name="csX15" fmla="*/ 461324 w 789299"/>
                    <a:gd name="csY15" fmla="*/ 679999 h 699135"/>
                    <a:gd name="csX16" fmla="*/ 461324 w 789299"/>
                    <a:gd name="csY16" fmla="*/ 442122 h 699135"/>
                    <a:gd name="csX17" fmla="*/ 327974 w 789299"/>
                    <a:gd name="csY17" fmla="*/ 442122 h 699135"/>
                    <a:gd name="csX18" fmla="*/ 327974 w 789299"/>
                    <a:gd name="csY18" fmla="*/ 679942 h 699135"/>
                    <a:gd name="csX19" fmla="*/ 127949 w 789299"/>
                    <a:gd name="csY19" fmla="*/ 679866 h 699135"/>
                    <a:gd name="csX20" fmla="*/ 127949 w 789299"/>
                    <a:gd name="csY20" fmla="*/ 374047 h 699135"/>
                    <a:gd name="csX21" fmla="*/ 394649 w 789299"/>
                    <a:gd name="csY21" fmla="*/ 121482 h 699135"/>
                    <a:gd name="csX22" fmla="*/ 661349 w 789299"/>
                    <a:gd name="csY22" fmla="*/ 680085 h 699135"/>
                    <a:gd name="csX23" fmla="*/ 62170 w 789299"/>
                    <a:gd name="csY23" fmla="*/ 410108 h 699135"/>
                    <a:gd name="csX24" fmla="*/ 27299 w 789299"/>
                    <a:gd name="csY24" fmla="*/ 375285 h 699135"/>
                    <a:gd name="csX25" fmla="*/ 394649 w 789299"/>
                    <a:gd name="csY25" fmla="*/ 26251 h 699135"/>
                    <a:gd name="csX26" fmla="*/ 762000 w 789299"/>
                    <a:gd name="csY26" fmla="*/ 375285 h 699135"/>
                    <a:gd name="csX27" fmla="*/ 727358 w 789299"/>
                    <a:gd name="csY27" fmla="*/ 409880 h 699135"/>
                    <a:gd name="csX28" fmla="*/ 394649 w 789299"/>
                    <a:gd name="csY28" fmla="*/ 95250 h 699135"/>
                    <a:gd name="csX29" fmla="*/ 62170 w 789299"/>
                    <a:gd name="csY29" fmla="*/ 410108 h 699135"/>
                    <a:gd name="csX0" fmla="*/ 0 w 789299"/>
                    <a:gd name="csY0" fmla="*/ 374885 h 699135"/>
                    <a:gd name="csX1" fmla="*/ 61808 w 789299"/>
                    <a:gd name="csY1" fmla="*/ 436683 h 699135"/>
                    <a:gd name="csX2" fmla="*/ 108899 w 789299"/>
                    <a:gd name="csY2" fmla="*/ 392087 h 699135"/>
                    <a:gd name="csX3" fmla="*/ 108899 w 789299"/>
                    <a:gd name="csY3" fmla="*/ 698906 h 699135"/>
                    <a:gd name="csX4" fmla="*/ 347024 w 789299"/>
                    <a:gd name="csY4" fmla="*/ 699002 h 699135"/>
                    <a:gd name="csX5" fmla="*/ 347024 w 789299"/>
                    <a:gd name="csY5" fmla="*/ 461172 h 699135"/>
                    <a:gd name="csX6" fmla="*/ 442274 w 789299"/>
                    <a:gd name="csY6" fmla="*/ 461172 h 699135"/>
                    <a:gd name="csX7" fmla="*/ 442274 w 789299"/>
                    <a:gd name="csY7" fmla="*/ 699040 h 699135"/>
                    <a:gd name="csX8" fmla="*/ 680399 w 789299"/>
                    <a:gd name="csY8" fmla="*/ 699135 h 699135"/>
                    <a:gd name="csX9" fmla="*/ 680399 w 789299"/>
                    <a:gd name="csY9" fmla="*/ 391687 h 699135"/>
                    <a:gd name="csX10" fmla="*/ 727729 w 789299"/>
                    <a:gd name="csY10" fmla="*/ 436455 h 699135"/>
                    <a:gd name="csX11" fmla="*/ 789299 w 789299"/>
                    <a:gd name="csY11" fmla="*/ 374894 h 699135"/>
                    <a:gd name="csX12" fmla="*/ 394649 w 789299"/>
                    <a:gd name="csY12" fmla="*/ 0 h 699135"/>
                    <a:gd name="csX13" fmla="*/ 0 w 789299"/>
                    <a:gd name="csY13" fmla="*/ 374885 h 699135"/>
                    <a:gd name="csX14" fmla="*/ 661349 w 789299"/>
                    <a:gd name="csY14" fmla="*/ 680085 h 699135"/>
                    <a:gd name="csX15" fmla="*/ 461324 w 789299"/>
                    <a:gd name="csY15" fmla="*/ 679999 h 699135"/>
                    <a:gd name="csX16" fmla="*/ 461324 w 789299"/>
                    <a:gd name="csY16" fmla="*/ 442122 h 699135"/>
                    <a:gd name="csX17" fmla="*/ 327974 w 789299"/>
                    <a:gd name="csY17" fmla="*/ 442122 h 699135"/>
                    <a:gd name="csX18" fmla="*/ 327974 w 789299"/>
                    <a:gd name="csY18" fmla="*/ 679942 h 699135"/>
                    <a:gd name="csX19" fmla="*/ 127949 w 789299"/>
                    <a:gd name="csY19" fmla="*/ 679866 h 699135"/>
                    <a:gd name="csX20" fmla="*/ 127949 w 789299"/>
                    <a:gd name="csY20" fmla="*/ 374047 h 699135"/>
                    <a:gd name="csX21" fmla="*/ 394649 w 789299"/>
                    <a:gd name="csY21" fmla="*/ 121482 h 699135"/>
                    <a:gd name="csX22" fmla="*/ 661349 w 789299"/>
                    <a:gd name="csY22" fmla="*/ 680085 h 699135"/>
                    <a:gd name="csX23" fmla="*/ 62170 w 789299"/>
                    <a:gd name="csY23" fmla="*/ 410108 h 699135"/>
                    <a:gd name="csX24" fmla="*/ 27299 w 789299"/>
                    <a:gd name="csY24" fmla="*/ 375285 h 699135"/>
                    <a:gd name="csX25" fmla="*/ 394649 w 789299"/>
                    <a:gd name="csY25" fmla="*/ 26251 h 699135"/>
                    <a:gd name="csX26" fmla="*/ 762000 w 789299"/>
                    <a:gd name="csY26" fmla="*/ 375285 h 699135"/>
                    <a:gd name="csX27" fmla="*/ 727358 w 789299"/>
                    <a:gd name="csY27" fmla="*/ 409880 h 699135"/>
                    <a:gd name="csX28" fmla="*/ 62170 w 789299"/>
                    <a:gd name="csY28" fmla="*/ 410108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2170 w 789299"/>
                    <a:gd name="csY2" fmla="*/ 410108 h 699135"/>
                    <a:gd name="csX3" fmla="*/ 61808 w 789299"/>
                    <a:gd name="csY3" fmla="*/ 436683 h 699135"/>
                    <a:gd name="csX4" fmla="*/ 108899 w 789299"/>
                    <a:gd name="csY4" fmla="*/ 392087 h 699135"/>
                    <a:gd name="csX5" fmla="*/ 108899 w 789299"/>
                    <a:gd name="csY5" fmla="*/ 698906 h 699135"/>
                    <a:gd name="csX6" fmla="*/ 347024 w 789299"/>
                    <a:gd name="csY6" fmla="*/ 699002 h 699135"/>
                    <a:gd name="csX7" fmla="*/ 347024 w 789299"/>
                    <a:gd name="csY7" fmla="*/ 461172 h 699135"/>
                    <a:gd name="csX8" fmla="*/ 442274 w 789299"/>
                    <a:gd name="csY8" fmla="*/ 461172 h 699135"/>
                    <a:gd name="csX9" fmla="*/ 442274 w 789299"/>
                    <a:gd name="csY9" fmla="*/ 699040 h 699135"/>
                    <a:gd name="csX10" fmla="*/ 680399 w 789299"/>
                    <a:gd name="csY10" fmla="*/ 699135 h 699135"/>
                    <a:gd name="csX11" fmla="*/ 680399 w 789299"/>
                    <a:gd name="csY11" fmla="*/ 391687 h 699135"/>
                    <a:gd name="csX12" fmla="*/ 727729 w 789299"/>
                    <a:gd name="csY12" fmla="*/ 436455 h 699135"/>
                    <a:gd name="csX13" fmla="*/ 789299 w 789299"/>
                    <a:gd name="csY13" fmla="*/ 374894 h 699135"/>
                    <a:gd name="csX14" fmla="*/ 394649 w 789299"/>
                    <a:gd name="csY14" fmla="*/ 0 h 699135"/>
                    <a:gd name="csX15" fmla="*/ 0 w 789299"/>
                    <a:gd name="csY15" fmla="*/ 3748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461324 w 789299"/>
                    <a:gd name="csY18" fmla="*/ 442122 h 699135"/>
                    <a:gd name="csX19" fmla="*/ 327974 w 789299"/>
                    <a:gd name="csY19" fmla="*/ 442122 h 699135"/>
                    <a:gd name="csX20" fmla="*/ 327974 w 789299"/>
                    <a:gd name="csY20" fmla="*/ 679942 h 699135"/>
                    <a:gd name="csX21" fmla="*/ 127949 w 789299"/>
                    <a:gd name="csY21" fmla="*/ 679866 h 699135"/>
                    <a:gd name="csX22" fmla="*/ 127949 w 789299"/>
                    <a:gd name="csY22" fmla="*/ 374047 h 699135"/>
                    <a:gd name="csX23" fmla="*/ 394649 w 789299"/>
                    <a:gd name="csY23" fmla="*/ 121482 h 699135"/>
                    <a:gd name="csX24" fmla="*/ 661349 w 789299"/>
                    <a:gd name="csY24" fmla="*/ 680085 h 699135"/>
                    <a:gd name="csX25" fmla="*/ 62170 w 789299"/>
                    <a:gd name="csY25" fmla="*/ 410108 h 699135"/>
                    <a:gd name="csX26" fmla="*/ 27299 w 789299"/>
                    <a:gd name="csY26" fmla="*/ 375285 h 699135"/>
                    <a:gd name="csX27" fmla="*/ 486089 w 789299"/>
                    <a:gd name="csY27" fmla="*/ 117691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2170 w 789299"/>
                    <a:gd name="csY2" fmla="*/ 410108 h 699135"/>
                    <a:gd name="csX3" fmla="*/ 61808 w 789299"/>
                    <a:gd name="csY3" fmla="*/ 436683 h 699135"/>
                    <a:gd name="csX4" fmla="*/ 108899 w 789299"/>
                    <a:gd name="csY4" fmla="*/ 392087 h 699135"/>
                    <a:gd name="csX5" fmla="*/ 108899 w 789299"/>
                    <a:gd name="csY5" fmla="*/ 698906 h 699135"/>
                    <a:gd name="csX6" fmla="*/ 347024 w 789299"/>
                    <a:gd name="csY6" fmla="*/ 699002 h 699135"/>
                    <a:gd name="csX7" fmla="*/ 347024 w 789299"/>
                    <a:gd name="csY7" fmla="*/ 461172 h 699135"/>
                    <a:gd name="csX8" fmla="*/ 442274 w 789299"/>
                    <a:gd name="csY8" fmla="*/ 461172 h 699135"/>
                    <a:gd name="csX9" fmla="*/ 442274 w 789299"/>
                    <a:gd name="csY9" fmla="*/ 699040 h 699135"/>
                    <a:gd name="csX10" fmla="*/ 680399 w 789299"/>
                    <a:gd name="csY10" fmla="*/ 699135 h 699135"/>
                    <a:gd name="csX11" fmla="*/ 680399 w 789299"/>
                    <a:gd name="csY11" fmla="*/ 391687 h 699135"/>
                    <a:gd name="csX12" fmla="*/ 727729 w 789299"/>
                    <a:gd name="csY12" fmla="*/ 436455 h 699135"/>
                    <a:gd name="csX13" fmla="*/ 789299 w 789299"/>
                    <a:gd name="csY13" fmla="*/ 374894 h 699135"/>
                    <a:gd name="csX14" fmla="*/ 394649 w 789299"/>
                    <a:gd name="csY14" fmla="*/ 0 h 699135"/>
                    <a:gd name="csX15" fmla="*/ 0 w 789299"/>
                    <a:gd name="csY15" fmla="*/ 374885 h 699135"/>
                    <a:gd name="csX16" fmla="*/ 762000 w 789299"/>
                    <a:gd name="csY16" fmla="*/ 375285 h 699135"/>
                    <a:gd name="csX17" fmla="*/ 661349 w 789299"/>
                    <a:gd name="csY17" fmla="*/ 680085 h 699135"/>
                    <a:gd name="csX18" fmla="*/ 461324 w 789299"/>
                    <a:gd name="csY18" fmla="*/ 679999 h 699135"/>
                    <a:gd name="csX19" fmla="*/ 461324 w 789299"/>
                    <a:gd name="csY19" fmla="*/ 442122 h 699135"/>
                    <a:gd name="csX20" fmla="*/ 327974 w 789299"/>
                    <a:gd name="csY20" fmla="*/ 442122 h 699135"/>
                    <a:gd name="csX21" fmla="*/ 327974 w 789299"/>
                    <a:gd name="csY21" fmla="*/ 679942 h 699135"/>
                    <a:gd name="csX22" fmla="*/ 127949 w 789299"/>
                    <a:gd name="csY22" fmla="*/ 679866 h 699135"/>
                    <a:gd name="csX23" fmla="*/ 127949 w 789299"/>
                    <a:gd name="csY23" fmla="*/ 374047 h 699135"/>
                    <a:gd name="csX24" fmla="*/ 394649 w 789299"/>
                    <a:gd name="csY24" fmla="*/ 121482 h 699135"/>
                    <a:gd name="csX25" fmla="*/ 661349 w 789299"/>
                    <a:gd name="csY25" fmla="*/ 680085 h 699135"/>
                    <a:gd name="csX26" fmla="*/ 62170 w 789299"/>
                    <a:gd name="csY26" fmla="*/ 410108 h 699135"/>
                    <a:gd name="csX27" fmla="*/ 27299 w 789299"/>
                    <a:gd name="csY27" fmla="*/ 375285 h 699135"/>
                    <a:gd name="csX28" fmla="*/ 490852 w 789299"/>
                    <a:gd name="csY28" fmla="*/ 119279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2170 w 789299"/>
                    <a:gd name="csY2" fmla="*/ 410108 h 699135"/>
                    <a:gd name="csX3" fmla="*/ 61808 w 789299"/>
                    <a:gd name="csY3" fmla="*/ 436683 h 699135"/>
                    <a:gd name="csX4" fmla="*/ 108899 w 789299"/>
                    <a:gd name="csY4" fmla="*/ 392087 h 699135"/>
                    <a:gd name="csX5" fmla="*/ 108899 w 789299"/>
                    <a:gd name="csY5" fmla="*/ 698906 h 699135"/>
                    <a:gd name="csX6" fmla="*/ 347024 w 789299"/>
                    <a:gd name="csY6" fmla="*/ 699002 h 699135"/>
                    <a:gd name="csX7" fmla="*/ 347024 w 789299"/>
                    <a:gd name="csY7" fmla="*/ 461172 h 699135"/>
                    <a:gd name="csX8" fmla="*/ 442274 w 789299"/>
                    <a:gd name="csY8" fmla="*/ 461172 h 699135"/>
                    <a:gd name="csX9" fmla="*/ 442274 w 789299"/>
                    <a:gd name="csY9" fmla="*/ 699040 h 699135"/>
                    <a:gd name="csX10" fmla="*/ 680399 w 789299"/>
                    <a:gd name="csY10" fmla="*/ 699135 h 699135"/>
                    <a:gd name="csX11" fmla="*/ 680399 w 789299"/>
                    <a:gd name="csY11" fmla="*/ 391687 h 699135"/>
                    <a:gd name="csX12" fmla="*/ 727729 w 789299"/>
                    <a:gd name="csY12" fmla="*/ 436455 h 699135"/>
                    <a:gd name="csX13" fmla="*/ 789299 w 789299"/>
                    <a:gd name="csY13" fmla="*/ 374894 h 699135"/>
                    <a:gd name="csX14" fmla="*/ 394649 w 789299"/>
                    <a:gd name="csY14" fmla="*/ 0 h 699135"/>
                    <a:gd name="csX15" fmla="*/ 0 w 789299"/>
                    <a:gd name="csY15" fmla="*/ 374885 h 699135"/>
                    <a:gd name="csX16" fmla="*/ 762000 w 789299"/>
                    <a:gd name="csY16" fmla="*/ 375285 h 699135"/>
                    <a:gd name="csX17" fmla="*/ 661349 w 789299"/>
                    <a:gd name="csY17" fmla="*/ 680085 h 699135"/>
                    <a:gd name="csX18" fmla="*/ 461324 w 789299"/>
                    <a:gd name="csY18" fmla="*/ 679999 h 699135"/>
                    <a:gd name="csX19" fmla="*/ 461324 w 789299"/>
                    <a:gd name="csY19" fmla="*/ 442122 h 699135"/>
                    <a:gd name="csX20" fmla="*/ 327974 w 789299"/>
                    <a:gd name="csY20" fmla="*/ 442122 h 699135"/>
                    <a:gd name="csX21" fmla="*/ 327974 w 789299"/>
                    <a:gd name="csY21" fmla="*/ 679942 h 699135"/>
                    <a:gd name="csX22" fmla="*/ 127949 w 789299"/>
                    <a:gd name="csY22" fmla="*/ 679866 h 699135"/>
                    <a:gd name="csX23" fmla="*/ 127949 w 789299"/>
                    <a:gd name="csY23" fmla="*/ 374047 h 699135"/>
                    <a:gd name="csX24" fmla="*/ 394649 w 789299"/>
                    <a:gd name="csY24" fmla="*/ 121482 h 699135"/>
                    <a:gd name="csX25" fmla="*/ 661349 w 789299"/>
                    <a:gd name="csY25" fmla="*/ 680085 h 699135"/>
                    <a:gd name="csX26" fmla="*/ 62170 w 789299"/>
                    <a:gd name="csY26" fmla="*/ 410108 h 699135"/>
                    <a:gd name="csX27" fmla="*/ 27299 w 789299"/>
                    <a:gd name="csY27" fmla="*/ 3752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2170 w 789299"/>
                    <a:gd name="csY2" fmla="*/ 410108 h 699135"/>
                    <a:gd name="csX3" fmla="*/ 61808 w 789299"/>
                    <a:gd name="csY3" fmla="*/ 436683 h 699135"/>
                    <a:gd name="csX4" fmla="*/ 108899 w 789299"/>
                    <a:gd name="csY4" fmla="*/ 392087 h 699135"/>
                    <a:gd name="csX5" fmla="*/ 108899 w 789299"/>
                    <a:gd name="csY5" fmla="*/ 698906 h 699135"/>
                    <a:gd name="csX6" fmla="*/ 347024 w 789299"/>
                    <a:gd name="csY6" fmla="*/ 699002 h 699135"/>
                    <a:gd name="csX7" fmla="*/ 347024 w 789299"/>
                    <a:gd name="csY7" fmla="*/ 461172 h 699135"/>
                    <a:gd name="csX8" fmla="*/ 442274 w 789299"/>
                    <a:gd name="csY8" fmla="*/ 461172 h 699135"/>
                    <a:gd name="csX9" fmla="*/ 442274 w 789299"/>
                    <a:gd name="csY9" fmla="*/ 699040 h 699135"/>
                    <a:gd name="csX10" fmla="*/ 680399 w 789299"/>
                    <a:gd name="csY10" fmla="*/ 699135 h 699135"/>
                    <a:gd name="csX11" fmla="*/ 680399 w 789299"/>
                    <a:gd name="csY11" fmla="*/ 391687 h 699135"/>
                    <a:gd name="csX12" fmla="*/ 727729 w 789299"/>
                    <a:gd name="csY12" fmla="*/ 436455 h 699135"/>
                    <a:gd name="csX13" fmla="*/ 789299 w 789299"/>
                    <a:gd name="csY13" fmla="*/ 374894 h 699135"/>
                    <a:gd name="csX14" fmla="*/ 394649 w 789299"/>
                    <a:gd name="csY14" fmla="*/ 0 h 699135"/>
                    <a:gd name="csX15" fmla="*/ 0 w 789299"/>
                    <a:gd name="csY15" fmla="*/ 374885 h 699135"/>
                    <a:gd name="csX16" fmla="*/ 762000 w 789299"/>
                    <a:gd name="csY16" fmla="*/ 375285 h 699135"/>
                    <a:gd name="csX17" fmla="*/ 661349 w 789299"/>
                    <a:gd name="csY17" fmla="*/ 680085 h 699135"/>
                    <a:gd name="csX18" fmla="*/ 461324 w 789299"/>
                    <a:gd name="csY18" fmla="*/ 679999 h 699135"/>
                    <a:gd name="csX19" fmla="*/ 461324 w 789299"/>
                    <a:gd name="csY19" fmla="*/ 442122 h 699135"/>
                    <a:gd name="csX20" fmla="*/ 327974 w 789299"/>
                    <a:gd name="csY20" fmla="*/ 442122 h 699135"/>
                    <a:gd name="csX21" fmla="*/ 327974 w 789299"/>
                    <a:gd name="csY21" fmla="*/ 679942 h 699135"/>
                    <a:gd name="csX22" fmla="*/ 127949 w 789299"/>
                    <a:gd name="csY22" fmla="*/ 679866 h 699135"/>
                    <a:gd name="csX23" fmla="*/ 127949 w 789299"/>
                    <a:gd name="csY23" fmla="*/ 374047 h 699135"/>
                    <a:gd name="csX24" fmla="*/ 661349 w 789299"/>
                    <a:gd name="csY24" fmla="*/ 680085 h 699135"/>
                    <a:gd name="csX25" fmla="*/ 62170 w 789299"/>
                    <a:gd name="csY25" fmla="*/ 410108 h 699135"/>
                    <a:gd name="csX26" fmla="*/ 27299 w 789299"/>
                    <a:gd name="csY26" fmla="*/ 3752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2170 w 789299"/>
                    <a:gd name="csY2" fmla="*/ 410108 h 699135"/>
                    <a:gd name="csX3" fmla="*/ 61808 w 789299"/>
                    <a:gd name="csY3" fmla="*/ 436683 h 699135"/>
                    <a:gd name="csX4" fmla="*/ 108899 w 789299"/>
                    <a:gd name="csY4" fmla="*/ 392087 h 699135"/>
                    <a:gd name="csX5" fmla="*/ 108899 w 789299"/>
                    <a:gd name="csY5" fmla="*/ 698906 h 699135"/>
                    <a:gd name="csX6" fmla="*/ 347024 w 789299"/>
                    <a:gd name="csY6" fmla="*/ 699002 h 699135"/>
                    <a:gd name="csX7" fmla="*/ 347024 w 789299"/>
                    <a:gd name="csY7" fmla="*/ 461172 h 699135"/>
                    <a:gd name="csX8" fmla="*/ 442274 w 789299"/>
                    <a:gd name="csY8" fmla="*/ 461172 h 699135"/>
                    <a:gd name="csX9" fmla="*/ 442274 w 789299"/>
                    <a:gd name="csY9" fmla="*/ 699040 h 699135"/>
                    <a:gd name="csX10" fmla="*/ 680399 w 789299"/>
                    <a:gd name="csY10" fmla="*/ 699135 h 699135"/>
                    <a:gd name="csX11" fmla="*/ 680399 w 789299"/>
                    <a:gd name="csY11" fmla="*/ 391687 h 699135"/>
                    <a:gd name="csX12" fmla="*/ 727729 w 789299"/>
                    <a:gd name="csY12" fmla="*/ 436455 h 699135"/>
                    <a:gd name="csX13" fmla="*/ 789299 w 789299"/>
                    <a:gd name="csY13" fmla="*/ 374894 h 699135"/>
                    <a:gd name="csX14" fmla="*/ 394649 w 789299"/>
                    <a:gd name="csY14" fmla="*/ 0 h 699135"/>
                    <a:gd name="csX15" fmla="*/ 0 w 789299"/>
                    <a:gd name="csY15" fmla="*/ 374885 h 699135"/>
                    <a:gd name="csX16" fmla="*/ 762000 w 789299"/>
                    <a:gd name="csY16" fmla="*/ 375285 h 699135"/>
                    <a:gd name="csX17" fmla="*/ 661349 w 789299"/>
                    <a:gd name="csY17" fmla="*/ 680085 h 699135"/>
                    <a:gd name="csX18" fmla="*/ 461324 w 789299"/>
                    <a:gd name="csY18" fmla="*/ 679999 h 699135"/>
                    <a:gd name="csX19" fmla="*/ 461324 w 789299"/>
                    <a:gd name="csY19" fmla="*/ 442122 h 699135"/>
                    <a:gd name="csX20" fmla="*/ 327974 w 789299"/>
                    <a:gd name="csY20" fmla="*/ 442122 h 699135"/>
                    <a:gd name="csX21" fmla="*/ 327974 w 789299"/>
                    <a:gd name="csY21" fmla="*/ 679942 h 699135"/>
                    <a:gd name="csX22" fmla="*/ 127949 w 789299"/>
                    <a:gd name="csY22" fmla="*/ 679866 h 699135"/>
                    <a:gd name="csX23" fmla="*/ 127949 w 789299"/>
                    <a:gd name="csY23" fmla="*/ 374047 h 699135"/>
                    <a:gd name="csX24" fmla="*/ 661349 w 789299"/>
                    <a:gd name="csY24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461324 w 789299"/>
                    <a:gd name="csY18" fmla="*/ 442122 h 699135"/>
                    <a:gd name="csX19" fmla="*/ 327974 w 789299"/>
                    <a:gd name="csY19" fmla="*/ 442122 h 699135"/>
                    <a:gd name="csX20" fmla="*/ 327974 w 789299"/>
                    <a:gd name="csY20" fmla="*/ 679942 h 699135"/>
                    <a:gd name="csX21" fmla="*/ 127949 w 789299"/>
                    <a:gd name="csY21" fmla="*/ 679866 h 699135"/>
                    <a:gd name="csX22" fmla="*/ 127949 w 789299"/>
                    <a:gd name="csY22" fmla="*/ 374047 h 699135"/>
                    <a:gd name="csX23" fmla="*/ 661349 w 789299"/>
                    <a:gd name="csY23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461324 w 789299"/>
                    <a:gd name="csY18" fmla="*/ 442122 h 699135"/>
                    <a:gd name="csX19" fmla="*/ 327974 w 789299"/>
                    <a:gd name="csY19" fmla="*/ 442122 h 699135"/>
                    <a:gd name="csX20" fmla="*/ 327974 w 789299"/>
                    <a:gd name="csY20" fmla="*/ 679942 h 699135"/>
                    <a:gd name="csX21" fmla="*/ 127949 w 789299"/>
                    <a:gd name="csY21" fmla="*/ 679866 h 699135"/>
                    <a:gd name="csX22" fmla="*/ 661349 w 789299"/>
                    <a:gd name="csY22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461324 w 789299"/>
                    <a:gd name="csY18" fmla="*/ 442122 h 699135"/>
                    <a:gd name="csX19" fmla="*/ 327974 w 789299"/>
                    <a:gd name="csY19" fmla="*/ 442122 h 699135"/>
                    <a:gd name="csX20" fmla="*/ 327974 w 789299"/>
                    <a:gd name="csY20" fmla="*/ 679942 h 699135"/>
                    <a:gd name="csX21" fmla="*/ 661349 w 789299"/>
                    <a:gd name="csY21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461324 w 789299"/>
                    <a:gd name="csY18" fmla="*/ 442122 h 699135"/>
                    <a:gd name="csX19" fmla="*/ 327974 w 789299"/>
                    <a:gd name="csY19" fmla="*/ 442122 h 699135"/>
                    <a:gd name="csX20" fmla="*/ 661349 w 789299"/>
                    <a:gd name="csY20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461324 w 789299"/>
                    <a:gd name="csY18" fmla="*/ 442122 h 699135"/>
                    <a:gd name="csX19" fmla="*/ 661349 w 789299"/>
                    <a:gd name="csY19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16" fmla="*/ 661349 w 789299"/>
                    <a:gd name="csY16" fmla="*/ 680085 h 699135"/>
                    <a:gd name="csX17" fmla="*/ 461324 w 789299"/>
                    <a:gd name="csY17" fmla="*/ 679999 h 699135"/>
                    <a:gd name="csX18" fmla="*/ 661349 w 789299"/>
                    <a:gd name="csY18" fmla="*/ 680085 h 699135"/>
                    <a:gd name="csX0" fmla="*/ 762000 w 789299"/>
                    <a:gd name="csY0" fmla="*/ 375285 h 699135"/>
                    <a:gd name="csX1" fmla="*/ 727358 w 789299"/>
                    <a:gd name="csY1" fmla="*/ 409880 h 699135"/>
                    <a:gd name="csX2" fmla="*/ 61808 w 789299"/>
                    <a:gd name="csY2" fmla="*/ 436683 h 699135"/>
                    <a:gd name="csX3" fmla="*/ 108899 w 789299"/>
                    <a:gd name="csY3" fmla="*/ 392087 h 699135"/>
                    <a:gd name="csX4" fmla="*/ 108899 w 789299"/>
                    <a:gd name="csY4" fmla="*/ 698906 h 699135"/>
                    <a:gd name="csX5" fmla="*/ 347024 w 789299"/>
                    <a:gd name="csY5" fmla="*/ 699002 h 699135"/>
                    <a:gd name="csX6" fmla="*/ 347024 w 789299"/>
                    <a:gd name="csY6" fmla="*/ 461172 h 699135"/>
                    <a:gd name="csX7" fmla="*/ 442274 w 789299"/>
                    <a:gd name="csY7" fmla="*/ 461172 h 699135"/>
                    <a:gd name="csX8" fmla="*/ 442274 w 789299"/>
                    <a:gd name="csY8" fmla="*/ 699040 h 699135"/>
                    <a:gd name="csX9" fmla="*/ 680399 w 789299"/>
                    <a:gd name="csY9" fmla="*/ 699135 h 699135"/>
                    <a:gd name="csX10" fmla="*/ 680399 w 789299"/>
                    <a:gd name="csY10" fmla="*/ 391687 h 699135"/>
                    <a:gd name="csX11" fmla="*/ 727729 w 789299"/>
                    <a:gd name="csY11" fmla="*/ 436455 h 699135"/>
                    <a:gd name="csX12" fmla="*/ 789299 w 789299"/>
                    <a:gd name="csY12" fmla="*/ 374894 h 699135"/>
                    <a:gd name="csX13" fmla="*/ 394649 w 789299"/>
                    <a:gd name="csY13" fmla="*/ 0 h 699135"/>
                    <a:gd name="csX14" fmla="*/ 0 w 789299"/>
                    <a:gd name="csY14" fmla="*/ 374885 h 699135"/>
                    <a:gd name="csX15" fmla="*/ 762000 w 789299"/>
                    <a:gd name="csY15" fmla="*/ 375285 h 699135"/>
                    <a:gd name="csX0" fmla="*/ 762000 w 789299"/>
                    <a:gd name="csY0" fmla="*/ 375285 h 699135"/>
                    <a:gd name="csX1" fmla="*/ 61808 w 789299"/>
                    <a:gd name="csY1" fmla="*/ 436683 h 699135"/>
                    <a:gd name="csX2" fmla="*/ 108899 w 789299"/>
                    <a:gd name="csY2" fmla="*/ 392087 h 699135"/>
                    <a:gd name="csX3" fmla="*/ 108899 w 789299"/>
                    <a:gd name="csY3" fmla="*/ 698906 h 699135"/>
                    <a:gd name="csX4" fmla="*/ 347024 w 789299"/>
                    <a:gd name="csY4" fmla="*/ 699002 h 699135"/>
                    <a:gd name="csX5" fmla="*/ 347024 w 789299"/>
                    <a:gd name="csY5" fmla="*/ 461172 h 699135"/>
                    <a:gd name="csX6" fmla="*/ 442274 w 789299"/>
                    <a:gd name="csY6" fmla="*/ 461172 h 699135"/>
                    <a:gd name="csX7" fmla="*/ 442274 w 789299"/>
                    <a:gd name="csY7" fmla="*/ 699040 h 699135"/>
                    <a:gd name="csX8" fmla="*/ 680399 w 789299"/>
                    <a:gd name="csY8" fmla="*/ 699135 h 699135"/>
                    <a:gd name="csX9" fmla="*/ 680399 w 789299"/>
                    <a:gd name="csY9" fmla="*/ 391687 h 699135"/>
                    <a:gd name="csX10" fmla="*/ 727729 w 789299"/>
                    <a:gd name="csY10" fmla="*/ 436455 h 699135"/>
                    <a:gd name="csX11" fmla="*/ 789299 w 789299"/>
                    <a:gd name="csY11" fmla="*/ 374894 h 699135"/>
                    <a:gd name="csX12" fmla="*/ 394649 w 789299"/>
                    <a:gd name="csY12" fmla="*/ 0 h 699135"/>
                    <a:gd name="csX13" fmla="*/ 0 w 789299"/>
                    <a:gd name="csY13" fmla="*/ 374885 h 699135"/>
                    <a:gd name="csX14" fmla="*/ 762000 w 789299"/>
                    <a:gd name="csY14" fmla="*/ 375285 h 699135"/>
                    <a:gd name="csX0" fmla="*/ 0 w 789299"/>
                    <a:gd name="csY0" fmla="*/ 374885 h 699135"/>
                    <a:gd name="csX1" fmla="*/ 61808 w 789299"/>
                    <a:gd name="csY1" fmla="*/ 436683 h 699135"/>
                    <a:gd name="csX2" fmla="*/ 108899 w 789299"/>
                    <a:gd name="csY2" fmla="*/ 392087 h 699135"/>
                    <a:gd name="csX3" fmla="*/ 108899 w 789299"/>
                    <a:gd name="csY3" fmla="*/ 698906 h 699135"/>
                    <a:gd name="csX4" fmla="*/ 347024 w 789299"/>
                    <a:gd name="csY4" fmla="*/ 699002 h 699135"/>
                    <a:gd name="csX5" fmla="*/ 347024 w 789299"/>
                    <a:gd name="csY5" fmla="*/ 461172 h 699135"/>
                    <a:gd name="csX6" fmla="*/ 442274 w 789299"/>
                    <a:gd name="csY6" fmla="*/ 461172 h 699135"/>
                    <a:gd name="csX7" fmla="*/ 442274 w 789299"/>
                    <a:gd name="csY7" fmla="*/ 699040 h 699135"/>
                    <a:gd name="csX8" fmla="*/ 680399 w 789299"/>
                    <a:gd name="csY8" fmla="*/ 699135 h 699135"/>
                    <a:gd name="csX9" fmla="*/ 680399 w 789299"/>
                    <a:gd name="csY9" fmla="*/ 391687 h 699135"/>
                    <a:gd name="csX10" fmla="*/ 727729 w 789299"/>
                    <a:gd name="csY10" fmla="*/ 436455 h 699135"/>
                    <a:gd name="csX11" fmla="*/ 789299 w 789299"/>
                    <a:gd name="csY11" fmla="*/ 374894 h 699135"/>
                    <a:gd name="csX12" fmla="*/ 394649 w 789299"/>
                    <a:gd name="csY12" fmla="*/ 0 h 699135"/>
                    <a:gd name="csX13" fmla="*/ 0 w 789299"/>
                    <a:gd name="csY13" fmla="*/ 374885 h 6991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</a:cxnLst>
                  <a:rect l="l" t="t" r="r" b="b"/>
                  <a:pathLst>
                    <a:path w="789299" h="699135">
                      <a:moveTo>
                        <a:pt x="0" y="374885"/>
                      </a:moveTo>
                      <a:lnTo>
                        <a:pt x="61808" y="436683"/>
                      </a:lnTo>
                      <a:lnTo>
                        <a:pt x="108899" y="392087"/>
                      </a:lnTo>
                      <a:lnTo>
                        <a:pt x="108899" y="698906"/>
                      </a:lnTo>
                      <a:lnTo>
                        <a:pt x="347024" y="699002"/>
                      </a:lnTo>
                      <a:lnTo>
                        <a:pt x="347024" y="461172"/>
                      </a:lnTo>
                      <a:lnTo>
                        <a:pt x="442274" y="461172"/>
                      </a:lnTo>
                      <a:lnTo>
                        <a:pt x="442274" y="699040"/>
                      </a:lnTo>
                      <a:lnTo>
                        <a:pt x="680399" y="699135"/>
                      </a:lnTo>
                      <a:lnTo>
                        <a:pt x="680399" y="391687"/>
                      </a:lnTo>
                      <a:lnTo>
                        <a:pt x="727729" y="436455"/>
                      </a:lnTo>
                      <a:lnTo>
                        <a:pt x="789299" y="374894"/>
                      </a:lnTo>
                      <a:lnTo>
                        <a:pt x="394649" y="0"/>
                      </a:lnTo>
                      <a:lnTo>
                        <a:pt x="0" y="37488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 dirty="0"/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098776-FC6D-985D-ED79-0489134876A3}"/>
                  </a:ext>
                </a:extLst>
              </p:cNvPr>
              <p:cNvSpPr txBox="1"/>
              <p:nvPr/>
            </p:nvSpPr>
            <p:spPr>
              <a:xfrm>
                <a:off x="2803106" y="521211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ctr" defTabSz="304815" rtl="0" eaLnBrk="1" latinLnBrk="0" hangingPunct="1"/>
                <a:r>
                  <a:rPr lang="en-US" altLang="ko-KR" sz="600" kern="1200" dirty="0">
                    <a:solidFill>
                      <a:schemeClr val="bg1">
                        <a:lumMod val="6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Other</a:t>
                </a:r>
                <a:endParaRPr lang="ko-KR" altLang="en-US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C8617D3-DDA9-1F1E-8D7E-A196DE7932FA}"/>
                  </a:ext>
                </a:extLst>
              </p:cNvPr>
              <p:cNvSpPr txBox="1"/>
              <p:nvPr/>
            </p:nvSpPr>
            <p:spPr>
              <a:xfrm>
                <a:off x="2155161" y="521211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algn="ctr" defTabSz="304815" rtl="0" eaLnBrk="1" latinLnBrk="0" hangingPunct="1"/>
                <a:r>
                  <a:rPr lang="en-US" altLang="ko-KR" sz="600" kern="1200" dirty="0">
                    <a:solidFill>
                      <a:schemeClr val="bg1">
                        <a:lumMod val="6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Diary</a:t>
                </a:r>
                <a:endParaRPr lang="ko-KR" altLang="en-US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6964E12-C6FF-76B4-35C4-A65AC09CA84D}"/>
                  </a:ext>
                </a:extLst>
              </p:cNvPr>
              <p:cNvSpPr txBox="1"/>
              <p:nvPr/>
            </p:nvSpPr>
            <p:spPr>
              <a:xfrm>
                <a:off x="1507217" y="521211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304815"/>
                <a:r>
                  <a:rPr lang="en-US" altLang="ko-KR" sz="600" dirty="0">
                    <a:solidFill>
                      <a:schemeClr val="accent5">
                        <a:lumMod val="50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share</a:t>
                </a:r>
                <a:endParaRPr lang="ko-KR" altLang="en-US" sz="600" dirty="0">
                  <a:solidFill>
                    <a:schemeClr val="accent5">
                      <a:lumMod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09172FE-97E4-B3DC-7F39-6CA94DB21E8C}"/>
                  </a:ext>
                </a:extLst>
              </p:cNvPr>
              <p:cNvSpPr txBox="1"/>
              <p:nvPr/>
            </p:nvSpPr>
            <p:spPr>
              <a:xfrm>
                <a:off x="859273" y="521211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304815"/>
                <a:r>
                  <a:rPr lang="en-US" altLang="ko-KR" sz="600" dirty="0">
                    <a:solidFill>
                      <a:schemeClr val="bg1">
                        <a:lumMod val="6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List</a:t>
                </a:r>
                <a:endParaRPr lang="ko-KR" altLang="en-US" sz="6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FBDA57FB-D52E-DA9B-3D26-40397D59C00E}"/>
                  </a:ext>
                </a:extLst>
              </p:cNvPr>
              <p:cNvGrpSpPr/>
              <p:nvPr/>
            </p:nvGrpSpPr>
            <p:grpSpPr>
              <a:xfrm>
                <a:off x="971792" y="5045701"/>
                <a:ext cx="180000" cy="180000"/>
                <a:chOff x="971792" y="5045701"/>
                <a:chExt cx="180000" cy="180000"/>
              </a:xfrm>
            </p:grpSpPr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0C0CD4C6-EB62-CD21-0F82-7D30386FB634}"/>
                    </a:ext>
                  </a:extLst>
                </p:cNvPr>
                <p:cNvSpPr/>
                <p:nvPr/>
              </p:nvSpPr>
              <p:spPr>
                <a:xfrm>
                  <a:off x="971792" y="5046151"/>
                  <a:ext cx="19286" cy="17955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/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A6BF9A64-3BCB-303D-5D1D-247E1BB8F4B1}"/>
                    </a:ext>
                  </a:extLst>
                </p:cNvPr>
                <p:cNvSpPr/>
                <p:nvPr/>
              </p:nvSpPr>
              <p:spPr>
                <a:xfrm>
                  <a:off x="1003935" y="5045701"/>
                  <a:ext cx="147857" cy="180000"/>
                </a:xfrm>
                <a:custGeom>
                  <a:avLst/>
                  <a:gdLst>
                    <a:gd name="csX0" fmla="*/ 352425 w 438150"/>
                    <a:gd name="csY0" fmla="*/ 285750 h 762000"/>
                    <a:gd name="csX1" fmla="*/ 85725 w 438150"/>
                    <a:gd name="csY1" fmla="*/ 285750 h 762000"/>
                    <a:gd name="csX2" fmla="*/ 85725 w 438150"/>
                    <a:gd name="csY2" fmla="*/ 228600 h 762000"/>
                    <a:gd name="csX3" fmla="*/ 352425 w 438150"/>
                    <a:gd name="csY3" fmla="*/ 228600 h 762000"/>
                    <a:gd name="csX4" fmla="*/ 352425 w 438150"/>
                    <a:gd name="csY4" fmla="*/ 285750 h 762000"/>
                    <a:gd name="csX5" fmla="*/ 295275 w 438150"/>
                    <a:gd name="csY5" fmla="*/ 381000 h 762000"/>
                    <a:gd name="csX6" fmla="*/ 147638 w 438150"/>
                    <a:gd name="csY6" fmla="*/ 381000 h 762000"/>
                    <a:gd name="csX7" fmla="*/ 147638 w 438150"/>
                    <a:gd name="csY7" fmla="*/ 342900 h 762000"/>
                    <a:gd name="csX8" fmla="*/ 295275 w 438150"/>
                    <a:gd name="csY8" fmla="*/ 342900 h 762000"/>
                    <a:gd name="csX9" fmla="*/ 295275 w 438150"/>
                    <a:gd name="csY9" fmla="*/ 381000 h 762000"/>
                    <a:gd name="csX10" fmla="*/ 400050 w 438150"/>
                    <a:gd name="csY10" fmla="*/ 0 h 762000"/>
                    <a:gd name="csX11" fmla="*/ 0 w 438150"/>
                    <a:gd name="csY11" fmla="*/ 1905 h 762000"/>
                    <a:gd name="csX12" fmla="*/ 0 w 438150"/>
                    <a:gd name="csY12" fmla="*/ 762000 h 762000"/>
                    <a:gd name="csX13" fmla="*/ 400050 w 438150"/>
                    <a:gd name="csY13" fmla="*/ 762000 h 762000"/>
                    <a:gd name="csX14" fmla="*/ 438150 w 438150"/>
                    <a:gd name="csY14" fmla="*/ 723900 h 762000"/>
                    <a:gd name="csX15" fmla="*/ 438150 w 438150"/>
                    <a:gd name="csY15" fmla="*/ 38100 h 762000"/>
                    <a:gd name="csX16" fmla="*/ 400050 w 438150"/>
                    <a:gd name="csY16" fmla="*/ 0 h 7620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</a:cxnLst>
                  <a:rect l="l" t="t" r="r" b="b"/>
                  <a:pathLst>
                    <a:path w="438150" h="762000">
                      <a:moveTo>
                        <a:pt x="352425" y="285750"/>
                      </a:moveTo>
                      <a:lnTo>
                        <a:pt x="85725" y="285750"/>
                      </a:lnTo>
                      <a:lnTo>
                        <a:pt x="85725" y="228600"/>
                      </a:lnTo>
                      <a:lnTo>
                        <a:pt x="352425" y="228600"/>
                      </a:lnTo>
                      <a:lnTo>
                        <a:pt x="352425" y="285750"/>
                      </a:lnTo>
                      <a:close/>
                      <a:moveTo>
                        <a:pt x="295275" y="381000"/>
                      </a:moveTo>
                      <a:lnTo>
                        <a:pt x="147638" y="381000"/>
                      </a:lnTo>
                      <a:lnTo>
                        <a:pt x="147638" y="342900"/>
                      </a:lnTo>
                      <a:lnTo>
                        <a:pt x="295275" y="342900"/>
                      </a:lnTo>
                      <a:lnTo>
                        <a:pt x="295275" y="381000"/>
                      </a:lnTo>
                      <a:close/>
                      <a:moveTo>
                        <a:pt x="400050" y="0"/>
                      </a:moveTo>
                      <a:lnTo>
                        <a:pt x="0" y="1905"/>
                      </a:lnTo>
                      <a:lnTo>
                        <a:pt x="0" y="762000"/>
                      </a:lnTo>
                      <a:lnTo>
                        <a:pt x="400050" y="762000"/>
                      </a:lnTo>
                      <a:cubicBezTo>
                        <a:pt x="421005" y="762000"/>
                        <a:pt x="438150" y="744855"/>
                        <a:pt x="438150" y="723900"/>
                      </a:cubicBezTo>
                      <a:lnTo>
                        <a:pt x="438150" y="38100"/>
                      </a:lnTo>
                      <a:cubicBezTo>
                        <a:pt x="438150" y="17145"/>
                        <a:pt x="421005" y="0"/>
                        <a:pt x="40005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/>
                </a:p>
              </p:txBody>
            </p:sp>
          </p:grpSp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C597959A-6399-2B5A-6431-B34CEA9FE5F9}"/>
                  </a:ext>
                </a:extLst>
              </p:cNvPr>
              <p:cNvGrpSpPr/>
              <p:nvPr/>
            </p:nvGrpSpPr>
            <p:grpSpPr>
              <a:xfrm>
                <a:off x="2267680" y="5045701"/>
                <a:ext cx="180000" cy="180000"/>
                <a:chOff x="2267680" y="5045701"/>
                <a:chExt cx="180000" cy="180000"/>
              </a:xfrm>
            </p:grpSpPr>
            <p:sp>
              <p:nvSpPr>
                <p:cNvPr id="43" name="자유형: 도형 42">
                  <a:extLst>
                    <a:ext uri="{FF2B5EF4-FFF2-40B4-BE49-F238E27FC236}">
                      <a16:creationId xmlns:a16="http://schemas.microsoft.com/office/drawing/2014/main" id="{3B30A13E-3C56-CCE6-6CA6-44E40125B041}"/>
                    </a:ext>
                  </a:extLst>
                </p:cNvPr>
                <p:cNvSpPr/>
                <p:nvPr/>
              </p:nvSpPr>
              <p:spPr>
                <a:xfrm>
                  <a:off x="2267680" y="5077465"/>
                  <a:ext cx="180000" cy="148236"/>
                </a:xfrm>
                <a:custGeom>
                  <a:avLst/>
                  <a:gdLst>
                    <a:gd name="csX0" fmla="*/ 590550 w 647700"/>
                    <a:gd name="csY0" fmla="*/ 57150 h 533400"/>
                    <a:gd name="csX1" fmla="*/ 590550 w 647700"/>
                    <a:gd name="csY1" fmla="*/ 133350 h 533400"/>
                    <a:gd name="csX2" fmla="*/ 514350 w 647700"/>
                    <a:gd name="csY2" fmla="*/ 133350 h 533400"/>
                    <a:gd name="csX3" fmla="*/ 514350 w 647700"/>
                    <a:gd name="csY3" fmla="*/ 57150 h 533400"/>
                    <a:gd name="csX4" fmla="*/ 590550 w 647700"/>
                    <a:gd name="csY4" fmla="*/ 57150 h 533400"/>
                    <a:gd name="csX5" fmla="*/ 57150 w 647700"/>
                    <a:gd name="csY5" fmla="*/ 400050 h 533400"/>
                    <a:gd name="csX6" fmla="*/ 133350 w 647700"/>
                    <a:gd name="csY6" fmla="*/ 400050 h 533400"/>
                    <a:gd name="csX7" fmla="*/ 133350 w 647700"/>
                    <a:gd name="csY7" fmla="*/ 476250 h 533400"/>
                    <a:gd name="csX8" fmla="*/ 57150 w 647700"/>
                    <a:gd name="csY8" fmla="*/ 476250 h 533400"/>
                    <a:gd name="csX9" fmla="*/ 57150 w 647700"/>
                    <a:gd name="csY9" fmla="*/ 400050 h 533400"/>
                    <a:gd name="csX10" fmla="*/ 247650 w 647700"/>
                    <a:gd name="csY10" fmla="*/ 57150 h 533400"/>
                    <a:gd name="csX11" fmla="*/ 247650 w 647700"/>
                    <a:gd name="csY11" fmla="*/ 133350 h 533400"/>
                    <a:gd name="csX12" fmla="*/ 171450 w 647700"/>
                    <a:gd name="csY12" fmla="*/ 133350 h 533400"/>
                    <a:gd name="csX13" fmla="*/ 171450 w 647700"/>
                    <a:gd name="csY13" fmla="*/ 57150 h 533400"/>
                    <a:gd name="csX14" fmla="*/ 247650 w 647700"/>
                    <a:gd name="csY14" fmla="*/ 57150 h 533400"/>
                    <a:gd name="csX15" fmla="*/ 361950 w 647700"/>
                    <a:gd name="csY15" fmla="*/ 57150 h 533400"/>
                    <a:gd name="csX16" fmla="*/ 361950 w 647700"/>
                    <a:gd name="csY16" fmla="*/ 133350 h 533400"/>
                    <a:gd name="csX17" fmla="*/ 285750 w 647700"/>
                    <a:gd name="csY17" fmla="*/ 133350 h 533400"/>
                    <a:gd name="csX18" fmla="*/ 285750 w 647700"/>
                    <a:gd name="csY18" fmla="*/ 57150 h 533400"/>
                    <a:gd name="csX19" fmla="*/ 361950 w 647700"/>
                    <a:gd name="csY19" fmla="*/ 57150 h 533400"/>
                    <a:gd name="csX20" fmla="*/ 476250 w 647700"/>
                    <a:gd name="csY20" fmla="*/ 247650 h 533400"/>
                    <a:gd name="csX21" fmla="*/ 400050 w 647700"/>
                    <a:gd name="csY21" fmla="*/ 247650 h 533400"/>
                    <a:gd name="csX22" fmla="*/ 400050 w 647700"/>
                    <a:gd name="csY22" fmla="*/ 171450 h 533400"/>
                    <a:gd name="csX23" fmla="*/ 476250 w 647700"/>
                    <a:gd name="csY23" fmla="*/ 171450 h 533400"/>
                    <a:gd name="csX24" fmla="*/ 476250 w 647700"/>
                    <a:gd name="csY24" fmla="*/ 247650 h 533400"/>
                    <a:gd name="csX25" fmla="*/ 514350 w 647700"/>
                    <a:gd name="csY25" fmla="*/ 247650 h 533400"/>
                    <a:gd name="csX26" fmla="*/ 514350 w 647700"/>
                    <a:gd name="csY26" fmla="*/ 171450 h 533400"/>
                    <a:gd name="csX27" fmla="*/ 590550 w 647700"/>
                    <a:gd name="csY27" fmla="*/ 171450 h 533400"/>
                    <a:gd name="csX28" fmla="*/ 590550 w 647700"/>
                    <a:gd name="csY28" fmla="*/ 247650 h 533400"/>
                    <a:gd name="csX29" fmla="*/ 514350 w 647700"/>
                    <a:gd name="csY29" fmla="*/ 247650 h 533400"/>
                    <a:gd name="csX30" fmla="*/ 514350 w 647700"/>
                    <a:gd name="csY30" fmla="*/ 361950 h 533400"/>
                    <a:gd name="csX31" fmla="*/ 514350 w 647700"/>
                    <a:gd name="csY31" fmla="*/ 285750 h 533400"/>
                    <a:gd name="csX32" fmla="*/ 590550 w 647700"/>
                    <a:gd name="csY32" fmla="*/ 285750 h 533400"/>
                    <a:gd name="csX33" fmla="*/ 590550 w 647700"/>
                    <a:gd name="csY33" fmla="*/ 361950 h 533400"/>
                    <a:gd name="csX34" fmla="*/ 514350 w 647700"/>
                    <a:gd name="csY34" fmla="*/ 361950 h 533400"/>
                    <a:gd name="csX35" fmla="*/ 285750 w 647700"/>
                    <a:gd name="csY35" fmla="*/ 400050 h 533400"/>
                    <a:gd name="csX36" fmla="*/ 361950 w 647700"/>
                    <a:gd name="csY36" fmla="*/ 400050 h 533400"/>
                    <a:gd name="csX37" fmla="*/ 361950 w 647700"/>
                    <a:gd name="csY37" fmla="*/ 476250 h 533400"/>
                    <a:gd name="csX38" fmla="*/ 285750 w 647700"/>
                    <a:gd name="csY38" fmla="*/ 476250 h 533400"/>
                    <a:gd name="csX39" fmla="*/ 285750 w 647700"/>
                    <a:gd name="csY39" fmla="*/ 400050 h 533400"/>
                    <a:gd name="csX40" fmla="*/ 247650 w 647700"/>
                    <a:gd name="csY40" fmla="*/ 400050 h 533400"/>
                    <a:gd name="csX41" fmla="*/ 247650 w 647700"/>
                    <a:gd name="csY41" fmla="*/ 476250 h 533400"/>
                    <a:gd name="csX42" fmla="*/ 171450 w 647700"/>
                    <a:gd name="csY42" fmla="*/ 476250 h 533400"/>
                    <a:gd name="csX43" fmla="*/ 171450 w 647700"/>
                    <a:gd name="csY43" fmla="*/ 400050 h 533400"/>
                    <a:gd name="csX44" fmla="*/ 247650 w 647700"/>
                    <a:gd name="csY44" fmla="*/ 400050 h 533400"/>
                    <a:gd name="csX45" fmla="*/ 171450 w 647700"/>
                    <a:gd name="csY45" fmla="*/ 285750 h 533400"/>
                    <a:gd name="csX46" fmla="*/ 247650 w 647700"/>
                    <a:gd name="csY46" fmla="*/ 285750 h 533400"/>
                    <a:gd name="csX47" fmla="*/ 247650 w 647700"/>
                    <a:gd name="csY47" fmla="*/ 361950 h 533400"/>
                    <a:gd name="csX48" fmla="*/ 171450 w 647700"/>
                    <a:gd name="csY48" fmla="*/ 361950 h 533400"/>
                    <a:gd name="csX49" fmla="*/ 171450 w 647700"/>
                    <a:gd name="csY49" fmla="*/ 285750 h 533400"/>
                    <a:gd name="csX50" fmla="*/ 133350 w 647700"/>
                    <a:gd name="csY50" fmla="*/ 285750 h 533400"/>
                    <a:gd name="csX51" fmla="*/ 133350 w 647700"/>
                    <a:gd name="csY51" fmla="*/ 361950 h 533400"/>
                    <a:gd name="csX52" fmla="*/ 57150 w 647700"/>
                    <a:gd name="csY52" fmla="*/ 361950 h 533400"/>
                    <a:gd name="csX53" fmla="*/ 57150 w 647700"/>
                    <a:gd name="csY53" fmla="*/ 285750 h 533400"/>
                    <a:gd name="csX54" fmla="*/ 133350 w 647700"/>
                    <a:gd name="csY54" fmla="*/ 285750 h 533400"/>
                    <a:gd name="csX55" fmla="*/ 133350 w 647700"/>
                    <a:gd name="csY55" fmla="*/ 171450 h 533400"/>
                    <a:gd name="csX56" fmla="*/ 133350 w 647700"/>
                    <a:gd name="csY56" fmla="*/ 247650 h 533400"/>
                    <a:gd name="csX57" fmla="*/ 57150 w 647700"/>
                    <a:gd name="csY57" fmla="*/ 247650 h 533400"/>
                    <a:gd name="csX58" fmla="*/ 57150 w 647700"/>
                    <a:gd name="csY58" fmla="*/ 171450 h 533400"/>
                    <a:gd name="csX59" fmla="*/ 133350 w 647700"/>
                    <a:gd name="csY59" fmla="*/ 171450 h 533400"/>
                    <a:gd name="csX60" fmla="*/ 247650 w 647700"/>
                    <a:gd name="csY60" fmla="*/ 247650 h 533400"/>
                    <a:gd name="csX61" fmla="*/ 171450 w 647700"/>
                    <a:gd name="csY61" fmla="*/ 247650 h 533400"/>
                    <a:gd name="csX62" fmla="*/ 171450 w 647700"/>
                    <a:gd name="csY62" fmla="*/ 171450 h 533400"/>
                    <a:gd name="csX63" fmla="*/ 247650 w 647700"/>
                    <a:gd name="csY63" fmla="*/ 171450 h 533400"/>
                    <a:gd name="csX64" fmla="*/ 247650 w 647700"/>
                    <a:gd name="csY64" fmla="*/ 247650 h 533400"/>
                    <a:gd name="csX65" fmla="*/ 285750 w 647700"/>
                    <a:gd name="csY65" fmla="*/ 247650 h 533400"/>
                    <a:gd name="csX66" fmla="*/ 285750 w 647700"/>
                    <a:gd name="csY66" fmla="*/ 171450 h 533400"/>
                    <a:gd name="csX67" fmla="*/ 361950 w 647700"/>
                    <a:gd name="csY67" fmla="*/ 171450 h 533400"/>
                    <a:gd name="csX68" fmla="*/ 361950 w 647700"/>
                    <a:gd name="csY68" fmla="*/ 247650 h 533400"/>
                    <a:gd name="csX69" fmla="*/ 285750 w 647700"/>
                    <a:gd name="csY69" fmla="*/ 247650 h 533400"/>
                    <a:gd name="csX70" fmla="*/ 361950 w 647700"/>
                    <a:gd name="csY70" fmla="*/ 361950 h 533400"/>
                    <a:gd name="csX71" fmla="*/ 285750 w 647700"/>
                    <a:gd name="csY71" fmla="*/ 361950 h 533400"/>
                    <a:gd name="csX72" fmla="*/ 285750 w 647700"/>
                    <a:gd name="csY72" fmla="*/ 285750 h 533400"/>
                    <a:gd name="csX73" fmla="*/ 361950 w 647700"/>
                    <a:gd name="csY73" fmla="*/ 285750 h 533400"/>
                    <a:gd name="csX74" fmla="*/ 361950 w 647700"/>
                    <a:gd name="csY74" fmla="*/ 361950 h 533400"/>
                    <a:gd name="csX75" fmla="*/ 400050 w 647700"/>
                    <a:gd name="csY75" fmla="*/ 361950 h 533400"/>
                    <a:gd name="csX76" fmla="*/ 400050 w 647700"/>
                    <a:gd name="csY76" fmla="*/ 285750 h 533400"/>
                    <a:gd name="csX77" fmla="*/ 476250 w 647700"/>
                    <a:gd name="csY77" fmla="*/ 285750 h 533400"/>
                    <a:gd name="csX78" fmla="*/ 476250 w 647700"/>
                    <a:gd name="csY78" fmla="*/ 361950 h 533400"/>
                    <a:gd name="csX79" fmla="*/ 400050 w 647700"/>
                    <a:gd name="csY79" fmla="*/ 361950 h 533400"/>
                    <a:gd name="csX80" fmla="*/ 476250 w 647700"/>
                    <a:gd name="csY80" fmla="*/ 57150 h 533400"/>
                    <a:gd name="csX81" fmla="*/ 476250 w 647700"/>
                    <a:gd name="csY81" fmla="*/ 133350 h 533400"/>
                    <a:gd name="csX82" fmla="*/ 400050 w 647700"/>
                    <a:gd name="csY82" fmla="*/ 133350 h 533400"/>
                    <a:gd name="csX83" fmla="*/ 400050 w 647700"/>
                    <a:gd name="csY83" fmla="*/ 57150 h 533400"/>
                    <a:gd name="csX84" fmla="*/ 476250 w 647700"/>
                    <a:gd name="csY84" fmla="*/ 57150 h 533400"/>
                    <a:gd name="csX85" fmla="*/ 0 w 647700"/>
                    <a:gd name="csY85" fmla="*/ 0 h 533400"/>
                    <a:gd name="csX86" fmla="*/ 0 w 647700"/>
                    <a:gd name="csY86" fmla="*/ 533400 h 533400"/>
                    <a:gd name="csX87" fmla="*/ 647700 w 647700"/>
                    <a:gd name="csY87" fmla="*/ 533400 h 533400"/>
                    <a:gd name="csX88" fmla="*/ 647700 w 647700"/>
                    <a:gd name="csY88" fmla="*/ 0 h 533400"/>
                    <a:gd name="csX89" fmla="*/ 0 w 647700"/>
                    <a:gd name="csY89" fmla="*/ 0 h 5334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</a:cxnLst>
                  <a:rect l="l" t="t" r="r" b="b"/>
                  <a:pathLst>
                    <a:path w="647700" h="533400">
                      <a:moveTo>
                        <a:pt x="590550" y="57150"/>
                      </a:moveTo>
                      <a:lnTo>
                        <a:pt x="590550" y="133350"/>
                      </a:lnTo>
                      <a:lnTo>
                        <a:pt x="514350" y="133350"/>
                      </a:lnTo>
                      <a:lnTo>
                        <a:pt x="514350" y="57150"/>
                      </a:lnTo>
                      <a:lnTo>
                        <a:pt x="590550" y="57150"/>
                      </a:lnTo>
                      <a:close/>
                      <a:moveTo>
                        <a:pt x="57150" y="400050"/>
                      </a:moveTo>
                      <a:lnTo>
                        <a:pt x="133350" y="400050"/>
                      </a:lnTo>
                      <a:lnTo>
                        <a:pt x="133350" y="476250"/>
                      </a:lnTo>
                      <a:lnTo>
                        <a:pt x="57150" y="476250"/>
                      </a:lnTo>
                      <a:lnTo>
                        <a:pt x="57150" y="400050"/>
                      </a:lnTo>
                      <a:close/>
                      <a:moveTo>
                        <a:pt x="247650" y="57150"/>
                      </a:moveTo>
                      <a:lnTo>
                        <a:pt x="247650" y="133350"/>
                      </a:lnTo>
                      <a:lnTo>
                        <a:pt x="171450" y="133350"/>
                      </a:lnTo>
                      <a:lnTo>
                        <a:pt x="171450" y="57150"/>
                      </a:lnTo>
                      <a:lnTo>
                        <a:pt x="247650" y="57150"/>
                      </a:lnTo>
                      <a:close/>
                      <a:moveTo>
                        <a:pt x="361950" y="57150"/>
                      </a:moveTo>
                      <a:lnTo>
                        <a:pt x="361950" y="133350"/>
                      </a:lnTo>
                      <a:lnTo>
                        <a:pt x="285750" y="133350"/>
                      </a:lnTo>
                      <a:lnTo>
                        <a:pt x="285750" y="57150"/>
                      </a:lnTo>
                      <a:lnTo>
                        <a:pt x="361950" y="57150"/>
                      </a:lnTo>
                      <a:close/>
                      <a:moveTo>
                        <a:pt x="476250" y="247650"/>
                      </a:moveTo>
                      <a:lnTo>
                        <a:pt x="400050" y="247650"/>
                      </a:lnTo>
                      <a:lnTo>
                        <a:pt x="400050" y="171450"/>
                      </a:lnTo>
                      <a:lnTo>
                        <a:pt x="476250" y="171450"/>
                      </a:lnTo>
                      <a:lnTo>
                        <a:pt x="476250" y="247650"/>
                      </a:lnTo>
                      <a:close/>
                      <a:moveTo>
                        <a:pt x="514350" y="247650"/>
                      </a:moveTo>
                      <a:lnTo>
                        <a:pt x="514350" y="171450"/>
                      </a:lnTo>
                      <a:lnTo>
                        <a:pt x="590550" y="171450"/>
                      </a:lnTo>
                      <a:lnTo>
                        <a:pt x="590550" y="247650"/>
                      </a:lnTo>
                      <a:lnTo>
                        <a:pt x="514350" y="247650"/>
                      </a:lnTo>
                      <a:close/>
                      <a:moveTo>
                        <a:pt x="514350" y="361950"/>
                      </a:moveTo>
                      <a:lnTo>
                        <a:pt x="514350" y="285750"/>
                      </a:lnTo>
                      <a:lnTo>
                        <a:pt x="590550" y="285750"/>
                      </a:lnTo>
                      <a:lnTo>
                        <a:pt x="590550" y="361950"/>
                      </a:lnTo>
                      <a:lnTo>
                        <a:pt x="514350" y="361950"/>
                      </a:lnTo>
                      <a:close/>
                      <a:moveTo>
                        <a:pt x="285750" y="400050"/>
                      </a:moveTo>
                      <a:lnTo>
                        <a:pt x="361950" y="400050"/>
                      </a:lnTo>
                      <a:lnTo>
                        <a:pt x="361950" y="476250"/>
                      </a:lnTo>
                      <a:lnTo>
                        <a:pt x="285750" y="476250"/>
                      </a:lnTo>
                      <a:lnTo>
                        <a:pt x="285750" y="400050"/>
                      </a:lnTo>
                      <a:close/>
                      <a:moveTo>
                        <a:pt x="247650" y="400050"/>
                      </a:moveTo>
                      <a:lnTo>
                        <a:pt x="247650" y="476250"/>
                      </a:lnTo>
                      <a:lnTo>
                        <a:pt x="171450" y="476250"/>
                      </a:lnTo>
                      <a:lnTo>
                        <a:pt x="171450" y="400050"/>
                      </a:lnTo>
                      <a:lnTo>
                        <a:pt x="247650" y="400050"/>
                      </a:lnTo>
                      <a:close/>
                      <a:moveTo>
                        <a:pt x="171450" y="285750"/>
                      </a:moveTo>
                      <a:lnTo>
                        <a:pt x="247650" y="285750"/>
                      </a:lnTo>
                      <a:lnTo>
                        <a:pt x="247650" y="361950"/>
                      </a:lnTo>
                      <a:lnTo>
                        <a:pt x="171450" y="361950"/>
                      </a:lnTo>
                      <a:lnTo>
                        <a:pt x="171450" y="285750"/>
                      </a:lnTo>
                      <a:close/>
                      <a:moveTo>
                        <a:pt x="133350" y="285750"/>
                      </a:moveTo>
                      <a:lnTo>
                        <a:pt x="133350" y="361950"/>
                      </a:lnTo>
                      <a:lnTo>
                        <a:pt x="57150" y="361950"/>
                      </a:lnTo>
                      <a:lnTo>
                        <a:pt x="57150" y="285750"/>
                      </a:lnTo>
                      <a:lnTo>
                        <a:pt x="133350" y="285750"/>
                      </a:lnTo>
                      <a:close/>
                      <a:moveTo>
                        <a:pt x="133350" y="171450"/>
                      </a:moveTo>
                      <a:lnTo>
                        <a:pt x="133350" y="247650"/>
                      </a:lnTo>
                      <a:lnTo>
                        <a:pt x="57150" y="247650"/>
                      </a:lnTo>
                      <a:lnTo>
                        <a:pt x="57150" y="171450"/>
                      </a:lnTo>
                      <a:lnTo>
                        <a:pt x="133350" y="171450"/>
                      </a:lnTo>
                      <a:close/>
                      <a:moveTo>
                        <a:pt x="247650" y="247650"/>
                      </a:moveTo>
                      <a:lnTo>
                        <a:pt x="171450" y="247650"/>
                      </a:lnTo>
                      <a:lnTo>
                        <a:pt x="171450" y="171450"/>
                      </a:lnTo>
                      <a:lnTo>
                        <a:pt x="247650" y="171450"/>
                      </a:lnTo>
                      <a:lnTo>
                        <a:pt x="247650" y="247650"/>
                      </a:lnTo>
                      <a:close/>
                      <a:moveTo>
                        <a:pt x="285750" y="247650"/>
                      </a:moveTo>
                      <a:lnTo>
                        <a:pt x="285750" y="171450"/>
                      </a:lnTo>
                      <a:lnTo>
                        <a:pt x="361950" y="171450"/>
                      </a:lnTo>
                      <a:lnTo>
                        <a:pt x="361950" y="247650"/>
                      </a:lnTo>
                      <a:lnTo>
                        <a:pt x="285750" y="247650"/>
                      </a:lnTo>
                      <a:close/>
                      <a:moveTo>
                        <a:pt x="361950" y="361950"/>
                      </a:moveTo>
                      <a:lnTo>
                        <a:pt x="285750" y="361950"/>
                      </a:lnTo>
                      <a:lnTo>
                        <a:pt x="285750" y="285750"/>
                      </a:lnTo>
                      <a:lnTo>
                        <a:pt x="361950" y="285750"/>
                      </a:lnTo>
                      <a:lnTo>
                        <a:pt x="361950" y="361950"/>
                      </a:lnTo>
                      <a:close/>
                      <a:moveTo>
                        <a:pt x="400050" y="361950"/>
                      </a:moveTo>
                      <a:lnTo>
                        <a:pt x="400050" y="285750"/>
                      </a:lnTo>
                      <a:lnTo>
                        <a:pt x="476250" y="285750"/>
                      </a:lnTo>
                      <a:lnTo>
                        <a:pt x="476250" y="361950"/>
                      </a:lnTo>
                      <a:lnTo>
                        <a:pt x="400050" y="361950"/>
                      </a:lnTo>
                      <a:close/>
                      <a:moveTo>
                        <a:pt x="476250" y="57150"/>
                      </a:moveTo>
                      <a:lnTo>
                        <a:pt x="476250" y="133350"/>
                      </a:lnTo>
                      <a:lnTo>
                        <a:pt x="400050" y="133350"/>
                      </a:lnTo>
                      <a:lnTo>
                        <a:pt x="400050" y="57150"/>
                      </a:lnTo>
                      <a:lnTo>
                        <a:pt x="476250" y="57150"/>
                      </a:lnTo>
                      <a:close/>
                      <a:moveTo>
                        <a:pt x="0" y="0"/>
                      </a:moveTo>
                      <a:lnTo>
                        <a:pt x="0" y="533400"/>
                      </a:lnTo>
                      <a:lnTo>
                        <a:pt x="647700" y="533400"/>
                      </a:lnTo>
                      <a:lnTo>
                        <a:pt x="6477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endParaRPr lang="ko-KR" altLang="en-US" sz="600" dirty="0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9DDF02E9-A8D5-1645-D10D-3150B1B2D599}"/>
                    </a:ext>
                  </a:extLst>
                </p:cNvPr>
                <p:cNvSpPr/>
                <p:nvPr/>
              </p:nvSpPr>
              <p:spPr>
                <a:xfrm>
                  <a:off x="2267680" y="5045701"/>
                  <a:ext cx="180000" cy="2117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 algn="ctr"/>
                  <a:endParaRPr lang="ko-KR" altLang="en-US" sz="600">
                    <a:solidFill>
                      <a:schemeClr val="lt1"/>
                    </a:solidFill>
                  </a:endParaRPr>
                </a:p>
              </p:txBody>
            </p:sp>
          </p:grpSp>
          <p:sp>
            <p:nvSpPr>
              <p:cNvPr id="36" name="그래픽 9" descr="단일 톱니바퀴 단색으로 채워진">
                <a:extLst>
                  <a:ext uri="{FF2B5EF4-FFF2-40B4-BE49-F238E27FC236}">
                    <a16:creationId xmlns:a16="http://schemas.microsoft.com/office/drawing/2014/main" id="{6848A342-3A0D-03BE-769B-F4C5FE8CD113}"/>
                  </a:ext>
                </a:extLst>
              </p:cNvPr>
              <p:cNvSpPr/>
              <p:nvPr/>
            </p:nvSpPr>
            <p:spPr>
              <a:xfrm>
                <a:off x="2915625" y="5045701"/>
                <a:ext cx="180000" cy="180000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9FA6962A-C27F-3721-8398-D5B5FD159DF9}"/>
                  </a:ext>
                </a:extLst>
              </p:cNvPr>
              <p:cNvGrpSpPr/>
              <p:nvPr/>
            </p:nvGrpSpPr>
            <p:grpSpPr>
              <a:xfrm>
                <a:off x="1619737" y="5045701"/>
                <a:ext cx="184117" cy="187446"/>
                <a:chOff x="1619737" y="5045701"/>
                <a:chExt cx="184117" cy="187446"/>
              </a:xfrm>
            </p:grpSpPr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5F9A3E92-3F16-67AD-F6B0-ABF314E96A8C}"/>
                    </a:ext>
                  </a:extLst>
                </p:cNvPr>
                <p:cNvSpPr/>
                <p:nvPr userDrawn="1"/>
              </p:nvSpPr>
              <p:spPr>
                <a:xfrm>
                  <a:off x="1619737" y="5126793"/>
                  <a:ext cx="72000" cy="72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/>
                </a:p>
              </p:txBody>
            </p:sp>
            <p:sp>
              <p:nvSpPr>
                <p:cNvPr id="40" name="타원 39">
                  <a:extLst>
                    <a:ext uri="{FF2B5EF4-FFF2-40B4-BE49-F238E27FC236}">
                      <a16:creationId xmlns:a16="http://schemas.microsoft.com/office/drawing/2014/main" id="{29FBDCD6-0573-2923-5A1A-C52D06E3D92E}"/>
                    </a:ext>
                  </a:extLst>
                </p:cNvPr>
                <p:cNvSpPr/>
                <p:nvPr userDrawn="1"/>
              </p:nvSpPr>
              <p:spPr>
                <a:xfrm>
                  <a:off x="1749854" y="5179147"/>
                  <a:ext cx="54000" cy="54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/>
                </a:p>
              </p:txBody>
            </p:sp>
            <p:sp>
              <p:nvSpPr>
                <p:cNvPr id="41" name="타원 40">
                  <a:extLst>
                    <a:ext uri="{FF2B5EF4-FFF2-40B4-BE49-F238E27FC236}">
                      <a16:creationId xmlns:a16="http://schemas.microsoft.com/office/drawing/2014/main" id="{66135C75-2BCD-B776-25BB-BBAEB37B0C53}"/>
                    </a:ext>
                  </a:extLst>
                </p:cNvPr>
                <p:cNvSpPr/>
                <p:nvPr userDrawn="1"/>
              </p:nvSpPr>
              <p:spPr>
                <a:xfrm>
                  <a:off x="1717962" y="5045701"/>
                  <a:ext cx="72000" cy="72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600"/>
                </a:p>
              </p:txBody>
            </p:sp>
            <p:sp>
              <p:nvSpPr>
                <p:cNvPr id="42" name="자유형: 도형 41">
                  <a:extLst>
                    <a:ext uri="{FF2B5EF4-FFF2-40B4-BE49-F238E27FC236}">
                      <a16:creationId xmlns:a16="http://schemas.microsoft.com/office/drawing/2014/main" id="{C0BFE905-11DB-C912-C008-A887BA2A2C73}"/>
                    </a:ext>
                  </a:extLst>
                </p:cNvPr>
                <p:cNvSpPr/>
                <p:nvPr userDrawn="1"/>
              </p:nvSpPr>
              <p:spPr>
                <a:xfrm>
                  <a:off x="1653838" y="5087791"/>
                  <a:ext cx="115484" cy="112914"/>
                </a:xfrm>
                <a:custGeom>
                  <a:avLst/>
                  <a:gdLst>
                    <a:gd name="csX0" fmla="*/ 134938 w 195263"/>
                    <a:gd name="csY0" fmla="*/ 0 h 161925"/>
                    <a:gd name="csX1" fmla="*/ 0 w 195263"/>
                    <a:gd name="csY1" fmla="*/ 109538 h 161925"/>
                    <a:gd name="csX2" fmla="*/ 195263 w 195263"/>
                    <a:gd name="csY2" fmla="*/ 161925 h 161925"/>
                    <a:gd name="csX0" fmla="*/ 134938 w 166688"/>
                    <a:gd name="csY0" fmla="*/ 0 h 174625"/>
                    <a:gd name="csX1" fmla="*/ 0 w 166688"/>
                    <a:gd name="csY1" fmla="*/ 109538 h 174625"/>
                    <a:gd name="csX2" fmla="*/ 166688 w 166688"/>
                    <a:gd name="csY2" fmla="*/ 174625 h 174625"/>
                    <a:gd name="csX0" fmla="*/ 134938 w 166688"/>
                    <a:gd name="csY0" fmla="*/ 0 h 174625"/>
                    <a:gd name="csX1" fmla="*/ 0 w 166688"/>
                    <a:gd name="csY1" fmla="*/ 109538 h 174625"/>
                    <a:gd name="csX2" fmla="*/ 166688 w 166688"/>
                    <a:gd name="csY2" fmla="*/ 174625 h 174625"/>
                    <a:gd name="csX0" fmla="*/ 134938 w 166688"/>
                    <a:gd name="csY0" fmla="*/ 0 h 174625"/>
                    <a:gd name="csX1" fmla="*/ 0 w 166688"/>
                    <a:gd name="csY1" fmla="*/ 109538 h 174625"/>
                    <a:gd name="csX2" fmla="*/ 166688 w 166688"/>
                    <a:gd name="csY2" fmla="*/ 174625 h 1746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66688" h="174625">
                      <a:moveTo>
                        <a:pt x="134938" y="0"/>
                      </a:moveTo>
                      <a:lnTo>
                        <a:pt x="0" y="109538"/>
                      </a:lnTo>
                      <a:lnTo>
                        <a:pt x="166688" y="174625"/>
                      </a:lnTo>
                    </a:path>
                  </a:pathLst>
                </a:custGeom>
                <a:noFill/>
                <a:ln w="12700">
                  <a:solidFill>
                    <a:srgbClr val="005A5A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097800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6FC4A-45ED-F1CF-6B86-3A9DE4D9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C6B33C6-7132-D84B-FA40-B5F24F3E095D}"/>
              </a:ext>
            </a:extLst>
          </p:cNvPr>
          <p:cNvSpPr/>
          <p:nvPr/>
        </p:nvSpPr>
        <p:spPr>
          <a:xfrm rot="5400000">
            <a:off x="-708320" y="1279231"/>
            <a:ext cx="4836114" cy="3419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5364C71-7367-0A55-5B7E-BCD1965E2DC7}"/>
              </a:ext>
            </a:extLst>
          </p:cNvPr>
          <p:cNvSpPr/>
          <p:nvPr/>
        </p:nvSpPr>
        <p:spPr>
          <a:xfrm rot="5400000">
            <a:off x="8539" y="901433"/>
            <a:ext cx="1183217" cy="83661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C0F400-ABA5-14E5-4657-83A75284F3C3}"/>
              </a:ext>
            </a:extLst>
          </p:cNvPr>
          <p:cNvSpPr txBox="1"/>
          <p:nvPr/>
        </p:nvSpPr>
        <p:spPr>
          <a:xfrm>
            <a:off x="253106" y="1212020"/>
            <a:ext cx="6940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팝업화면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294180-D56B-A487-1C8E-A29420BC2F31}"/>
              </a:ext>
            </a:extLst>
          </p:cNvPr>
          <p:cNvSpPr txBox="1"/>
          <p:nvPr/>
        </p:nvSpPr>
        <p:spPr>
          <a:xfrm>
            <a:off x="511659" y="258300"/>
            <a:ext cx="23961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최대화 모드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화면 최대화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6DA52-A9F6-C47B-7875-9720BE48E8A9}"/>
              </a:ext>
            </a:extLst>
          </p:cNvPr>
          <p:cNvSpPr txBox="1"/>
          <p:nvPr/>
        </p:nvSpPr>
        <p:spPr>
          <a:xfrm>
            <a:off x="1132863" y="2988968"/>
            <a:ext cx="11537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스케치북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7" name="그래픽 6" descr="기타 단색으로 채워진">
            <a:extLst>
              <a:ext uri="{FF2B5EF4-FFF2-40B4-BE49-F238E27FC236}">
                <a16:creationId xmlns:a16="http://schemas.microsoft.com/office/drawing/2014/main" id="{54A93FD6-75C2-A83A-CD4E-22797EB183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613" y="728133"/>
            <a:ext cx="144000" cy="144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F97B0C-09F3-AAB5-DFAA-DA5E3FCF465A}"/>
              </a:ext>
            </a:extLst>
          </p:cNvPr>
          <p:cNvSpPr txBox="1"/>
          <p:nvPr/>
        </p:nvSpPr>
        <p:spPr>
          <a:xfrm>
            <a:off x="1018457" y="840335"/>
            <a:ext cx="13525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더보기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버튼으로 참가자 선택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F5B53895-BD2F-C026-3665-3E12A7ADC447}"/>
              </a:ext>
            </a:extLst>
          </p:cNvPr>
          <p:cNvSpPr/>
          <p:nvPr/>
        </p:nvSpPr>
        <p:spPr>
          <a:xfrm>
            <a:off x="912283" y="867833"/>
            <a:ext cx="177800" cy="88900"/>
          </a:xfrm>
          <a:custGeom>
            <a:avLst/>
            <a:gdLst>
              <a:gd name="csX0" fmla="*/ 0 w 177800"/>
              <a:gd name="csY0" fmla="*/ 0 h 88900"/>
              <a:gd name="csX1" fmla="*/ 0 w 177800"/>
              <a:gd name="csY1" fmla="*/ 88900 h 88900"/>
              <a:gd name="csX2" fmla="*/ 177800 w 177800"/>
              <a:gd name="csY2" fmla="*/ 88900 h 889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7800" h="88900">
                <a:moveTo>
                  <a:pt x="0" y="0"/>
                </a:moveTo>
                <a:lnTo>
                  <a:pt x="0" y="88900"/>
                </a:lnTo>
                <a:lnTo>
                  <a:pt x="177800" y="88900"/>
                </a:lnTo>
              </a:path>
            </a:pathLst>
          </a:custGeom>
          <a:noFill/>
          <a:ln w="6350">
            <a:solidFill>
              <a:srgbClr val="C00000"/>
            </a:solidFill>
            <a:headEnd type="triangle" w="sm" len="sm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41CA8E4-DF19-CBBE-26F9-423C04868A18}"/>
              </a:ext>
            </a:extLst>
          </p:cNvPr>
          <p:cNvGrpSpPr/>
          <p:nvPr/>
        </p:nvGrpSpPr>
        <p:grpSpPr>
          <a:xfrm>
            <a:off x="2905522" y="759288"/>
            <a:ext cx="288000" cy="144000"/>
            <a:chOff x="3138715" y="2760323"/>
            <a:chExt cx="360000" cy="180000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4753A690-F160-6F85-8264-CBA6BAC0FFC8}"/>
                </a:ext>
              </a:extLst>
            </p:cNvPr>
            <p:cNvSpPr/>
            <p:nvPr/>
          </p:nvSpPr>
          <p:spPr>
            <a:xfrm>
              <a:off x="3138715" y="2760323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093F4C26-C38A-7C74-D967-96E2CA77C8A4}"/>
                </a:ext>
              </a:extLst>
            </p:cNvPr>
            <p:cNvSpPr/>
            <p:nvPr/>
          </p:nvSpPr>
          <p:spPr>
            <a:xfrm>
              <a:off x="3333351" y="2772923"/>
              <a:ext cx="151200" cy="1512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6806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DA901-E00F-B89C-3D8F-31FCDB26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FD4C2A4-F94C-57F4-114D-A2D4FB87C5A4}"/>
              </a:ext>
            </a:extLst>
          </p:cNvPr>
          <p:cNvSpPr/>
          <p:nvPr/>
        </p:nvSpPr>
        <p:spPr>
          <a:xfrm rot="5400000">
            <a:off x="-708320" y="1279231"/>
            <a:ext cx="4836114" cy="34194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8C03D0-843C-992C-8A0B-ABB92F01A4B6}"/>
              </a:ext>
            </a:extLst>
          </p:cNvPr>
          <p:cNvSpPr/>
          <p:nvPr/>
        </p:nvSpPr>
        <p:spPr>
          <a:xfrm rot="5400000">
            <a:off x="8539" y="901433"/>
            <a:ext cx="1183217" cy="83661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55542-65B5-90D4-F11B-0901834E55DF}"/>
              </a:ext>
            </a:extLst>
          </p:cNvPr>
          <p:cNvSpPr txBox="1"/>
          <p:nvPr/>
        </p:nvSpPr>
        <p:spPr>
          <a:xfrm>
            <a:off x="253106" y="1212020"/>
            <a:ext cx="6940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팝업화면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내스케치북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8A1642-30FD-C516-BE3B-70F700043131}"/>
              </a:ext>
            </a:extLst>
          </p:cNvPr>
          <p:cNvSpPr txBox="1"/>
          <p:nvPr/>
        </p:nvSpPr>
        <p:spPr>
          <a:xfrm>
            <a:off x="511659" y="258300"/>
            <a:ext cx="23961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최대화 모드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참가자 최대화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7954B-8551-8EBB-8222-E759C740B39F}"/>
              </a:ext>
            </a:extLst>
          </p:cNvPr>
          <p:cNvSpPr txBox="1"/>
          <p:nvPr/>
        </p:nvSpPr>
        <p:spPr>
          <a:xfrm>
            <a:off x="1132863" y="2988968"/>
            <a:ext cx="11537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최대화 선택 화면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7FAAADB-653B-07D2-EEF5-4E551ADFA80E}"/>
              </a:ext>
            </a:extLst>
          </p:cNvPr>
          <p:cNvGrpSpPr/>
          <p:nvPr/>
        </p:nvGrpSpPr>
        <p:grpSpPr>
          <a:xfrm>
            <a:off x="1329011" y="743309"/>
            <a:ext cx="1471994" cy="327646"/>
            <a:chOff x="1106761" y="674688"/>
            <a:chExt cx="1471994" cy="327646"/>
          </a:xfrm>
        </p:grpSpPr>
        <p:pic>
          <p:nvPicPr>
            <p:cNvPr id="7" name="그래픽 6" descr="기타 단색으로 채워진">
              <a:extLst>
                <a:ext uri="{FF2B5EF4-FFF2-40B4-BE49-F238E27FC236}">
                  <a16:creationId xmlns:a16="http://schemas.microsoft.com/office/drawing/2014/main" id="{CA4C146E-7E18-66B5-CBF2-B5C385579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34755" y="674688"/>
              <a:ext cx="144000" cy="1440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376A38-0022-49FF-16F3-6771115DF6F0}"/>
                </a:ext>
              </a:extLst>
            </p:cNvPr>
            <p:cNvSpPr txBox="1"/>
            <p:nvPr/>
          </p:nvSpPr>
          <p:spPr>
            <a:xfrm>
              <a:off x="1106761" y="786890"/>
              <a:ext cx="135257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더보기</a:t>
              </a:r>
              <a:r>
                <a:rPr lang="ko-KR" altLang="en-US" sz="800" dirty="0">
                  <a:solidFill>
                    <a:srgbClr val="C00000"/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 버튼으로 참가자 선택</a:t>
              </a:r>
              <a:endPara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2DC72712-F5A6-B473-B3D8-50DCFA1372B6}"/>
                </a:ext>
              </a:extLst>
            </p:cNvPr>
            <p:cNvSpPr/>
            <p:nvPr/>
          </p:nvSpPr>
          <p:spPr>
            <a:xfrm flipH="1">
              <a:off x="2365375" y="814388"/>
              <a:ext cx="146050" cy="88900"/>
            </a:xfrm>
            <a:custGeom>
              <a:avLst/>
              <a:gdLst>
                <a:gd name="csX0" fmla="*/ 0 w 177800"/>
                <a:gd name="csY0" fmla="*/ 0 h 88900"/>
                <a:gd name="csX1" fmla="*/ 0 w 177800"/>
                <a:gd name="csY1" fmla="*/ 88900 h 88900"/>
                <a:gd name="csX2" fmla="*/ 177800 w 177800"/>
                <a:gd name="csY2" fmla="*/ 88900 h 88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800" h="88900">
                  <a:moveTo>
                    <a:pt x="0" y="0"/>
                  </a:moveTo>
                  <a:lnTo>
                    <a:pt x="0" y="88900"/>
                  </a:lnTo>
                  <a:lnTo>
                    <a:pt x="177800" y="88900"/>
                  </a:lnTo>
                </a:path>
              </a:pathLst>
            </a:custGeom>
            <a:noFill/>
            <a:ln w="6350">
              <a:solidFill>
                <a:srgbClr val="C00000"/>
              </a:solidFill>
              <a:head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F03C1FD-9D6A-0BA6-E546-6613F64DD2D9}"/>
              </a:ext>
            </a:extLst>
          </p:cNvPr>
          <p:cNvGrpSpPr/>
          <p:nvPr/>
        </p:nvGrpSpPr>
        <p:grpSpPr>
          <a:xfrm>
            <a:off x="2905522" y="759288"/>
            <a:ext cx="288000" cy="144000"/>
            <a:chOff x="3138715" y="2760323"/>
            <a:chExt cx="360000" cy="180000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2A9DFBFB-12AB-ACB1-7064-18C3C02D0EBC}"/>
                </a:ext>
              </a:extLst>
            </p:cNvPr>
            <p:cNvSpPr/>
            <p:nvPr/>
          </p:nvSpPr>
          <p:spPr>
            <a:xfrm>
              <a:off x="3138715" y="2760323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227E44A-677B-EFA0-A114-DE6E360F0105}"/>
                </a:ext>
              </a:extLst>
            </p:cNvPr>
            <p:cNvSpPr/>
            <p:nvPr/>
          </p:nvSpPr>
          <p:spPr>
            <a:xfrm>
              <a:off x="3155551" y="2772923"/>
              <a:ext cx="151200" cy="1512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8991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CB54E-7472-69EB-ACD9-ECA8EEBD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88F6FF-695B-19A2-F77D-745FD4BDAC06}"/>
              </a:ext>
            </a:extLst>
          </p:cNvPr>
          <p:cNvSpPr/>
          <p:nvPr/>
        </p:nvSpPr>
        <p:spPr>
          <a:xfrm>
            <a:off x="-1" y="571403"/>
            <a:ext cx="3419475" cy="24178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D236B7-8033-B3B6-8915-CD842D1643D6}"/>
              </a:ext>
            </a:extLst>
          </p:cNvPr>
          <p:cNvSpPr/>
          <p:nvPr/>
        </p:nvSpPr>
        <p:spPr>
          <a:xfrm>
            <a:off x="-1" y="2989214"/>
            <a:ext cx="3419475" cy="241781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CCD8D8-CECD-3BF1-83AD-184E319DFC9C}"/>
              </a:ext>
            </a:extLst>
          </p:cNvPr>
          <p:cNvSpPr txBox="1"/>
          <p:nvPr/>
        </p:nvSpPr>
        <p:spPr>
          <a:xfrm>
            <a:off x="1289818" y="1672586"/>
            <a:ext cx="8398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참가자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AF5BB1-EEB0-BECB-2D4D-7CC819B5DDB4}"/>
              </a:ext>
            </a:extLst>
          </p:cNvPr>
          <p:cNvSpPr txBox="1"/>
          <p:nvPr/>
        </p:nvSpPr>
        <p:spPr>
          <a:xfrm>
            <a:off x="511659" y="258300"/>
            <a:ext cx="23961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분할 화면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(2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 모드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FC01E-94EA-B4CE-A811-5A11F9DD2EFA}"/>
              </a:ext>
            </a:extLst>
          </p:cNvPr>
          <p:cNvSpPr txBox="1"/>
          <p:nvPr/>
        </p:nvSpPr>
        <p:spPr>
          <a:xfrm>
            <a:off x="1289818" y="4090397"/>
            <a:ext cx="8398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 스케치북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8854896-F2C7-0D70-8A25-8FC0C36BB8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77" y="632751"/>
            <a:ext cx="216000" cy="216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38A54D3-E3F5-070E-20F8-68BA80A3A0CF}"/>
              </a:ext>
            </a:extLst>
          </p:cNvPr>
          <p:cNvSpPr txBox="1"/>
          <p:nvPr/>
        </p:nvSpPr>
        <p:spPr>
          <a:xfrm>
            <a:off x="231644" y="632751"/>
            <a:ext cx="75049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참가자 별명</a:t>
            </a:r>
            <a:endParaRPr lang="en-US" altLang="ko-KR" sz="8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4072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76B7A2-BE65-1F6B-CFDE-846450D5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그룹 54">
            <a:extLst>
              <a:ext uri="{FF2B5EF4-FFF2-40B4-BE49-F238E27FC236}">
                <a16:creationId xmlns:a16="http://schemas.microsoft.com/office/drawing/2014/main" id="{2B7DD36F-080F-35EF-D887-9BC38ED48DD5}"/>
              </a:ext>
            </a:extLst>
          </p:cNvPr>
          <p:cNvGrpSpPr/>
          <p:nvPr/>
        </p:nvGrpSpPr>
        <p:grpSpPr>
          <a:xfrm>
            <a:off x="0" y="2988969"/>
            <a:ext cx="1709738" cy="2418057"/>
            <a:chOff x="0" y="570911"/>
            <a:chExt cx="1709738" cy="2418057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590417BE-9F1B-FD18-B192-4581AA9724C5}"/>
                </a:ext>
              </a:extLst>
            </p:cNvPr>
            <p:cNvSpPr/>
            <p:nvPr/>
          </p:nvSpPr>
          <p:spPr>
            <a:xfrm rot="5400000">
              <a:off x="-354160" y="925071"/>
              <a:ext cx="2418057" cy="170973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C7F9BACC-7DC5-6AD0-BB55-03FE7BCAE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677" y="632751"/>
              <a:ext cx="216000" cy="2160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9C3E34-0027-6A98-52B0-1E4F6BFC4C7F}"/>
                </a:ext>
              </a:extLst>
            </p:cNvPr>
            <p:cNvSpPr txBox="1"/>
            <p:nvPr/>
          </p:nvSpPr>
          <p:spPr>
            <a:xfrm>
              <a:off x="231644" y="632751"/>
              <a:ext cx="75049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참가자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3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별명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CC5F47D-77C7-FA02-4B18-9C87CC654B52}"/>
              </a:ext>
            </a:extLst>
          </p:cNvPr>
          <p:cNvGrpSpPr/>
          <p:nvPr/>
        </p:nvGrpSpPr>
        <p:grpSpPr>
          <a:xfrm>
            <a:off x="0" y="570911"/>
            <a:ext cx="1709738" cy="2418057"/>
            <a:chOff x="0" y="570911"/>
            <a:chExt cx="1709738" cy="241805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E2F90B7-E81E-B27E-B412-DFB656218D7F}"/>
                </a:ext>
              </a:extLst>
            </p:cNvPr>
            <p:cNvSpPr/>
            <p:nvPr/>
          </p:nvSpPr>
          <p:spPr>
            <a:xfrm rot="5400000">
              <a:off x="-354160" y="925071"/>
              <a:ext cx="2418057" cy="170973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3B332590-A9AF-7EE9-F881-0DBA4A988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677" y="632751"/>
              <a:ext cx="216000" cy="21600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28E3CF8-F845-E213-C8BA-0D4BF3433B71}"/>
                </a:ext>
              </a:extLst>
            </p:cNvPr>
            <p:cNvSpPr txBox="1"/>
            <p:nvPr/>
          </p:nvSpPr>
          <p:spPr>
            <a:xfrm>
              <a:off x="231644" y="632751"/>
              <a:ext cx="75049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참가자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별명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8FF203-811A-488C-7057-907F62ABF107}"/>
              </a:ext>
            </a:extLst>
          </p:cNvPr>
          <p:cNvGrpSpPr/>
          <p:nvPr/>
        </p:nvGrpSpPr>
        <p:grpSpPr>
          <a:xfrm>
            <a:off x="1709738" y="570911"/>
            <a:ext cx="1709738" cy="2418057"/>
            <a:chOff x="0" y="570911"/>
            <a:chExt cx="1709738" cy="24180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2A4E5F75-34BE-E8E6-849B-70F30B4D61EA}"/>
                </a:ext>
              </a:extLst>
            </p:cNvPr>
            <p:cNvSpPr/>
            <p:nvPr/>
          </p:nvSpPr>
          <p:spPr>
            <a:xfrm rot="5400000">
              <a:off x="-354160" y="925071"/>
              <a:ext cx="2418057" cy="170973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0D5D43A4-6D64-5CA9-3DEA-C2128D83B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677" y="632751"/>
              <a:ext cx="216000" cy="21600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09C76F-3CFB-7A4A-8552-BD27DA1BC2A0}"/>
                </a:ext>
              </a:extLst>
            </p:cNvPr>
            <p:cNvSpPr txBox="1"/>
            <p:nvPr/>
          </p:nvSpPr>
          <p:spPr>
            <a:xfrm>
              <a:off x="231644" y="632751"/>
              <a:ext cx="75049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참가자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2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 별명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87D480-ACC4-7477-F3CC-E8D670D2A35F}"/>
              </a:ext>
            </a:extLst>
          </p:cNvPr>
          <p:cNvSpPr/>
          <p:nvPr/>
        </p:nvSpPr>
        <p:spPr>
          <a:xfrm rot="5400000">
            <a:off x="1355578" y="3343128"/>
            <a:ext cx="2418057" cy="170973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58B513-4CAC-5A60-73A1-D80249FEE77F}"/>
              </a:ext>
            </a:extLst>
          </p:cNvPr>
          <p:cNvSpPr txBox="1"/>
          <p:nvPr/>
        </p:nvSpPr>
        <p:spPr>
          <a:xfrm>
            <a:off x="511659" y="258300"/>
            <a:ext cx="239615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분할 화면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(3,4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 모드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6C75C8-376A-E04A-E49F-E57181736964}"/>
              </a:ext>
            </a:extLst>
          </p:cNvPr>
          <p:cNvSpPr txBox="1"/>
          <p:nvPr/>
        </p:nvSpPr>
        <p:spPr>
          <a:xfrm>
            <a:off x="434949" y="1672218"/>
            <a:ext cx="8398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참가자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E429E4-1E72-7457-55D1-2E548B283705}"/>
              </a:ext>
            </a:extLst>
          </p:cNvPr>
          <p:cNvSpPr txBox="1"/>
          <p:nvPr/>
        </p:nvSpPr>
        <p:spPr>
          <a:xfrm>
            <a:off x="2144687" y="1672218"/>
            <a:ext cx="8398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참가자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AF4E6B-5554-FDFF-B79C-0AF7164F8D02}"/>
              </a:ext>
            </a:extLst>
          </p:cNvPr>
          <p:cNvSpPr txBox="1"/>
          <p:nvPr/>
        </p:nvSpPr>
        <p:spPr>
          <a:xfrm>
            <a:off x="346766" y="4090275"/>
            <a:ext cx="1016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참가자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</a:t>
            </a:r>
          </a:p>
          <a:p>
            <a:pPr algn="ct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(3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인일 경우 빈칸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339346-A76A-96BB-7AC3-3E75DD04F235}"/>
              </a:ext>
            </a:extLst>
          </p:cNvPr>
          <p:cNvSpPr txBox="1"/>
          <p:nvPr/>
        </p:nvSpPr>
        <p:spPr>
          <a:xfrm>
            <a:off x="2056503" y="4090275"/>
            <a:ext cx="1016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내화면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019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C5653-5CFB-A509-C385-19F536AD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83">
            <a:extLst>
              <a:ext uri="{FF2B5EF4-FFF2-40B4-BE49-F238E27FC236}">
                <a16:creationId xmlns:a16="http://schemas.microsoft.com/office/drawing/2014/main" id="{AD7C2FDD-B0A0-DD82-C99F-8DDB3E7786F0}"/>
              </a:ext>
            </a:extLst>
          </p:cNvPr>
          <p:cNvSpPr txBox="1"/>
          <p:nvPr/>
        </p:nvSpPr>
        <p:spPr>
          <a:xfrm>
            <a:off x="341313" y="913620"/>
            <a:ext cx="275431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500" dirty="0">
                <a:solidFill>
                  <a:schemeClr val="accent5">
                    <a:lumMod val="50000"/>
                  </a:schemeClr>
                </a:solidFill>
                <a:latin typeface="Cavorting" panose="000B0504000000000004" pitchFamily="34" charset="0"/>
              </a:rPr>
              <a:t>A piece of today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6512BB-BB78-D579-CEBC-59804147B536}"/>
              </a:ext>
            </a:extLst>
          </p:cNvPr>
          <p:cNvSpPr txBox="1"/>
          <p:nvPr/>
        </p:nvSpPr>
        <p:spPr>
          <a:xfrm>
            <a:off x="1284478" y="948086"/>
            <a:ext cx="83983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04815">
              <a:defRPr/>
            </a:pPr>
            <a:r>
              <a:rPr lang="ko-KR" altLang="en-US" sz="600" dirty="0" err="1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탭제목</a:t>
            </a:r>
            <a:r>
              <a: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 </a:t>
            </a:r>
            <a:r>
              <a:rPr lang="en-US" altLang="ko-KR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61sp</a:t>
            </a:r>
            <a:endParaRPr lang="ko-KR" altLang="en-US" sz="6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73BDA-A884-58BD-BB73-5FA2FD92C17D}"/>
              </a:ext>
            </a:extLst>
          </p:cNvPr>
          <p:cNvSpPr txBox="1"/>
          <p:nvPr/>
        </p:nvSpPr>
        <p:spPr>
          <a:xfrm>
            <a:off x="1207986" y="364661"/>
            <a:ext cx="100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doni MT Black" panose="02070A03080606020203" pitchFamily="18" charset="0"/>
              </a:rPr>
              <a:t>daymory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Bodoni MT Black" panose="02070A03080606020203" pitchFamily="18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A129416-9660-01FB-EA4F-351C83E7A252}"/>
              </a:ext>
            </a:extLst>
          </p:cNvPr>
          <p:cNvSpPr/>
          <p:nvPr/>
        </p:nvSpPr>
        <p:spPr>
          <a:xfrm>
            <a:off x="2916344" y="435950"/>
            <a:ext cx="180000" cy="18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834B126F-97C3-32CC-CF40-3AA36D42805D}"/>
              </a:ext>
            </a:extLst>
          </p:cNvPr>
          <p:cNvGrpSpPr/>
          <p:nvPr/>
        </p:nvGrpSpPr>
        <p:grpSpPr>
          <a:xfrm>
            <a:off x="-2" y="4972050"/>
            <a:ext cx="3419475" cy="434975"/>
            <a:chOff x="-2" y="4972050"/>
            <a:chExt cx="3419475" cy="434975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58DDF9CC-535C-973F-FB23-3A3E58CEE636}"/>
                </a:ext>
              </a:extLst>
            </p:cNvPr>
            <p:cNvSpPr/>
            <p:nvPr/>
          </p:nvSpPr>
          <p:spPr>
            <a:xfrm>
              <a:off x="-2" y="4972050"/>
              <a:ext cx="3419475" cy="4349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0" marR="0" lvl="0" indent="0" algn="ct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ko-KR" altLang="en-US" sz="6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C9B047A5-69EA-FF69-1525-17B7E85C4705}"/>
                </a:ext>
              </a:extLst>
            </p:cNvPr>
            <p:cNvGrpSpPr/>
            <p:nvPr/>
          </p:nvGrpSpPr>
          <p:grpSpPr>
            <a:xfrm>
              <a:off x="211329" y="5045701"/>
              <a:ext cx="405037" cy="351080"/>
              <a:chOff x="211329" y="3536941"/>
              <a:chExt cx="405037" cy="351080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91268B-F436-DA04-2686-AA1F60EF34A5}"/>
                  </a:ext>
                </a:extLst>
              </p:cNvPr>
              <p:cNvSpPr txBox="1"/>
              <p:nvPr userDrawn="1"/>
            </p:nvSpPr>
            <p:spPr>
              <a:xfrm>
                <a:off x="211329" y="3703355"/>
                <a:ext cx="405037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304815"/>
                <a:r>
                  <a:rPr lang="en-US" altLang="ko-KR" sz="600" dirty="0">
                    <a:solidFill>
                      <a:schemeClr val="bg1">
                        <a:lumMod val="65000"/>
                      </a:schemeClr>
                    </a:solidFill>
                    <a:latin typeface="Pretendard Light" panose="02000403000000020004" pitchFamily="50" charset="-127"/>
                    <a:ea typeface="Pretendard Light" panose="02000403000000020004" pitchFamily="50" charset="-127"/>
                    <a:cs typeface="Pretendard Light" panose="02000403000000020004" pitchFamily="50" charset="-127"/>
                  </a:rPr>
                  <a:t>Home</a:t>
                </a:r>
                <a:endParaRPr lang="ko-KR" altLang="en-US" sz="6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63" name="그래픽 15" descr="주택 윤곽선">
                <a:extLst>
                  <a:ext uri="{FF2B5EF4-FFF2-40B4-BE49-F238E27FC236}">
                    <a16:creationId xmlns:a16="http://schemas.microsoft.com/office/drawing/2014/main" id="{7A35EF4C-E331-E02B-FEB3-8578E003C1F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323848" y="3536941"/>
                <a:ext cx="180000" cy="180000"/>
              </a:xfrm>
              <a:custGeom>
                <a:avLst/>
                <a:gdLst>
                  <a:gd name="csX0" fmla="*/ 0 w 789298"/>
                  <a:gd name="csY0" fmla="*/ 374885 h 699134"/>
                  <a:gd name="csX1" fmla="*/ 61808 w 789298"/>
                  <a:gd name="csY1" fmla="*/ 436683 h 699134"/>
                  <a:gd name="csX2" fmla="*/ 108899 w 789298"/>
                  <a:gd name="csY2" fmla="*/ 392087 h 699134"/>
                  <a:gd name="csX3" fmla="*/ 108899 w 789298"/>
                  <a:gd name="csY3" fmla="*/ 698906 h 699134"/>
                  <a:gd name="csX4" fmla="*/ 347024 w 789298"/>
                  <a:gd name="csY4" fmla="*/ 699002 h 699134"/>
                  <a:gd name="csX5" fmla="*/ 347024 w 789298"/>
                  <a:gd name="csY5" fmla="*/ 461172 h 699134"/>
                  <a:gd name="csX6" fmla="*/ 442274 w 789298"/>
                  <a:gd name="csY6" fmla="*/ 461172 h 699134"/>
                  <a:gd name="csX7" fmla="*/ 442274 w 789298"/>
                  <a:gd name="csY7" fmla="*/ 699040 h 699134"/>
                  <a:gd name="csX8" fmla="*/ 680399 w 789298"/>
                  <a:gd name="csY8" fmla="*/ 699135 h 699134"/>
                  <a:gd name="csX9" fmla="*/ 680399 w 789298"/>
                  <a:gd name="csY9" fmla="*/ 391687 h 699134"/>
                  <a:gd name="csX10" fmla="*/ 727729 w 789298"/>
                  <a:gd name="csY10" fmla="*/ 436455 h 699134"/>
                  <a:gd name="csX11" fmla="*/ 789299 w 789298"/>
                  <a:gd name="csY11" fmla="*/ 374894 h 699134"/>
                  <a:gd name="csX12" fmla="*/ 394649 w 789298"/>
                  <a:gd name="csY12" fmla="*/ 0 h 699134"/>
                  <a:gd name="csX13" fmla="*/ 661349 w 789298"/>
                  <a:gd name="csY13" fmla="*/ 680085 h 699134"/>
                  <a:gd name="csX14" fmla="*/ 461324 w 789298"/>
                  <a:gd name="csY14" fmla="*/ 679999 h 699134"/>
                  <a:gd name="csX15" fmla="*/ 461324 w 789298"/>
                  <a:gd name="csY15" fmla="*/ 442122 h 699134"/>
                  <a:gd name="csX16" fmla="*/ 327974 w 789298"/>
                  <a:gd name="csY16" fmla="*/ 442122 h 699134"/>
                  <a:gd name="csX17" fmla="*/ 327974 w 789298"/>
                  <a:gd name="csY17" fmla="*/ 679942 h 699134"/>
                  <a:gd name="csX18" fmla="*/ 127949 w 789298"/>
                  <a:gd name="csY18" fmla="*/ 679866 h 699134"/>
                  <a:gd name="csX19" fmla="*/ 127949 w 789298"/>
                  <a:gd name="csY19" fmla="*/ 374047 h 699134"/>
                  <a:gd name="csX20" fmla="*/ 394649 w 789298"/>
                  <a:gd name="csY20" fmla="*/ 121482 h 699134"/>
                  <a:gd name="csX21" fmla="*/ 661349 w 789298"/>
                  <a:gd name="csY21" fmla="*/ 373675 h 699134"/>
                  <a:gd name="csX22" fmla="*/ 62170 w 789298"/>
                  <a:gd name="csY22" fmla="*/ 410108 h 699134"/>
                  <a:gd name="csX23" fmla="*/ 27299 w 789298"/>
                  <a:gd name="csY23" fmla="*/ 375285 h 699134"/>
                  <a:gd name="csX24" fmla="*/ 394649 w 789298"/>
                  <a:gd name="csY24" fmla="*/ 26251 h 699134"/>
                  <a:gd name="csX25" fmla="*/ 762000 w 789298"/>
                  <a:gd name="csY25" fmla="*/ 375285 h 699134"/>
                  <a:gd name="csX26" fmla="*/ 727358 w 789298"/>
                  <a:gd name="csY26" fmla="*/ 409880 h 699134"/>
                  <a:gd name="csX27" fmla="*/ 394649 w 789298"/>
                  <a:gd name="csY27" fmla="*/ 95250 h 699134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661349 w 789299"/>
                  <a:gd name="csY14" fmla="*/ 680085 h 699135"/>
                  <a:gd name="csX15" fmla="*/ 461324 w 789299"/>
                  <a:gd name="csY15" fmla="*/ 679999 h 699135"/>
                  <a:gd name="csX16" fmla="*/ 461324 w 789299"/>
                  <a:gd name="csY16" fmla="*/ 442122 h 699135"/>
                  <a:gd name="csX17" fmla="*/ 327974 w 789299"/>
                  <a:gd name="csY17" fmla="*/ 442122 h 699135"/>
                  <a:gd name="csX18" fmla="*/ 327974 w 789299"/>
                  <a:gd name="csY18" fmla="*/ 679942 h 699135"/>
                  <a:gd name="csX19" fmla="*/ 127949 w 789299"/>
                  <a:gd name="csY19" fmla="*/ 679866 h 699135"/>
                  <a:gd name="csX20" fmla="*/ 127949 w 789299"/>
                  <a:gd name="csY20" fmla="*/ 374047 h 699135"/>
                  <a:gd name="csX21" fmla="*/ 394649 w 789299"/>
                  <a:gd name="csY21" fmla="*/ 121482 h 699135"/>
                  <a:gd name="csX22" fmla="*/ 661349 w 789299"/>
                  <a:gd name="csY22" fmla="*/ 680085 h 699135"/>
                  <a:gd name="csX23" fmla="*/ 62170 w 789299"/>
                  <a:gd name="csY23" fmla="*/ 410108 h 699135"/>
                  <a:gd name="csX24" fmla="*/ 27299 w 789299"/>
                  <a:gd name="csY24" fmla="*/ 375285 h 699135"/>
                  <a:gd name="csX25" fmla="*/ 394649 w 789299"/>
                  <a:gd name="csY25" fmla="*/ 26251 h 699135"/>
                  <a:gd name="csX26" fmla="*/ 762000 w 789299"/>
                  <a:gd name="csY26" fmla="*/ 375285 h 699135"/>
                  <a:gd name="csX27" fmla="*/ 727358 w 789299"/>
                  <a:gd name="csY27" fmla="*/ 409880 h 699135"/>
                  <a:gd name="csX28" fmla="*/ 394649 w 789299"/>
                  <a:gd name="csY28" fmla="*/ 95250 h 699135"/>
                  <a:gd name="csX29" fmla="*/ 62170 w 789299"/>
                  <a:gd name="csY29" fmla="*/ 410108 h 699135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661349 w 789299"/>
                  <a:gd name="csY14" fmla="*/ 680085 h 699135"/>
                  <a:gd name="csX15" fmla="*/ 461324 w 789299"/>
                  <a:gd name="csY15" fmla="*/ 679999 h 699135"/>
                  <a:gd name="csX16" fmla="*/ 461324 w 789299"/>
                  <a:gd name="csY16" fmla="*/ 442122 h 699135"/>
                  <a:gd name="csX17" fmla="*/ 327974 w 789299"/>
                  <a:gd name="csY17" fmla="*/ 442122 h 699135"/>
                  <a:gd name="csX18" fmla="*/ 327974 w 789299"/>
                  <a:gd name="csY18" fmla="*/ 679942 h 699135"/>
                  <a:gd name="csX19" fmla="*/ 127949 w 789299"/>
                  <a:gd name="csY19" fmla="*/ 679866 h 699135"/>
                  <a:gd name="csX20" fmla="*/ 127949 w 789299"/>
                  <a:gd name="csY20" fmla="*/ 374047 h 699135"/>
                  <a:gd name="csX21" fmla="*/ 394649 w 789299"/>
                  <a:gd name="csY21" fmla="*/ 121482 h 699135"/>
                  <a:gd name="csX22" fmla="*/ 661349 w 789299"/>
                  <a:gd name="csY22" fmla="*/ 680085 h 699135"/>
                  <a:gd name="csX23" fmla="*/ 62170 w 789299"/>
                  <a:gd name="csY23" fmla="*/ 410108 h 699135"/>
                  <a:gd name="csX24" fmla="*/ 27299 w 789299"/>
                  <a:gd name="csY24" fmla="*/ 375285 h 699135"/>
                  <a:gd name="csX25" fmla="*/ 394649 w 789299"/>
                  <a:gd name="csY25" fmla="*/ 26251 h 699135"/>
                  <a:gd name="csX26" fmla="*/ 762000 w 789299"/>
                  <a:gd name="csY26" fmla="*/ 375285 h 699135"/>
                  <a:gd name="csX27" fmla="*/ 727358 w 789299"/>
                  <a:gd name="csY27" fmla="*/ 409880 h 699135"/>
                  <a:gd name="csX28" fmla="*/ 62170 w 789299"/>
                  <a:gd name="csY28" fmla="*/ 410108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127949 w 789299"/>
                  <a:gd name="csY22" fmla="*/ 374047 h 699135"/>
                  <a:gd name="csX23" fmla="*/ 394649 w 789299"/>
                  <a:gd name="csY23" fmla="*/ 121482 h 699135"/>
                  <a:gd name="csX24" fmla="*/ 661349 w 789299"/>
                  <a:gd name="csY24" fmla="*/ 680085 h 699135"/>
                  <a:gd name="csX25" fmla="*/ 62170 w 789299"/>
                  <a:gd name="csY25" fmla="*/ 410108 h 699135"/>
                  <a:gd name="csX26" fmla="*/ 27299 w 789299"/>
                  <a:gd name="csY26" fmla="*/ 375285 h 699135"/>
                  <a:gd name="csX27" fmla="*/ 486089 w 789299"/>
                  <a:gd name="csY27" fmla="*/ 117691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394649 w 789299"/>
                  <a:gd name="csY24" fmla="*/ 121482 h 699135"/>
                  <a:gd name="csX25" fmla="*/ 661349 w 789299"/>
                  <a:gd name="csY25" fmla="*/ 680085 h 699135"/>
                  <a:gd name="csX26" fmla="*/ 62170 w 789299"/>
                  <a:gd name="csY26" fmla="*/ 410108 h 699135"/>
                  <a:gd name="csX27" fmla="*/ 27299 w 789299"/>
                  <a:gd name="csY27" fmla="*/ 375285 h 699135"/>
                  <a:gd name="csX28" fmla="*/ 490852 w 789299"/>
                  <a:gd name="csY28" fmla="*/ 119279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394649 w 789299"/>
                  <a:gd name="csY24" fmla="*/ 121482 h 699135"/>
                  <a:gd name="csX25" fmla="*/ 661349 w 789299"/>
                  <a:gd name="csY25" fmla="*/ 680085 h 699135"/>
                  <a:gd name="csX26" fmla="*/ 62170 w 789299"/>
                  <a:gd name="csY26" fmla="*/ 410108 h 699135"/>
                  <a:gd name="csX27" fmla="*/ 27299 w 789299"/>
                  <a:gd name="csY27" fmla="*/ 3752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661349 w 789299"/>
                  <a:gd name="csY24" fmla="*/ 680085 h 699135"/>
                  <a:gd name="csX25" fmla="*/ 62170 w 789299"/>
                  <a:gd name="csY25" fmla="*/ 410108 h 699135"/>
                  <a:gd name="csX26" fmla="*/ 27299 w 789299"/>
                  <a:gd name="csY26" fmla="*/ 3752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2170 w 789299"/>
                  <a:gd name="csY2" fmla="*/ 410108 h 699135"/>
                  <a:gd name="csX3" fmla="*/ 61808 w 789299"/>
                  <a:gd name="csY3" fmla="*/ 436683 h 699135"/>
                  <a:gd name="csX4" fmla="*/ 108899 w 789299"/>
                  <a:gd name="csY4" fmla="*/ 392087 h 699135"/>
                  <a:gd name="csX5" fmla="*/ 108899 w 789299"/>
                  <a:gd name="csY5" fmla="*/ 698906 h 699135"/>
                  <a:gd name="csX6" fmla="*/ 347024 w 789299"/>
                  <a:gd name="csY6" fmla="*/ 699002 h 699135"/>
                  <a:gd name="csX7" fmla="*/ 347024 w 789299"/>
                  <a:gd name="csY7" fmla="*/ 461172 h 699135"/>
                  <a:gd name="csX8" fmla="*/ 442274 w 789299"/>
                  <a:gd name="csY8" fmla="*/ 461172 h 699135"/>
                  <a:gd name="csX9" fmla="*/ 442274 w 789299"/>
                  <a:gd name="csY9" fmla="*/ 699040 h 699135"/>
                  <a:gd name="csX10" fmla="*/ 680399 w 789299"/>
                  <a:gd name="csY10" fmla="*/ 699135 h 699135"/>
                  <a:gd name="csX11" fmla="*/ 680399 w 789299"/>
                  <a:gd name="csY11" fmla="*/ 391687 h 699135"/>
                  <a:gd name="csX12" fmla="*/ 727729 w 789299"/>
                  <a:gd name="csY12" fmla="*/ 436455 h 699135"/>
                  <a:gd name="csX13" fmla="*/ 789299 w 789299"/>
                  <a:gd name="csY13" fmla="*/ 374894 h 699135"/>
                  <a:gd name="csX14" fmla="*/ 394649 w 789299"/>
                  <a:gd name="csY14" fmla="*/ 0 h 699135"/>
                  <a:gd name="csX15" fmla="*/ 0 w 789299"/>
                  <a:gd name="csY15" fmla="*/ 374885 h 699135"/>
                  <a:gd name="csX16" fmla="*/ 762000 w 789299"/>
                  <a:gd name="csY16" fmla="*/ 375285 h 699135"/>
                  <a:gd name="csX17" fmla="*/ 661349 w 789299"/>
                  <a:gd name="csY17" fmla="*/ 680085 h 699135"/>
                  <a:gd name="csX18" fmla="*/ 461324 w 789299"/>
                  <a:gd name="csY18" fmla="*/ 679999 h 699135"/>
                  <a:gd name="csX19" fmla="*/ 461324 w 789299"/>
                  <a:gd name="csY19" fmla="*/ 442122 h 699135"/>
                  <a:gd name="csX20" fmla="*/ 327974 w 789299"/>
                  <a:gd name="csY20" fmla="*/ 442122 h 699135"/>
                  <a:gd name="csX21" fmla="*/ 327974 w 789299"/>
                  <a:gd name="csY21" fmla="*/ 679942 h 699135"/>
                  <a:gd name="csX22" fmla="*/ 127949 w 789299"/>
                  <a:gd name="csY22" fmla="*/ 679866 h 699135"/>
                  <a:gd name="csX23" fmla="*/ 127949 w 789299"/>
                  <a:gd name="csY23" fmla="*/ 374047 h 699135"/>
                  <a:gd name="csX24" fmla="*/ 661349 w 789299"/>
                  <a:gd name="csY24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127949 w 789299"/>
                  <a:gd name="csY22" fmla="*/ 374047 h 699135"/>
                  <a:gd name="csX23" fmla="*/ 661349 w 789299"/>
                  <a:gd name="csY23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127949 w 789299"/>
                  <a:gd name="csY21" fmla="*/ 679866 h 699135"/>
                  <a:gd name="csX22" fmla="*/ 661349 w 789299"/>
                  <a:gd name="csY22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327974 w 789299"/>
                  <a:gd name="csY20" fmla="*/ 679942 h 699135"/>
                  <a:gd name="csX21" fmla="*/ 661349 w 789299"/>
                  <a:gd name="csY21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327974 w 789299"/>
                  <a:gd name="csY19" fmla="*/ 442122 h 699135"/>
                  <a:gd name="csX20" fmla="*/ 661349 w 789299"/>
                  <a:gd name="csY20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461324 w 789299"/>
                  <a:gd name="csY18" fmla="*/ 442122 h 699135"/>
                  <a:gd name="csX19" fmla="*/ 661349 w 789299"/>
                  <a:gd name="csY19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16" fmla="*/ 661349 w 789299"/>
                  <a:gd name="csY16" fmla="*/ 680085 h 699135"/>
                  <a:gd name="csX17" fmla="*/ 461324 w 789299"/>
                  <a:gd name="csY17" fmla="*/ 679999 h 699135"/>
                  <a:gd name="csX18" fmla="*/ 661349 w 789299"/>
                  <a:gd name="csY18" fmla="*/ 680085 h 699135"/>
                  <a:gd name="csX0" fmla="*/ 762000 w 789299"/>
                  <a:gd name="csY0" fmla="*/ 375285 h 699135"/>
                  <a:gd name="csX1" fmla="*/ 727358 w 789299"/>
                  <a:gd name="csY1" fmla="*/ 409880 h 699135"/>
                  <a:gd name="csX2" fmla="*/ 61808 w 789299"/>
                  <a:gd name="csY2" fmla="*/ 436683 h 699135"/>
                  <a:gd name="csX3" fmla="*/ 108899 w 789299"/>
                  <a:gd name="csY3" fmla="*/ 392087 h 699135"/>
                  <a:gd name="csX4" fmla="*/ 108899 w 789299"/>
                  <a:gd name="csY4" fmla="*/ 698906 h 699135"/>
                  <a:gd name="csX5" fmla="*/ 347024 w 789299"/>
                  <a:gd name="csY5" fmla="*/ 699002 h 699135"/>
                  <a:gd name="csX6" fmla="*/ 347024 w 789299"/>
                  <a:gd name="csY6" fmla="*/ 461172 h 699135"/>
                  <a:gd name="csX7" fmla="*/ 442274 w 789299"/>
                  <a:gd name="csY7" fmla="*/ 461172 h 699135"/>
                  <a:gd name="csX8" fmla="*/ 442274 w 789299"/>
                  <a:gd name="csY8" fmla="*/ 699040 h 699135"/>
                  <a:gd name="csX9" fmla="*/ 680399 w 789299"/>
                  <a:gd name="csY9" fmla="*/ 699135 h 699135"/>
                  <a:gd name="csX10" fmla="*/ 680399 w 789299"/>
                  <a:gd name="csY10" fmla="*/ 391687 h 699135"/>
                  <a:gd name="csX11" fmla="*/ 727729 w 789299"/>
                  <a:gd name="csY11" fmla="*/ 436455 h 699135"/>
                  <a:gd name="csX12" fmla="*/ 789299 w 789299"/>
                  <a:gd name="csY12" fmla="*/ 374894 h 699135"/>
                  <a:gd name="csX13" fmla="*/ 394649 w 789299"/>
                  <a:gd name="csY13" fmla="*/ 0 h 699135"/>
                  <a:gd name="csX14" fmla="*/ 0 w 789299"/>
                  <a:gd name="csY14" fmla="*/ 374885 h 699135"/>
                  <a:gd name="csX15" fmla="*/ 762000 w 789299"/>
                  <a:gd name="csY15" fmla="*/ 375285 h 699135"/>
                  <a:gd name="csX0" fmla="*/ 762000 w 789299"/>
                  <a:gd name="csY0" fmla="*/ 3752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  <a:gd name="csX14" fmla="*/ 762000 w 789299"/>
                  <a:gd name="csY14" fmla="*/ 375285 h 699135"/>
                  <a:gd name="csX0" fmla="*/ 0 w 789299"/>
                  <a:gd name="csY0" fmla="*/ 374885 h 699135"/>
                  <a:gd name="csX1" fmla="*/ 61808 w 789299"/>
                  <a:gd name="csY1" fmla="*/ 436683 h 699135"/>
                  <a:gd name="csX2" fmla="*/ 108899 w 789299"/>
                  <a:gd name="csY2" fmla="*/ 392087 h 699135"/>
                  <a:gd name="csX3" fmla="*/ 108899 w 789299"/>
                  <a:gd name="csY3" fmla="*/ 698906 h 699135"/>
                  <a:gd name="csX4" fmla="*/ 347024 w 789299"/>
                  <a:gd name="csY4" fmla="*/ 699002 h 699135"/>
                  <a:gd name="csX5" fmla="*/ 347024 w 789299"/>
                  <a:gd name="csY5" fmla="*/ 461172 h 699135"/>
                  <a:gd name="csX6" fmla="*/ 442274 w 789299"/>
                  <a:gd name="csY6" fmla="*/ 461172 h 699135"/>
                  <a:gd name="csX7" fmla="*/ 442274 w 789299"/>
                  <a:gd name="csY7" fmla="*/ 699040 h 699135"/>
                  <a:gd name="csX8" fmla="*/ 680399 w 789299"/>
                  <a:gd name="csY8" fmla="*/ 699135 h 699135"/>
                  <a:gd name="csX9" fmla="*/ 680399 w 789299"/>
                  <a:gd name="csY9" fmla="*/ 391687 h 699135"/>
                  <a:gd name="csX10" fmla="*/ 727729 w 789299"/>
                  <a:gd name="csY10" fmla="*/ 436455 h 699135"/>
                  <a:gd name="csX11" fmla="*/ 789299 w 789299"/>
                  <a:gd name="csY11" fmla="*/ 374894 h 699135"/>
                  <a:gd name="csX12" fmla="*/ 394649 w 789299"/>
                  <a:gd name="csY12" fmla="*/ 0 h 699135"/>
                  <a:gd name="csX13" fmla="*/ 0 w 789299"/>
                  <a:gd name="csY13" fmla="*/ 374885 h 699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789299" h="699135">
                    <a:moveTo>
                      <a:pt x="0" y="374885"/>
                    </a:moveTo>
                    <a:lnTo>
                      <a:pt x="61808" y="436683"/>
                    </a:lnTo>
                    <a:lnTo>
                      <a:pt x="108899" y="392087"/>
                    </a:lnTo>
                    <a:lnTo>
                      <a:pt x="108899" y="698906"/>
                    </a:lnTo>
                    <a:lnTo>
                      <a:pt x="347024" y="699002"/>
                    </a:lnTo>
                    <a:lnTo>
                      <a:pt x="347024" y="461172"/>
                    </a:lnTo>
                    <a:lnTo>
                      <a:pt x="442274" y="461172"/>
                    </a:lnTo>
                    <a:lnTo>
                      <a:pt x="442274" y="699040"/>
                    </a:lnTo>
                    <a:lnTo>
                      <a:pt x="680399" y="699135"/>
                    </a:lnTo>
                    <a:lnTo>
                      <a:pt x="680399" y="391687"/>
                    </a:lnTo>
                    <a:lnTo>
                      <a:pt x="727729" y="436455"/>
                    </a:lnTo>
                    <a:lnTo>
                      <a:pt x="789299" y="374894"/>
                    </a:lnTo>
                    <a:lnTo>
                      <a:pt x="394649" y="0"/>
                    </a:lnTo>
                    <a:lnTo>
                      <a:pt x="0" y="374885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9EC2E1-802F-2169-1B5E-58CE8402D742}"/>
                </a:ext>
              </a:extLst>
            </p:cNvPr>
            <p:cNvSpPr txBox="1"/>
            <p:nvPr/>
          </p:nvSpPr>
          <p:spPr>
            <a:xfrm>
              <a:off x="2803106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Other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44EC11A-36C0-FD9D-54A0-D35F19606EB5}"/>
                </a:ext>
              </a:extLst>
            </p:cNvPr>
            <p:cNvSpPr txBox="1"/>
            <p:nvPr/>
          </p:nvSpPr>
          <p:spPr>
            <a:xfrm>
              <a:off x="2155161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304815"/>
              <a:r>
                <a:rPr lang="en-US" altLang="ko-KR" sz="600" dirty="0">
                  <a:solidFill>
                    <a:schemeClr val="accent5">
                      <a:lumMod val="50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rPr>
                <a:t>Diary</a:t>
              </a:r>
              <a:endParaRPr lang="ko-KR" altLang="en-US" sz="600" dirty="0">
                <a:solidFill>
                  <a:schemeClr val="accent5">
                    <a:lumMod val="50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0F74C0C-4E6C-958A-58B7-0DF17E5D43BC}"/>
                </a:ext>
              </a:extLst>
            </p:cNvPr>
            <p:cNvSpPr txBox="1"/>
            <p:nvPr/>
          </p:nvSpPr>
          <p:spPr>
            <a:xfrm>
              <a:off x="1507217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share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8DFD6EF-B5D0-279B-6117-73303E9E2ABB}"/>
                </a:ext>
              </a:extLst>
            </p:cNvPr>
            <p:cNvSpPr txBox="1"/>
            <p:nvPr/>
          </p:nvSpPr>
          <p:spPr>
            <a:xfrm>
              <a:off x="859273" y="5212115"/>
              <a:ext cx="405037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ctr" defTabSz="304815" rtl="0" eaLnBrk="1" latinLnBrk="0" hangingPunct="1"/>
              <a:r>
                <a:rPr lang="en-US" altLang="ko-KR" sz="600" kern="1200" dirty="0">
                  <a:solidFill>
                    <a:schemeClr val="bg1">
                      <a:lumMod val="6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List</a:t>
              </a:r>
              <a:endParaRPr lang="ko-KR" altLang="en-US" sz="600" kern="1200" dirty="0">
                <a:solidFill>
                  <a:schemeClr val="bg1">
                    <a:lumMod val="6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D413A9C0-5565-E605-D99F-246D9478A5C9}"/>
                </a:ext>
              </a:extLst>
            </p:cNvPr>
            <p:cNvGrpSpPr/>
            <p:nvPr/>
          </p:nvGrpSpPr>
          <p:grpSpPr>
            <a:xfrm>
              <a:off x="971792" y="5045701"/>
              <a:ext cx="180000" cy="180000"/>
              <a:chOff x="971792" y="5045701"/>
              <a:chExt cx="180000" cy="180000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0326B0CA-AE18-68E0-EA00-E777EBB01CE0}"/>
                  </a:ext>
                </a:extLst>
              </p:cNvPr>
              <p:cNvSpPr/>
              <p:nvPr/>
            </p:nvSpPr>
            <p:spPr>
              <a:xfrm>
                <a:off x="971792" y="5046151"/>
                <a:ext cx="19286" cy="17955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  <p:sp>
            <p:nvSpPr>
              <p:cNvPr id="78" name="자유형: 도형 77">
                <a:extLst>
                  <a:ext uri="{FF2B5EF4-FFF2-40B4-BE49-F238E27FC236}">
                    <a16:creationId xmlns:a16="http://schemas.microsoft.com/office/drawing/2014/main" id="{A2C0095A-9DED-0245-2BD6-456EC5D69353}"/>
                  </a:ext>
                </a:extLst>
              </p:cNvPr>
              <p:cNvSpPr/>
              <p:nvPr/>
            </p:nvSpPr>
            <p:spPr>
              <a:xfrm>
                <a:off x="1003935" y="5045701"/>
                <a:ext cx="147857" cy="180000"/>
              </a:xfrm>
              <a:custGeom>
                <a:avLst/>
                <a:gdLst>
                  <a:gd name="csX0" fmla="*/ 352425 w 438150"/>
                  <a:gd name="csY0" fmla="*/ 285750 h 762000"/>
                  <a:gd name="csX1" fmla="*/ 85725 w 438150"/>
                  <a:gd name="csY1" fmla="*/ 285750 h 762000"/>
                  <a:gd name="csX2" fmla="*/ 85725 w 438150"/>
                  <a:gd name="csY2" fmla="*/ 228600 h 762000"/>
                  <a:gd name="csX3" fmla="*/ 352425 w 438150"/>
                  <a:gd name="csY3" fmla="*/ 228600 h 762000"/>
                  <a:gd name="csX4" fmla="*/ 352425 w 438150"/>
                  <a:gd name="csY4" fmla="*/ 285750 h 762000"/>
                  <a:gd name="csX5" fmla="*/ 295275 w 438150"/>
                  <a:gd name="csY5" fmla="*/ 381000 h 762000"/>
                  <a:gd name="csX6" fmla="*/ 147638 w 438150"/>
                  <a:gd name="csY6" fmla="*/ 381000 h 762000"/>
                  <a:gd name="csX7" fmla="*/ 147638 w 438150"/>
                  <a:gd name="csY7" fmla="*/ 342900 h 762000"/>
                  <a:gd name="csX8" fmla="*/ 295275 w 438150"/>
                  <a:gd name="csY8" fmla="*/ 342900 h 762000"/>
                  <a:gd name="csX9" fmla="*/ 295275 w 438150"/>
                  <a:gd name="csY9" fmla="*/ 381000 h 762000"/>
                  <a:gd name="csX10" fmla="*/ 400050 w 438150"/>
                  <a:gd name="csY10" fmla="*/ 0 h 762000"/>
                  <a:gd name="csX11" fmla="*/ 0 w 438150"/>
                  <a:gd name="csY11" fmla="*/ 1905 h 762000"/>
                  <a:gd name="csX12" fmla="*/ 0 w 438150"/>
                  <a:gd name="csY12" fmla="*/ 762000 h 762000"/>
                  <a:gd name="csX13" fmla="*/ 400050 w 438150"/>
                  <a:gd name="csY13" fmla="*/ 762000 h 762000"/>
                  <a:gd name="csX14" fmla="*/ 438150 w 438150"/>
                  <a:gd name="csY14" fmla="*/ 723900 h 762000"/>
                  <a:gd name="csX15" fmla="*/ 438150 w 438150"/>
                  <a:gd name="csY15" fmla="*/ 38100 h 762000"/>
                  <a:gd name="csX16" fmla="*/ 400050 w 438150"/>
                  <a:gd name="csY16" fmla="*/ 0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438150" h="762000">
                    <a:moveTo>
                      <a:pt x="352425" y="285750"/>
                    </a:moveTo>
                    <a:lnTo>
                      <a:pt x="85725" y="285750"/>
                    </a:lnTo>
                    <a:lnTo>
                      <a:pt x="85725" y="228600"/>
                    </a:lnTo>
                    <a:lnTo>
                      <a:pt x="352425" y="228600"/>
                    </a:lnTo>
                    <a:lnTo>
                      <a:pt x="352425" y="285750"/>
                    </a:lnTo>
                    <a:close/>
                    <a:moveTo>
                      <a:pt x="295275" y="381000"/>
                    </a:moveTo>
                    <a:lnTo>
                      <a:pt x="147638" y="381000"/>
                    </a:lnTo>
                    <a:lnTo>
                      <a:pt x="147638" y="342900"/>
                    </a:lnTo>
                    <a:lnTo>
                      <a:pt x="295275" y="342900"/>
                    </a:lnTo>
                    <a:lnTo>
                      <a:pt x="295275" y="381000"/>
                    </a:lnTo>
                    <a:close/>
                    <a:moveTo>
                      <a:pt x="400050" y="0"/>
                    </a:moveTo>
                    <a:lnTo>
                      <a:pt x="0" y="1905"/>
                    </a:lnTo>
                    <a:lnTo>
                      <a:pt x="0" y="762000"/>
                    </a:lnTo>
                    <a:lnTo>
                      <a:pt x="400050" y="762000"/>
                    </a:lnTo>
                    <a:cubicBezTo>
                      <a:pt x="421005" y="762000"/>
                      <a:pt x="438150" y="744855"/>
                      <a:pt x="438150" y="723900"/>
                    </a:cubicBezTo>
                    <a:lnTo>
                      <a:pt x="438150" y="38100"/>
                    </a:lnTo>
                    <a:cubicBezTo>
                      <a:pt x="438150" y="17145"/>
                      <a:pt x="421005" y="0"/>
                      <a:pt x="400050" y="0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 sz="60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B721124A-7601-1E95-87BE-8FD0B9C913EB}"/>
                </a:ext>
              </a:extLst>
            </p:cNvPr>
            <p:cNvGrpSpPr/>
            <p:nvPr/>
          </p:nvGrpSpPr>
          <p:grpSpPr>
            <a:xfrm>
              <a:off x="2267680" y="5045701"/>
              <a:ext cx="180000" cy="180000"/>
              <a:chOff x="2267680" y="5045701"/>
              <a:chExt cx="180000" cy="180000"/>
            </a:xfrm>
          </p:grpSpPr>
          <p:sp>
            <p:nvSpPr>
              <p:cNvPr id="83" name="자유형: 도형 82">
                <a:extLst>
                  <a:ext uri="{FF2B5EF4-FFF2-40B4-BE49-F238E27FC236}">
                    <a16:creationId xmlns:a16="http://schemas.microsoft.com/office/drawing/2014/main" id="{E4322083-4623-9616-389B-4A1D7CBD2274}"/>
                  </a:ext>
                </a:extLst>
              </p:cNvPr>
              <p:cNvSpPr/>
              <p:nvPr/>
            </p:nvSpPr>
            <p:spPr>
              <a:xfrm>
                <a:off x="2267680" y="5077465"/>
                <a:ext cx="180000" cy="148236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6F31D622-0249-C9E7-723B-07A477653230}"/>
                  </a:ext>
                </a:extLst>
              </p:cNvPr>
              <p:cNvSpPr/>
              <p:nvPr/>
            </p:nvSpPr>
            <p:spPr>
              <a:xfrm>
                <a:off x="2267680" y="5045701"/>
                <a:ext cx="180000" cy="2117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600"/>
              </a:p>
            </p:txBody>
          </p:sp>
        </p:grpSp>
        <p:sp>
          <p:nvSpPr>
            <p:cNvPr id="89" name="그래픽 9" descr="단일 톱니바퀴 단색으로 채워진">
              <a:extLst>
                <a:ext uri="{FF2B5EF4-FFF2-40B4-BE49-F238E27FC236}">
                  <a16:creationId xmlns:a16="http://schemas.microsoft.com/office/drawing/2014/main" id="{60F9346C-6CB1-B616-8D27-B848D6397092}"/>
                </a:ext>
              </a:extLst>
            </p:cNvPr>
            <p:cNvSpPr/>
            <p:nvPr/>
          </p:nvSpPr>
          <p:spPr>
            <a:xfrm>
              <a:off x="2915625" y="5045701"/>
              <a:ext cx="180000" cy="180000"/>
            </a:xfrm>
            <a:custGeom>
              <a:avLst/>
              <a:gdLst>
                <a:gd name="csX0" fmla="*/ 323850 w 648652"/>
                <a:gd name="csY0" fmla="*/ 438150 h 647700"/>
                <a:gd name="csX1" fmla="*/ 209550 w 648652"/>
                <a:gd name="csY1" fmla="*/ 323850 h 647700"/>
                <a:gd name="csX2" fmla="*/ 323850 w 648652"/>
                <a:gd name="csY2" fmla="*/ 209550 h 647700"/>
                <a:gd name="csX3" fmla="*/ 438150 w 648652"/>
                <a:gd name="csY3" fmla="*/ 323850 h 647700"/>
                <a:gd name="csX4" fmla="*/ 323850 w 648652"/>
                <a:gd name="csY4" fmla="*/ 438150 h 647700"/>
                <a:gd name="csX5" fmla="*/ 581025 w 648652"/>
                <a:gd name="csY5" fmla="*/ 252413 h 647700"/>
                <a:gd name="csX6" fmla="*/ 556260 w 648652"/>
                <a:gd name="csY6" fmla="*/ 193358 h 647700"/>
                <a:gd name="csX7" fmla="*/ 580073 w 648652"/>
                <a:gd name="csY7" fmla="*/ 121920 h 647700"/>
                <a:gd name="csX8" fmla="*/ 525780 w 648652"/>
                <a:gd name="csY8" fmla="*/ 67628 h 647700"/>
                <a:gd name="csX9" fmla="*/ 454343 w 648652"/>
                <a:gd name="csY9" fmla="*/ 91440 h 647700"/>
                <a:gd name="csX10" fmla="*/ 394335 w 648652"/>
                <a:gd name="csY10" fmla="*/ 66675 h 647700"/>
                <a:gd name="csX11" fmla="*/ 361950 w 648652"/>
                <a:gd name="csY11" fmla="*/ 0 h 647700"/>
                <a:gd name="csX12" fmla="*/ 285750 w 648652"/>
                <a:gd name="csY12" fmla="*/ 0 h 647700"/>
                <a:gd name="csX13" fmla="*/ 252413 w 648652"/>
                <a:gd name="csY13" fmla="*/ 66675 h 647700"/>
                <a:gd name="csX14" fmla="*/ 193358 w 648652"/>
                <a:gd name="csY14" fmla="*/ 91440 h 647700"/>
                <a:gd name="csX15" fmla="*/ 121920 w 648652"/>
                <a:gd name="csY15" fmla="*/ 67628 h 647700"/>
                <a:gd name="csX16" fmla="*/ 67628 w 648652"/>
                <a:gd name="csY16" fmla="*/ 121920 h 647700"/>
                <a:gd name="csX17" fmla="*/ 91440 w 648652"/>
                <a:gd name="csY17" fmla="*/ 193358 h 647700"/>
                <a:gd name="csX18" fmla="*/ 66675 w 648652"/>
                <a:gd name="csY18" fmla="*/ 253365 h 647700"/>
                <a:gd name="csX19" fmla="*/ 0 w 648652"/>
                <a:gd name="csY19" fmla="*/ 285750 h 647700"/>
                <a:gd name="csX20" fmla="*/ 0 w 648652"/>
                <a:gd name="csY20" fmla="*/ 361950 h 647700"/>
                <a:gd name="csX21" fmla="*/ 66675 w 648652"/>
                <a:gd name="csY21" fmla="*/ 395288 h 647700"/>
                <a:gd name="csX22" fmla="*/ 91440 w 648652"/>
                <a:gd name="csY22" fmla="*/ 454343 h 647700"/>
                <a:gd name="csX23" fmla="*/ 67628 w 648652"/>
                <a:gd name="csY23" fmla="*/ 525780 h 647700"/>
                <a:gd name="csX24" fmla="*/ 121920 w 648652"/>
                <a:gd name="csY24" fmla="*/ 580073 h 647700"/>
                <a:gd name="csX25" fmla="*/ 193358 w 648652"/>
                <a:gd name="csY25" fmla="*/ 556260 h 647700"/>
                <a:gd name="csX26" fmla="*/ 253365 w 648652"/>
                <a:gd name="csY26" fmla="*/ 581025 h 647700"/>
                <a:gd name="csX27" fmla="*/ 286703 w 648652"/>
                <a:gd name="csY27" fmla="*/ 647700 h 647700"/>
                <a:gd name="csX28" fmla="*/ 362903 w 648652"/>
                <a:gd name="csY28" fmla="*/ 647700 h 647700"/>
                <a:gd name="csX29" fmla="*/ 396240 w 648652"/>
                <a:gd name="csY29" fmla="*/ 581025 h 647700"/>
                <a:gd name="csX30" fmla="*/ 455295 w 648652"/>
                <a:gd name="csY30" fmla="*/ 556260 h 647700"/>
                <a:gd name="csX31" fmla="*/ 526733 w 648652"/>
                <a:gd name="csY31" fmla="*/ 580073 h 647700"/>
                <a:gd name="csX32" fmla="*/ 581025 w 648652"/>
                <a:gd name="csY32" fmla="*/ 525780 h 647700"/>
                <a:gd name="csX33" fmla="*/ 557213 w 648652"/>
                <a:gd name="csY33" fmla="*/ 454343 h 647700"/>
                <a:gd name="csX34" fmla="*/ 581978 w 648652"/>
                <a:gd name="csY34" fmla="*/ 394335 h 647700"/>
                <a:gd name="csX35" fmla="*/ 648653 w 648652"/>
                <a:gd name="csY35" fmla="*/ 360998 h 647700"/>
                <a:gd name="csX36" fmla="*/ 648653 w 648652"/>
                <a:gd name="csY36" fmla="*/ 284798 h 647700"/>
                <a:gd name="csX37" fmla="*/ 581025 w 648652"/>
                <a:gd name="csY37" fmla="*/ 252413 h 647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</a:cxnLst>
              <a:rect l="l" t="t" r="r" b="b"/>
              <a:pathLst>
                <a:path w="648652" h="647700">
                  <a:moveTo>
                    <a:pt x="323850" y="438150"/>
                  </a:moveTo>
                  <a:cubicBezTo>
                    <a:pt x="260985" y="438150"/>
                    <a:pt x="209550" y="386715"/>
                    <a:pt x="209550" y="323850"/>
                  </a:cubicBezTo>
                  <a:cubicBezTo>
                    <a:pt x="209550" y="260985"/>
                    <a:pt x="260985" y="209550"/>
                    <a:pt x="323850" y="209550"/>
                  </a:cubicBezTo>
                  <a:cubicBezTo>
                    <a:pt x="386715" y="209550"/>
                    <a:pt x="438150" y="260985"/>
                    <a:pt x="438150" y="323850"/>
                  </a:cubicBezTo>
                  <a:cubicBezTo>
                    <a:pt x="438150" y="386715"/>
                    <a:pt x="386715" y="438150"/>
                    <a:pt x="323850" y="438150"/>
                  </a:cubicBezTo>
                  <a:close/>
                  <a:moveTo>
                    <a:pt x="581025" y="252413"/>
                  </a:moveTo>
                  <a:cubicBezTo>
                    <a:pt x="575310" y="231458"/>
                    <a:pt x="566738" y="211455"/>
                    <a:pt x="556260" y="193358"/>
                  </a:cubicBezTo>
                  <a:lnTo>
                    <a:pt x="580073" y="121920"/>
                  </a:lnTo>
                  <a:lnTo>
                    <a:pt x="525780" y="67628"/>
                  </a:lnTo>
                  <a:lnTo>
                    <a:pt x="454343" y="91440"/>
                  </a:lnTo>
                  <a:cubicBezTo>
                    <a:pt x="435293" y="80963"/>
                    <a:pt x="415290" y="72390"/>
                    <a:pt x="394335" y="66675"/>
                  </a:cubicBezTo>
                  <a:lnTo>
                    <a:pt x="361950" y="0"/>
                  </a:lnTo>
                  <a:lnTo>
                    <a:pt x="285750" y="0"/>
                  </a:lnTo>
                  <a:lnTo>
                    <a:pt x="252413" y="66675"/>
                  </a:lnTo>
                  <a:cubicBezTo>
                    <a:pt x="231458" y="72390"/>
                    <a:pt x="211455" y="80963"/>
                    <a:pt x="193358" y="91440"/>
                  </a:cubicBezTo>
                  <a:lnTo>
                    <a:pt x="121920" y="67628"/>
                  </a:lnTo>
                  <a:lnTo>
                    <a:pt x="67628" y="121920"/>
                  </a:lnTo>
                  <a:lnTo>
                    <a:pt x="91440" y="193358"/>
                  </a:lnTo>
                  <a:cubicBezTo>
                    <a:pt x="80963" y="212408"/>
                    <a:pt x="72390" y="232410"/>
                    <a:pt x="66675" y="253365"/>
                  </a:cubicBezTo>
                  <a:lnTo>
                    <a:pt x="0" y="285750"/>
                  </a:lnTo>
                  <a:lnTo>
                    <a:pt x="0" y="361950"/>
                  </a:lnTo>
                  <a:lnTo>
                    <a:pt x="66675" y="395288"/>
                  </a:lnTo>
                  <a:cubicBezTo>
                    <a:pt x="72390" y="416243"/>
                    <a:pt x="80963" y="436245"/>
                    <a:pt x="91440" y="454343"/>
                  </a:cubicBezTo>
                  <a:lnTo>
                    <a:pt x="67628" y="525780"/>
                  </a:lnTo>
                  <a:lnTo>
                    <a:pt x="121920" y="580073"/>
                  </a:lnTo>
                  <a:lnTo>
                    <a:pt x="193358" y="556260"/>
                  </a:lnTo>
                  <a:cubicBezTo>
                    <a:pt x="212408" y="566738"/>
                    <a:pt x="232410" y="575310"/>
                    <a:pt x="253365" y="581025"/>
                  </a:cubicBezTo>
                  <a:lnTo>
                    <a:pt x="286703" y="647700"/>
                  </a:lnTo>
                  <a:lnTo>
                    <a:pt x="362903" y="647700"/>
                  </a:lnTo>
                  <a:lnTo>
                    <a:pt x="396240" y="581025"/>
                  </a:lnTo>
                  <a:cubicBezTo>
                    <a:pt x="417195" y="575310"/>
                    <a:pt x="437198" y="566738"/>
                    <a:pt x="455295" y="556260"/>
                  </a:cubicBezTo>
                  <a:lnTo>
                    <a:pt x="526733" y="580073"/>
                  </a:lnTo>
                  <a:lnTo>
                    <a:pt x="581025" y="525780"/>
                  </a:lnTo>
                  <a:lnTo>
                    <a:pt x="557213" y="454343"/>
                  </a:lnTo>
                  <a:cubicBezTo>
                    <a:pt x="567690" y="435293"/>
                    <a:pt x="576263" y="415290"/>
                    <a:pt x="581978" y="394335"/>
                  </a:cubicBezTo>
                  <a:lnTo>
                    <a:pt x="648653" y="360998"/>
                  </a:lnTo>
                  <a:lnTo>
                    <a:pt x="648653" y="284798"/>
                  </a:lnTo>
                  <a:lnTo>
                    <a:pt x="581025" y="25241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ko-KR" altLang="en-US" sz="600">
                <a:solidFill>
                  <a:schemeClr val="lt1"/>
                </a:solidFill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FC65058F-3F77-CB99-B8C0-B35A916E4E9A}"/>
                </a:ext>
              </a:extLst>
            </p:cNvPr>
            <p:cNvGrpSpPr/>
            <p:nvPr/>
          </p:nvGrpSpPr>
          <p:grpSpPr>
            <a:xfrm>
              <a:off x="1619737" y="5045701"/>
              <a:ext cx="184117" cy="187446"/>
              <a:chOff x="1619737" y="5045701"/>
              <a:chExt cx="184117" cy="187446"/>
            </a:xfrm>
          </p:grpSpPr>
          <p:sp>
            <p:nvSpPr>
              <p:cNvPr id="92" name="타원 91">
                <a:extLst>
                  <a:ext uri="{FF2B5EF4-FFF2-40B4-BE49-F238E27FC236}">
                    <a16:creationId xmlns:a16="http://schemas.microsoft.com/office/drawing/2014/main" id="{9BBDD8F2-8A02-0C5B-616B-C00AE7759FF5}"/>
                  </a:ext>
                </a:extLst>
              </p:cNvPr>
              <p:cNvSpPr/>
              <p:nvPr userDrawn="1"/>
            </p:nvSpPr>
            <p:spPr>
              <a:xfrm>
                <a:off x="1619737" y="5126793"/>
                <a:ext cx="72000" cy="72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EBC17F40-7D36-31FE-D54A-2F1E95AA668C}"/>
                  </a:ext>
                </a:extLst>
              </p:cNvPr>
              <p:cNvSpPr/>
              <p:nvPr userDrawn="1"/>
            </p:nvSpPr>
            <p:spPr>
              <a:xfrm>
                <a:off x="1749854" y="5179147"/>
                <a:ext cx="54000" cy="54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9BEFCCAB-30CC-F374-1AA3-DD12E8D3B18A}"/>
                  </a:ext>
                </a:extLst>
              </p:cNvPr>
              <p:cNvSpPr/>
              <p:nvPr userDrawn="1"/>
            </p:nvSpPr>
            <p:spPr>
              <a:xfrm>
                <a:off x="1717962" y="5045701"/>
                <a:ext cx="72000" cy="7200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ko-KR" altLang="en-US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224D1979-E98B-2084-611B-6C0D550C7D6C}"/>
                  </a:ext>
                </a:extLst>
              </p:cNvPr>
              <p:cNvSpPr/>
              <p:nvPr userDrawn="1"/>
            </p:nvSpPr>
            <p:spPr>
              <a:xfrm>
                <a:off x="1653838" y="5087791"/>
                <a:ext cx="115484" cy="112914"/>
              </a:xfrm>
              <a:custGeom>
                <a:avLst/>
                <a:gdLst>
                  <a:gd name="csX0" fmla="*/ 134938 w 195263"/>
                  <a:gd name="csY0" fmla="*/ 0 h 161925"/>
                  <a:gd name="csX1" fmla="*/ 0 w 195263"/>
                  <a:gd name="csY1" fmla="*/ 109538 h 161925"/>
                  <a:gd name="csX2" fmla="*/ 195263 w 195263"/>
                  <a:gd name="csY2" fmla="*/ 161925 h 1619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  <a:gd name="csX0" fmla="*/ 134938 w 166688"/>
                  <a:gd name="csY0" fmla="*/ 0 h 174625"/>
                  <a:gd name="csX1" fmla="*/ 0 w 166688"/>
                  <a:gd name="csY1" fmla="*/ 109538 h 174625"/>
                  <a:gd name="csX2" fmla="*/ 166688 w 166688"/>
                  <a:gd name="csY2" fmla="*/ 174625 h 1746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6688" h="174625">
                    <a:moveTo>
                      <a:pt x="134938" y="0"/>
                    </a:moveTo>
                    <a:lnTo>
                      <a:pt x="0" y="109538"/>
                    </a:lnTo>
                    <a:lnTo>
                      <a:pt x="166688" y="174625"/>
                    </a:lnTo>
                  </a:path>
                </a:pathLst>
              </a:custGeom>
              <a:noFill/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17" name="이등변 삼각형 76">
            <a:extLst>
              <a:ext uri="{FF2B5EF4-FFF2-40B4-BE49-F238E27FC236}">
                <a16:creationId xmlns:a16="http://schemas.microsoft.com/office/drawing/2014/main" id="{44156569-9024-5406-E4C9-06CDBE4A126E}"/>
              </a:ext>
            </a:extLst>
          </p:cNvPr>
          <p:cNvSpPr/>
          <p:nvPr/>
        </p:nvSpPr>
        <p:spPr>
          <a:xfrm rot="16200000">
            <a:off x="318467" y="2174812"/>
            <a:ext cx="98120" cy="51371"/>
          </a:xfrm>
          <a:custGeom>
            <a:avLst/>
            <a:gdLst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277281 w 503933"/>
              <a:gd name="csY3" fmla="*/ 180027 h 180027"/>
              <a:gd name="csX4" fmla="*/ 0 w 503933"/>
              <a:gd name="csY4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9552"/>
              <a:gd name="csX1" fmla="*/ 251967 w 503933"/>
              <a:gd name="csY1" fmla="*/ 0 h 189552"/>
              <a:gd name="csX2" fmla="*/ 503933 w 503933"/>
              <a:gd name="csY2" fmla="*/ 180027 h 189552"/>
              <a:gd name="csX3" fmla="*/ 340781 w 503933"/>
              <a:gd name="csY3" fmla="*/ 189552 h 189552"/>
              <a:gd name="csX4" fmla="*/ 0 w 503933"/>
              <a:gd name="csY4" fmla="*/ 180027 h 189552"/>
              <a:gd name="csX0" fmla="*/ 340781 w 503933"/>
              <a:gd name="csY0" fmla="*/ 189552 h 280992"/>
              <a:gd name="csX1" fmla="*/ 0 w 503933"/>
              <a:gd name="csY1" fmla="*/ 180027 h 280992"/>
              <a:gd name="csX2" fmla="*/ 251967 w 503933"/>
              <a:gd name="csY2" fmla="*/ 0 h 280992"/>
              <a:gd name="csX3" fmla="*/ 503933 w 503933"/>
              <a:gd name="csY3" fmla="*/ 180027 h 280992"/>
              <a:gd name="csX4" fmla="*/ 432221 w 503933"/>
              <a:gd name="csY4" fmla="*/ 280992 h 280992"/>
              <a:gd name="csX0" fmla="*/ 340781 w 503933"/>
              <a:gd name="csY0" fmla="*/ 189552 h 189552"/>
              <a:gd name="csX1" fmla="*/ 0 w 503933"/>
              <a:gd name="csY1" fmla="*/ 180027 h 189552"/>
              <a:gd name="csX2" fmla="*/ 251967 w 503933"/>
              <a:gd name="csY2" fmla="*/ 0 h 189552"/>
              <a:gd name="csX3" fmla="*/ 503933 w 503933"/>
              <a:gd name="csY3" fmla="*/ 180027 h 189552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3933" h="180027">
                <a:moveTo>
                  <a:pt x="0" y="180027"/>
                </a:moveTo>
                <a:lnTo>
                  <a:pt x="251967" y="0"/>
                </a:lnTo>
                <a:lnTo>
                  <a:pt x="503933" y="180027"/>
                </a:lnTo>
              </a:path>
            </a:pathLst>
          </a:custGeom>
          <a:noFill/>
          <a:ln w="25400" cap="flat">
            <a:solidFill>
              <a:schemeClr val="tx1">
                <a:lumMod val="95000"/>
                <a:lumOff val="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19" name="이등변 삼각형 76">
            <a:extLst>
              <a:ext uri="{FF2B5EF4-FFF2-40B4-BE49-F238E27FC236}">
                <a16:creationId xmlns:a16="http://schemas.microsoft.com/office/drawing/2014/main" id="{5744D75B-E712-369F-F3B0-BDFBD3E7629A}"/>
              </a:ext>
            </a:extLst>
          </p:cNvPr>
          <p:cNvSpPr/>
          <p:nvPr/>
        </p:nvSpPr>
        <p:spPr>
          <a:xfrm rot="5400000">
            <a:off x="3002888" y="2174812"/>
            <a:ext cx="98120" cy="51371"/>
          </a:xfrm>
          <a:custGeom>
            <a:avLst/>
            <a:gdLst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277281 w 503933"/>
              <a:gd name="csY3" fmla="*/ 180027 h 180027"/>
              <a:gd name="csX4" fmla="*/ 0 w 503933"/>
              <a:gd name="csY4" fmla="*/ 180027 h 180027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  <a:gd name="csX3" fmla="*/ 0 w 503933"/>
              <a:gd name="csY3" fmla="*/ 180027 h 180027"/>
              <a:gd name="csX0" fmla="*/ 0 w 503933"/>
              <a:gd name="csY0" fmla="*/ 180027 h 189552"/>
              <a:gd name="csX1" fmla="*/ 251967 w 503933"/>
              <a:gd name="csY1" fmla="*/ 0 h 189552"/>
              <a:gd name="csX2" fmla="*/ 503933 w 503933"/>
              <a:gd name="csY2" fmla="*/ 180027 h 189552"/>
              <a:gd name="csX3" fmla="*/ 340781 w 503933"/>
              <a:gd name="csY3" fmla="*/ 189552 h 189552"/>
              <a:gd name="csX4" fmla="*/ 0 w 503933"/>
              <a:gd name="csY4" fmla="*/ 180027 h 189552"/>
              <a:gd name="csX0" fmla="*/ 340781 w 503933"/>
              <a:gd name="csY0" fmla="*/ 189552 h 280992"/>
              <a:gd name="csX1" fmla="*/ 0 w 503933"/>
              <a:gd name="csY1" fmla="*/ 180027 h 280992"/>
              <a:gd name="csX2" fmla="*/ 251967 w 503933"/>
              <a:gd name="csY2" fmla="*/ 0 h 280992"/>
              <a:gd name="csX3" fmla="*/ 503933 w 503933"/>
              <a:gd name="csY3" fmla="*/ 180027 h 280992"/>
              <a:gd name="csX4" fmla="*/ 432221 w 503933"/>
              <a:gd name="csY4" fmla="*/ 280992 h 280992"/>
              <a:gd name="csX0" fmla="*/ 340781 w 503933"/>
              <a:gd name="csY0" fmla="*/ 189552 h 189552"/>
              <a:gd name="csX1" fmla="*/ 0 w 503933"/>
              <a:gd name="csY1" fmla="*/ 180027 h 189552"/>
              <a:gd name="csX2" fmla="*/ 251967 w 503933"/>
              <a:gd name="csY2" fmla="*/ 0 h 189552"/>
              <a:gd name="csX3" fmla="*/ 503933 w 503933"/>
              <a:gd name="csY3" fmla="*/ 180027 h 189552"/>
              <a:gd name="csX0" fmla="*/ 0 w 503933"/>
              <a:gd name="csY0" fmla="*/ 180027 h 180027"/>
              <a:gd name="csX1" fmla="*/ 251967 w 503933"/>
              <a:gd name="csY1" fmla="*/ 0 h 180027"/>
              <a:gd name="csX2" fmla="*/ 503933 w 503933"/>
              <a:gd name="csY2" fmla="*/ 180027 h 1800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3933" h="180027">
                <a:moveTo>
                  <a:pt x="0" y="180027"/>
                </a:moveTo>
                <a:lnTo>
                  <a:pt x="251967" y="0"/>
                </a:lnTo>
                <a:lnTo>
                  <a:pt x="503933" y="180027"/>
                </a:lnTo>
              </a:path>
            </a:pathLst>
          </a:custGeom>
          <a:noFill/>
          <a:ln w="25400" cap="flat">
            <a:solidFill>
              <a:schemeClr val="tx1">
                <a:lumMod val="95000"/>
                <a:lumOff val="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CCE549-3CB3-8780-E0B0-61925F03361D}"/>
              </a:ext>
            </a:extLst>
          </p:cNvPr>
          <p:cNvSpPr txBox="1"/>
          <p:nvPr/>
        </p:nvSpPr>
        <p:spPr>
          <a:xfrm>
            <a:off x="7937" y="1862600"/>
            <a:ext cx="5908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화살표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10x20dp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B6E4E8-19B7-3954-EB78-D17264D0B77C}"/>
              </a:ext>
            </a:extLst>
          </p:cNvPr>
          <p:cNvSpPr txBox="1"/>
          <p:nvPr/>
        </p:nvSpPr>
        <p:spPr>
          <a:xfrm>
            <a:off x="1151467" y="2020547"/>
            <a:ext cx="11165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2026.01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72B006-6DD7-75DD-3630-EDB137909D77}"/>
              </a:ext>
            </a:extLst>
          </p:cNvPr>
          <p:cNvSpPr txBox="1"/>
          <p:nvPr/>
        </p:nvSpPr>
        <p:spPr>
          <a:xfrm>
            <a:off x="1045726" y="1814013"/>
            <a:ext cx="590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5B4B19-819F-5DE8-6D57-36B4A70AFE1D}"/>
              </a:ext>
            </a:extLst>
          </p:cNvPr>
          <p:cNvSpPr txBox="1"/>
          <p:nvPr/>
        </p:nvSpPr>
        <p:spPr>
          <a:xfrm>
            <a:off x="728226" y="1906346"/>
            <a:ext cx="590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77C6C69-FA92-4B16-9E1A-D5521525E84C}"/>
              </a:ext>
            </a:extLst>
          </p:cNvPr>
          <p:cNvSpPr/>
          <p:nvPr/>
        </p:nvSpPr>
        <p:spPr>
          <a:xfrm>
            <a:off x="1636354" y="4116784"/>
            <a:ext cx="143600" cy="143600"/>
          </a:xfrm>
          <a:prstGeom prst="ellipse">
            <a:avLst/>
          </a:prstGeom>
          <a:solidFill>
            <a:srgbClr val="CFC0B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7C4939B-47E6-1196-9953-CDA921E719D3}"/>
              </a:ext>
            </a:extLst>
          </p:cNvPr>
          <p:cNvSpPr/>
          <p:nvPr/>
        </p:nvSpPr>
        <p:spPr>
          <a:xfrm>
            <a:off x="1272120" y="4285369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447ADD8-C8F9-7C37-EBC1-6B793F8528D6}"/>
              </a:ext>
            </a:extLst>
          </p:cNvPr>
          <p:cNvSpPr/>
          <p:nvPr/>
        </p:nvSpPr>
        <p:spPr>
          <a:xfrm>
            <a:off x="1696349" y="4285369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7582E0F-0E99-19BB-E6BD-52F456E4AAD6}"/>
              </a:ext>
            </a:extLst>
          </p:cNvPr>
          <p:cNvSpPr/>
          <p:nvPr/>
        </p:nvSpPr>
        <p:spPr>
          <a:xfrm>
            <a:off x="2103730" y="3756199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85A2FEF-6248-BE2C-3D1A-C505E649E412}"/>
              </a:ext>
            </a:extLst>
          </p:cNvPr>
          <p:cNvSpPr/>
          <p:nvPr/>
        </p:nvSpPr>
        <p:spPr>
          <a:xfrm>
            <a:off x="1694766" y="3756199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AE47C14-A37A-8BE3-CD81-00D4C0A9B0ED}"/>
              </a:ext>
            </a:extLst>
          </p:cNvPr>
          <p:cNvSpPr/>
          <p:nvPr/>
        </p:nvSpPr>
        <p:spPr>
          <a:xfrm>
            <a:off x="846159" y="3756199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47B4D61-162E-F8E4-EC79-6D2C8FA9B970}"/>
              </a:ext>
            </a:extLst>
          </p:cNvPr>
          <p:cNvSpPr/>
          <p:nvPr/>
        </p:nvSpPr>
        <p:spPr>
          <a:xfrm>
            <a:off x="1272120" y="4015798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97F0155-F4DC-A2DD-8F6B-E3D05E0F1ABD}"/>
              </a:ext>
            </a:extLst>
          </p:cNvPr>
          <p:cNvSpPr/>
          <p:nvPr/>
        </p:nvSpPr>
        <p:spPr>
          <a:xfrm>
            <a:off x="1690204" y="4015798"/>
            <a:ext cx="35900" cy="35900"/>
          </a:xfrm>
          <a:prstGeom prst="ellipse">
            <a:avLst/>
          </a:prstGeom>
          <a:solidFill>
            <a:srgbClr val="ABBCA9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EA8331-5208-E976-0AE7-812F8B6ABA32}"/>
              </a:ext>
            </a:extLst>
          </p:cNvPr>
          <p:cNvSpPr txBox="1"/>
          <p:nvPr/>
        </p:nvSpPr>
        <p:spPr>
          <a:xfrm>
            <a:off x="273240" y="2944961"/>
            <a:ext cx="5908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요일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074150-47F0-742D-E44F-1544EF54A945}"/>
              </a:ext>
            </a:extLst>
          </p:cNvPr>
          <p:cNvSpPr txBox="1"/>
          <p:nvPr/>
        </p:nvSpPr>
        <p:spPr>
          <a:xfrm>
            <a:off x="255290" y="3456914"/>
            <a:ext cx="5908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일자 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21sp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7A154EE-914A-74EE-A0DD-90D6E10150F3}"/>
              </a:ext>
            </a:extLst>
          </p:cNvPr>
          <p:cNvGrpSpPr/>
          <p:nvPr/>
        </p:nvGrpSpPr>
        <p:grpSpPr>
          <a:xfrm>
            <a:off x="2967924" y="410231"/>
            <a:ext cx="144953" cy="156465"/>
            <a:chOff x="2967924" y="410231"/>
            <a:chExt cx="144953" cy="156465"/>
          </a:xfrm>
        </p:grpSpPr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AADD1BEF-EAD5-B56E-D136-488861BC76E8}"/>
                </a:ext>
              </a:extLst>
            </p:cNvPr>
            <p:cNvCxnSpPr>
              <a:cxnSpLocks/>
            </p:cNvCxnSpPr>
            <p:nvPr/>
          </p:nvCxnSpPr>
          <p:spPr>
            <a:xfrm>
              <a:off x="2969018" y="566696"/>
              <a:ext cx="77508" cy="0"/>
            </a:xfrm>
            <a:prstGeom prst="line">
              <a:avLst/>
            </a:prstGeom>
            <a:noFill/>
            <a:ln w="15875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4CFCAC7A-4D65-555A-27D6-F2E696E7FC05}"/>
                </a:ext>
              </a:extLst>
            </p:cNvPr>
            <p:cNvSpPr/>
            <p:nvPr/>
          </p:nvSpPr>
          <p:spPr>
            <a:xfrm>
              <a:off x="2967924" y="410231"/>
              <a:ext cx="144953" cy="144929"/>
            </a:xfrm>
            <a:custGeom>
              <a:avLst/>
              <a:gdLst>
                <a:gd name="csX0" fmla="*/ 161925 w 658177"/>
                <a:gd name="csY0" fmla="*/ 497205 h 658177"/>
                <a:gd name="csX1" fmla="*/ 161925 w 658177"/>
                <a:gd name="csY1" fmla="*/ 564833 h 658177"/>
                <a:gd name="csX2" fmla="*/ 80963 w 658177"/>
                <a:gd name="csY2" fmla="*/ 591503 h 658177"/>
                <a:gd name="csX3" fmla="*/ 66675 w 658177"/>
                <a:gd name="csY3" fmla="*/ 577215 h 658177"/>
                <a:gd name="csX4" fmla="*/ 93345 w 658177"/>
                <a:gd name="csY4" fmla="*/ 496253 h 658177"/>
                <a:gd name="csX5" fmla="*/ 161925 w 658177"/>
                <a:gd name="csY5" fmla="*/ 497205 h 658177"/>
                <a:gd name="csX6" fmla="*/ 536258 w 658177"/>
                <a:gd name="csY6" fmla="*/ 0 h 658177"/>
                <a:gd name="csX7" fmla="*/ 60008 w 658177"/>
                <a:gd name="csY7" fmla="*/ 477203 h 658177"/>
                <a:gd name="csX8" fmla="*/ 0 w 658177"/>
                <a:gd name="csY8" fmla="*/ 658178 h 658177"/>
                <a:gd name="csX9" fmla="*/ 181928 w 658177"/>
                <a:gd name="csY9" fmla="*/ 598170 h 658177"/>
                <a:gd name="csX10" fmla="*/ 658178 w 658177"/>
                <a:gd name="csY10" fmla="*/ 121920 h 6581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658177" h="658177">
                  <a:moveTo>
                    <a:pt x="161925" y="497205"/>
                  </a:moveTo>
                  <a:cubicBezTo>
                    <a:pt x="180975" y="516255"/>
                    <a:pt x="180975" y="545783"/>
                    <a:pt x="161925" y="564833"/>
                  </a:cubicBezTo>
                  <a:lnTo>
                    <a:pt x="80963" y="591503"/>
                  </a:lnTo>
                  <a:lnTo>
                    <a:pt x="66675" y="577215"/>
                  </a:lnTo>
                  <a:lnTo>
                    <a:pt x="93345" y="496253"/>
                  </a:lnTo>
                  <a:cubicBezTo>
                    <a:pt x="113348" y="478155"/>
                    <a:pt x="142875" y="478155"/>
                    <a:pt x="161925" y="497205"/>
                  </a:cubicBezTo>
                  <a:close/>
                  <a:moveTo>
                    <a:pt x="536258" y="0"/>
                  </a:moveTo>
                  <a:lnTo>
                    <a:pt x="60008" y="477203"/>
                  </a:lnTo>
                  <a:lnTo>
                    <a:pt x="0" y="658178"/>
                  </a:lnTo>
                  <a:lnTo>
                    <a:pt x="181928" y="598170"/>
                  </a:lnTo>
                  <a:lnTo>
                    <a:pt x="658178" y="121920"/>
                  </a:lnTo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387"/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BC82DD5-651C-B4A1-AA83-A64A172A6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295965"/>
              </p:ext>
            </p:extLst>
          </p:nvPr>
        </p:nvGraphicFramePr>
        <p:xfrm>
          <a:off x="248880" y="3063003"/>
          <a:ext cx="2921716" cy="17385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88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417388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417388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417388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417388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417388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417388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2562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247041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247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247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247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8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2470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247041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5EB9D1C4-015F-68A7-F412-F04DC3FEACB6}"/>
              </a:ext>
            </a:extLst>
          </p:cNvPr>
          <p:cNvGrpSpPr/>
          <p:nvPr/>
        </p:nvGrpSpPr>
        <p:grpSpPr>
          <a:xfrm>
            <a:off x="2479854" y="1705317"/>
            <a:ext cx="614108" cy="180000"/>
            <a:chOff x="2479854" y="1705317"/>
            <a:chExt cx="614108" cy="18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5FA6C75-3070-66F5-2F6B-7D6DD548D4DD}"/>
                </a:ext>
              </a:extLst>
            </p:cNvPr>
            <p:cNvSpPr/>
            <p:nvPr/>
          </p:nvSpPr>
          <p:spPr>
            <a:xfrm>
              <a:off x="2913962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47A0337-0B4D-EE7C-3FB8-E27F97CB94DD}"/>
                </a:ext>
              </a:extLst>
            </p:cNvPr>
            <p:cNvSpPr/>
            <p:nvPr/>
          </p:nvSpPr>
          <p:spPr>
            <a:xfrm>
              <a:off x="2696908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534102A4-9D1B-0CE3-5999-B2F55D723E70}"/>
                </a:ext>
              </a:extLst>
            </p:cNvPr>
            <p:cNvSpPr/>
            <p:nvPr/>
          </p:nvSpPr>
          <p:spPr>
            <a:xfrm>
              <a:off x="2479854" y="1705317"/>
              <a:ext cx="180000" cy="18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4936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FFBBEB-3BC4-C488-52D9-2CBD2421069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89150" y="2662354"/>
            <a:ext cx="379387" cy="526641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6BE16D3-B366-8045-776F-6ECDB7689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622837"/>
              </p:ext>
            </p:extLst>
          </p:nvPr>
        </p:nvGraphicFramePr>
        <p:xfrm>
          <a:off x="341842" y="1453663"/>
          <a:ext cx="2735789" cy="3323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827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390827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390827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390827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390827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390827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390827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1532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528312"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5283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5283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5283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52831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5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528312"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5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08F9B3A-FF60-B994-5ED7-EC56E28A0752}"/>
              </a:ext>
            </a:extLst>
          </p:cNvPr>
          <p:cNvSpPr txBox="1"/>
          <p:nvPr/>
        </p:nvSpPr>
        <p:spPr>
          <a:xfrm>
            <a:off x="846160" y="692495"/>
            <a:ext cx="17271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B077D3-4990-5267-FB23-DA40C2E0B6E4}"/>
              </a:ext>
            </a:extLst>
          </p:cNvPr>
          <p:cNvSpPr txBox="1"/>
          <p:nvPr/>
        </p:nvSpPr>
        <p:spPr>
          <a:xfrm>
            <a:off x="846160" y="685101"/>
            <a:ext cx="1727156" cy="245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97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997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B9779E5-B85E-2A33-DD8D-54C922063441}"/>
              </a:ext>
            </a:extLst>
          </p:cNvPr>
          <p:cNvSpPr/>
          <p:nvPr/>
        </p:nvSpPr>
        <p:spPr>
          <a:xfrm>
            <a:off x="2299934" y="3114587"/>
            <a:ext cx="53850" cy="53850"/>
          </a:xfrm>
          <a:prstGeom prst="ellipse">
            <a:avLst/>
          </a:prstGeom>
          <a:solidFill>
            <a:srgbClr val="1E2D4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499" dirty="0">
              <a:solidFill>
                <a:srgbClr val="FAF8F4"/>
              </a:solidFill>
              <a:latin typeface="Cavorting" panose="000B05040000000000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9EA5B4-9875-09A3-4A64-800B3DB926FF}"/>
              </a:ext>
            </a:extLst>
          </p:cNvPr>
          <p:cNvSpPr txBox="1"/>
          <p:nvPr/>
        </p:nvSpPr>
        <p:spPr>
          <a:xfrm>
            <a:off x="1045726" y="635800"/>
            <a:ext cx="590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1AC4F2-A983-6C56-6D6F-A9054C96ED7A}"/>
              </a:ext>
            </a:extLst>
          </p:cNvPr>
          <p:cNvSpPr txBox="1"/>
          <p:nvPr/>
        </p:nvSpPr>
        <p:spPr>
          <a:xfrm>
            <a:off x="728226" y="728133"/>
            <a:ext cx="590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886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FCB2E-E07C-A97F-6DD7-8BBDADDE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357D4F-F1FD-F143-45EB-A6854AD5A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88526" y="0"/>
            <a:ext cx="4396528" cy="5407025"/>
          </a:xfrm>
          <a:custGeom>
            <a:avLst/>
            <a:gdLst>
              <a:gd name="csX0" fmla="*/ 0 w 4396528"/>
              <a:gd name="csY0" fmla="*/ 0 h 5407025"/>
              <a:gd name="csX1" fmla="*/ 584110 w 4396528"/>
              <a:gd name="csY1" fmla="*/ 0 h 5407025"/>
              <a:gd name="csX2" fmla="*/ 1080290 w 4396528"/>
              <a:gd name="csY2" fmla="*/ 0 h 5407025"/>
              <a:gd name="csX3" fmla="*/ 1796296 w 4396528"/>
              <a:gd name="csY3" fmla="*/ 0 h 5407025"/>
              <a:gd name="csX4" fmla="*/ 2380406 w 4396528"/>
              <a:gd name="csY4" fmla="*/ 0 h 5407025"/>
              <a:gd name="csX5" fmla="*/ 2964516 w 4396528"/>
              <a:gd name="csY5" fmla="*/ 0 h 5407025"/>
              <a:gd name="csX6" fmla="*/ 3680522 w 4396528"/>
              <a:gd name="csY6" fmla="*/ 0 h 5407025"/>
              <a:gd name="csX7" fmla="*/ 4396528 w 4396528"/>
              <a:gd name="csY7" fmla="*/ 0 h 5407025"/>
              <a:gd name="csX8" fmla="*/ 4396528 w 4396528"/>
              <a:gd name="csY8" fmla="*/ 784019 h 5407025"/>
              <a:gd name="csX9" fmla="*/ 4396528 w 4396528"/>
              <a:gd name="csY9" fmla="*/ 1351756 h 5407025"/>
              <a:gd name="csX10" fmla="*/ 4396528 w 4396528"/>
              <a:gd name="csY10" fmla="*/ 1919494 h 5407025"/>
              <a:gd name="csX11" fmla="*/ 4396528 w 4396528"/>
              <a:gd name="csY11" fmla="*/ 2595372 h 5407025"/>
              <a:gd name="csX12" fmla="*/ 4396528 w 4396528"/>
              <a:gd name="csY12" fmla="*/ 3325320 h 5407025"/>
              <a:gd name="csX13" fmla="*/ 4396528 w 4396528"/>
              <a:gd name="csY13" fmla="*/ 3838988 h 5407025"/>
              <a:gd name="csX14" fmla="*/ 4396528 w 4396528"/>
              <a:gd name="csY14" fmla="*/ 4514866 h 5407025"/>
              <a:gd name="csX15" fmla="*/ 4396528 w 4396528"/>
              <a:gd name="csY15" fmla="*/ 5407025 h 5407025"/>
              <a:gd name="csX16" fmla="*/ 3768453 w 4396528"/>
              <a:gd name="csY16" fmla="*/ 5407025 h 5407025"/>
              <a:gd name="csX17" fmla="*/ 3052447 w 4396528"/>
              <a:gd name="csY17" fmla="*/ 5407025 h 5407025"/>
              <a:gd name="csX18" fmla="*/ 2424371 w 4396528"/>
              <a:gd name="csY18" fmla="*/ 5407025 h 5407025"/>
              <a:gd name="csX19" fmla="*/ 1928192 w 4396528"/>
              <a:gd name="csY19" fmla="*/ 5407025 h 5407025"/>
              <a:gd name="csX20" fmla="*/ 1388047 w 4396528"/>
              <a:gd name="csY20" fmla="*/ 5407025 h 5407025"/>
              <a:gd name="csX21" fmla="*/ 672041 w 4396528"/>
              <a:gd name="csY21" fmla="*/ 5407025 h 5407025"/>
              <a:gd name="csX22" fmla="*/ 0 w 4396528"/>
              <a:gd name="csY22" fmla="*/ 5407025 h 5407025"/>
              <a:gd name="csX23" fmla="*/ 0 w 4396528"/>
              <a:gd name="csY23" fmla="*/ 4839287 h 5407025"/>
              <a:gd name="csX24" fmla="*/ 0 w 4396528"/>
              <a:gd name="csY24" fmla="*/ 4217480 h 5407025"/>
              <a:gd name="csX25" fmla="*/ 0 w 4396528"/>
              <a:gd name="csY25" fmla="*/ 3703812 h 5407025"/>
              <a:gd name="csX26" fmla="*/ 0 w 4396528"/>
              <a:gd name="csY26" fmla="*/ 3190145 h 5407025"/>
              <a:gd name="csX27" fmla="*/ 0 w 4396528"/>
              <a:gd name="csY27" fmla="*/ 2460196 h 5407025"/>
              <a:gd name="csX28" fmla="*/ 0 w 4396528"/>
              <a:gd name="csY28" fmla="*/ 1892459 h 5407025"/>
              <a:gd name="csX29" fmla="*/ 0 w 4396528"/>
              <a:gd name="csY29" fmla="*/ 1108440 h 5407025"/>
              <a:gd name="csX30" fmla="*/ 0 w 4396528"/>
              <a:gd name="csY30" fmla="*/ 0 h 54070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4396528" h="5407025" extrusionOk="0">
                <a:moveTo>
                  <a:pt x="0" y="0"/>
                </a:moveTo>
                <a:cubicBezTo>
                  <a:pt x="199387" y="-9717"/>
                  <a:pt x="352077" y="-26726"/>
                  <a:pt x="584110" y="0"/>
                </a:cubicBezTo>
                <a:cubicBezTo>
                  <a:pt x="816143" y="26726"/>
                  <a:pt x="866678" y="13216"/>
                  <a:pt x="1080290" y="0"/>
                </a:cubicBezTo>
                <a:cubicBezTo>
                  <a:pt x="1293902" y="-13216"/>
                  <a:pt x="1468940" y="-17828"/>
                  <a:pt x="1796296" y="0"/>
                </a:cubicBezTo>
                <a:cubicBezTo>
                  <a:pt x="2123652" y="17828"/>
                  <a:pt x="2254424" y="-28606"/>
                  <a:pt x="2380406" y="0"/>
                </a:cubicBezTo>
                <a:cubicBezTo>
                  <a:pt x="2506388" y="28606"/>
                  <a:pt x="2786229" y="22307"/>
                  <a:pt x="2964516" y="0"/>
                </a:cubicBezTo>
                <a:cubicBezTo>
                  <a:pt x="3142803" y="-22307"/>
                  <a:pt x="3407051" y="-14342"/>
                  <a:pt x="3680522" y="0"/>
                </a:cubicBezTo>
                <a:cubicBezTo>
                  <a:pt x="3953993" y="14342"/>
                  <a:pt x="4169772" y="-13741"/>
                  <a:pt x="4396528" y="0"/>
                </a:cubicBezTo>
                <a:cubicBezTo>
                  <a:pt x="4398400" y="291638"/>
                  <a:pt x="4395664" y="434695"/>
                  <a:pt x="4396528" y="784019"/>
                </a:cubicBezTo>
                <a:cubicBezTo>
                  <a:pt x="4397392" y="1133343"/>
                  <a:pt x="4372244" y="1088967"/>
                  <a:pt x="4396528" y="1351756"/>
                </a:cubicBezTo>
                <a:cubicBezTo>
                  <a:pt x="4420812" y="1614545"/>
                  <a:pt x="4390276" y="1663018"/>
                  <a:pt x="4396528" y="1919494"/>
                </a:cubicBezTo>
                <a:cubicBezTo>
                  <a:pt x="4402780" y="2175970"/>
                  <a:pt x="4385056" y="2434382"/>
                  <a:pt x="4396528" y="2595372"/>
                </a:cubicBezTo>
                <a:cubicBezTo>
                  <a:pt x="4408000" y="2756362"/>
                  <a:pt x="4404454" y="3033816"/>
                  <a:pt x="4396528" y="3325320"/>
                </a:cubicBezTo>
                <a:cubicBezTo>
                  <a:pt x="4388602" y="3616824"/>
                  <a:pt x="4401088" y="3678696"/>
                  <a:pt x="4396528" y="3838988"/>
                </a:cubicBezTo>
                <a:cubicBezTo>
                  <a:pt x="4391968" y="3999280"/>
                  <a:pt x="4404953" y="4213411"/>
                  <a:pt x="4396528" y="4514866"/>
                </a:cubicBezTo>
                <a:cubicBezTo>
                  <a:pt x="4388103" y="4816321"/>
                  <a:pt x="4412755" y="5017982"/>
                  <a:pt x="4396528" y="5407025"/>
                </a:cubicBezTo>
                <a:cubicBezTo>
                  <a:pt x="4093586" y="5404357"/>
                  <a:pt x="4053611" y="5390738"/>
                  <a:pt x="3768453" y="5407025"/>
                </a:cubicBezTo>
                <a:cubicBezTo>
                  <a:pt x="3483295" y="5423312"/>
                  <a:pt x="3407222" y="5403134"/>
                  <a:pt x="3052447" y="5407025"/>
                </a:cubicBezTo>
                <a:cubicBezTo>
                  <a:pt x="2697672" y="5410916"/>
                  <a:pt x="2629087" y="5381754"/>
                  <a:pt x="2424371" y="5407025"/>
                </a:cubicBezTo>
                <a:cubicBezTo>
                  <a:pt x="2219655" y="5432296"/>
                  <a:pt x="2108012" y="5422800"/>
                  <a:pt x="1928192" y="5407025"/>
                </a:cubicBezTo>
                <a:cubicBezTo>
                  <a:pt x="1748372" y="5391250"/>
                  <a:pt x="1643634" y="5402605"/>
                  <a:pt x="1388047" y="5407025"/>
                </a:cubicBezTo>
                <a:cubicBezTo>
                  <a:pt x="1132460" y="5411445"/>
                  <a:pt x="961500" y="5395248"/>
                  <a:pt x="672041" y="5407025"/>
                </a:cubicBezTo>
                <a:cubicBezTo>
                  <a:pt x="382582" y="5418802"/>
                  <a:pt x="241483" y="5377249"/>
                  <a:pt x="0" y="5407025"/>
                </a:cubicBezTo>
                <a:cubicBezTo>
                  <a:pt x="-22998" y="5217009"/>
                  <a:pt x="-19693" y="5120871"/>
                  <a:pt x="0" y="4839287"/>
                </a:cubicBezTo>
                <a:cubicBezTo>
                  <a:pt x="19693" y="4557703"/>
                  <a:pt x="-1297" y="4386125"/>
                  <a:pt x="0" y="4217480"/>
                </a:cubicBezTo>
                <a:cubicBezTo>
                  <a:pt x="1297" y="4048835"/>
                  <a:pt x="-3427" y="3848657"/>
                  <a:pt x="0" y="3703812"/>
                </a:cubicBezTo>
                <a:cubicBezTo>
                  <a:pt x="3427" y="3558967"/>
                  <a:pt x="-14410" y="3331066"/>
                  <a:pt x="0" y="3190145"/>
                </a:cubicBezTo>
                <a:cubicBezTo>
                  <a:pt x="14410" y="3049224"/>
                  <a:pt x="-8689" y="2685505"/>
                  <a:pt x="0" y="2460196"/>
                </a:cubicBezTo>
                <a:cubicBezTo>
                  <a:pt x="8689" y="2234887"/>
                  <a:pt x="10797" y="2130531"/>
                  <a:pt x="0" y="1892459"/>
                </a:cubicBezTo>
                <a:cubicBezTo>
                  <a:pt x="-10797" y="1654387"/>
                  <a:pt x="-11648" y="1294487"/>
                  <a:pt x="0" y="1108440"/>
                </a:cubicBezTo>
                <a:cubicBezTo>
                  <a:pt x="11648" y="922393"/>
                  <a:pt x="-46567" y="438342"/>
                  <a:pt x="0" y="0"/>
                </a:cubicBezTo>
                <a:close/>
              </a:path>
            </a:pathLst>
          </a:custGeom>
          <a:noFill/>
          <a:ln w="2540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F697C8-582A-11F4-8F2C-9D03C2AB31C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909"/>
            <a:ext cx="3419475" cy="267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3029A0-8D92-AC81-AAB4-EC58F347F15C}"/>
              </a:ext>
            </a:extLst>
          </p:cNvPr>
          <p:cNvSpPr txBox="1"/>
          <p:nvPr/>
        </p:nvSpPr>
        <p:spPr>
          <a:xfrm>
            <a:off x="770254" y="3590280"/>
            <a:ext cx="18789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일자 클릭하면</a:t>
            </a:r>
            <a:endParaRPr lang="en-US" altLang="ko-KR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해당일자 스케치 보기</a:t>
            </a:r>
            <a:b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수정불가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캔버스 확대 축소 가능</a:t>
            </a:r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C384A4F-0966-549C-9CAC-D26368CE5EBD}"/>
              </a:ext>
            </a:extLst>
          </p:cNvPr>
          <p:cNvGrpSpPr/>
          <p:nvPr/>
        </p:nvGrpSpPr>
        <p:grpSpPr>
          <a:xfrm>
            <a:off x="2916344" y="4548167"/>
            <a:ext cx="324000" cy="324000"/>
            <a:chOff x="2916344" y="4548167"/>
            <a:chExt cx="324000" cy="32400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04DC9836-B9F3-362B-7D47-122CD37AC1E4}"/>
                </a:ext>
              </a:extLst>
            </p:cNvPr>
            <p:cNvSpPr/>
            <p:nvPr/>
          </p:nvSpPr>
          <p:spPr>
            <a:xfrm>
              <a:off x="2916344" y="4548167"/>
              <a:ext cx="324000" cy="32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C442D43E-F1C7-0648-4677-C1065044BE39}"/>
                </a:ext>
              </a:extLst>
            </p:cNvPr>
            <p:cNvGrpSpPr/>
            <p:nvPr/>
          </p:nvGrpSpPr>
          <p:grpSpPr>
            <a:xfrm>
              <a:off x="2988344" y="4620170"/>
              <a:ext cx="180000" cy="165184"/>
              <a:chOff x="4441555" y="533109"/>
              <a:chExt cx="97790" cy="96614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266806CC-22A9-F498-CB47-7B0C45B016F6}"/>
                  </a:ext>
                </a:extLst>
              </p:cNvPr>
              <p:cNvGrpSpPr/>
              <p:nvPr/>
            </p:nvGrpSpPr>
            <p:grpSpPr>
              <a:xfrm rot="10800000">
                <a:off x="4457040" y="533109"/>
                <a:ext cx="66820" cy="72060"/>
                <a:chOff x="4457040" y="533109"/>
                <a:chExt cx="66820" cy="72060"/>
              </a:xfrm>
            </p:grpSpPr>
            <p:sp>
              <p:nvSpPr>
                <p:cNvPr id="22" name="이등변 삼각형 76">
                  <a:extLst>
                    <a:ext uri="{FF2B5EF4-FFF2-40B4-BE49-F238E27FC236}">
                      <a16:creationId xmlns:a16="http://schemas.microsoft.com/office/drawing/2014/main" id="{576FF829-62C9-D209-7974-1BDEE168CB03}"/>
                    </a:ext>
                  </a:extLst>
                </p:cNvPr>
                <p:cNvSpPr/>
                <p:nvPr/>
              </p:nvSpPr>
              <p:spPr>
                <a:xfrm>
                  <a:off x="4457040" y="533109"/>
                  <a:ext cx="66820" cy="34984"/>
                </a:xfrm>
                <a:custGeom>
                  <a:avLst/>
                  <a:gdLst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277281 w 503933"/>
                    <a:gd name="csY3" fmla="*/ 180027 h 180027"/>
                    <a:gd name="csX4" fmla="*/ 0 w 503933"/>
                    <a:gd name="csY4" fmla="*/ 180027 h 180027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  <a:gd name="csX3" fmla="*/ 0 w 503933"/>
                    <a:gd name="csY3" fmla="*/ 180027 h 180027"/>
                    <a:gd name="csX0" fmla="*/ 0 w 503933"/>
                    <a:gd name="csY0" fmla="*/ 180027 h 189552"/>
                    <a:gd name="csX1" fmla="*/ 251967 w 503933"/>
                    <a:gd name="csY1" fmla="*/ 0 h 189552"/>
                    <a:gd name="csX2" fmla="*/ 503933 w 503933"/>
                    <a:gd name="csY2" fmla="*/ 180027 h 189552"/>
                    <a:gd name="csX3" fmla="*/ 340781 w 503933"/>
                    <a:gd name="csY3" fmla="*/ 189552 h 189552"/>
                    <a:gd name="csX4" fmla="*/ 0 w 503933"/>
                    <a:gd name="csY4" fmla="*/ 180027 h 189552"/>
                    <a:gd name="csX0" fmla="*/ 340781 w 503933"/>
                    <a:gd name="csY0" fmla="*/ 189552 h 280992"/>
                    <a:gd name="csX1" fmla="*/ 0 w 503933"/>
                    <a:gd name="csY1" fmla="*/ 180027 h 280992"/>
                    <a:gd name="csX2" fmla="*/ 251967 w 503933"/>
                    <a:gd name="csY2" fmla="*/ 0 h 280992"/>
                    <a:gd name="csX3" fmla="*/ 503933 w 503933"/>
                    <a:gd name="csY3" fmla="*/ 180027 h 280992"/>
                    <a:gd name="csX4" fmla="*/ 432221 w 503933"/>
                    <a:gd name="csY4" fmla="*/ 280992 h 280992"/>
                    <a:gd name="csX0" fmla="*/ 340781 w 503933"/>
                    <a:gd name="csY0" fmla="*/ 189552 h 189552"/>
                    <a:gd name="csX1" fmla="*/ 0 w 503933"/>
                    <a:gd name="csY1" fmla="*/ 180027 h 189552"/>
                    <a:gd name="csX2" fmla="*/ 251967 w 503933"/>
                    <a:gd name="csY2" fmla="*/ 0 h 189552"/>
                    <a:gd name="csX3" fmla="*/ 503933 w 503933"/>
                    <a:gd name="csY3" fmla="*/ 180027 h 189552"/>
                    <a:gd name="csX0" fmla="*/ 0 w 503933"/>
                    <a:gd name="csY0" fmla="*/ 180027 h 180027"/>
                    <a:gd name="csX1" fmla="*/ 251967 w 503933"/>
                    <a:gd name="csY1" fmla="*/ 0 h 180027"/>
                    <a:gd name="csX2" fmla="*/ 503933 w 503933"/>
                    <a:gd name="csY2" fmla="*/ 180027 h 1800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503933" h="180027">
                      <a:moveTo>
                        <a:pt x="0" y="180027"/>
                      </a:moveTo>
                      <a:lnTo>
                        <a:pt x="251967" y="0"/>
                      </a:lnTo>
                      <a:lnTo>
                        <a:pt x="503933" y="180027"/>
                      </a:lnTo>
                    </a:path>
                  </a:pathLst>
                </a:custGeom>
                <a:noFill/>
                <a:ln w="254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387"/>
                </a:p>
              </p:txBody>
            </p: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5536D487-BD1C-5B0B-0A16-F003E0B5E5D1}"/>
                    </a:ext>
                  </a:extLst>
                </p:cNvPr>
                <p:cNvCxnSpPr>
                  <a:cxnSpLocks/>
                  <a:stCxn id="22" idx="1"/>
                </p:cNvCxnSpPr>
                <p:nvPr/>
              </p:nvCxnSpPr>
              <p:spPr>
                <a:xfrm>
                  <a:off x="4490450" y="533109"/>
                  <a:ext cx="0" cy="72060"/>
                </a:xfrm>
                <a:prstGeom prst="line">
                  <a:avLst/>
                </a:prstGeom>
                <a:noFill/>
                <a:ln w="254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44080040-8AB7-5BD1-2677-9817C630CB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1555" y="629723"/>
                <a:ext cx="97790" cy="0"/>
              </a:xfrm>
              <a:prstGeom prst="line">
                <a:avLst/>
              </a:prstGeom>
              <a:noFill/>
              <a:ln w="25400" cap="rnd">
                <a:solidFill>
                  <a:schemeClr val="bg1">
                    <a:lumMod val="9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F51B68B-4D21-5971-5178-FFF96EE72229}"/>
              </a:ext>
            </a:extLst>
          </p:cNvPr>
          <p:cNvSpPr txBox="1"/>
          <p:nvPr/>
        </p:nvSpPr>
        <p:spPr>
          <a:xfrm>
            <a:off x="1540509" y="4289132"/>
            <a:ext cx="18789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이미지 갤러리에 저장하기 기능 추가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659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08B31-57E1-9BCE-F0CE-A505D3B7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C00D26-FB27-0122-467C-30423137AF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3320" y="1456108"/>
            <a:ext cx="2692833" cy="3311754"/>
          </a:xfrm>
          <a:custGeom>
            <a:avLst/>
            <a:gdLst>
              <a:gd name="csX0" fmla="*/ 0 w 2692833"/>
              <a:gd name="csY0" fmla="*/ 0 h 3311754"/>
              <a:gd name="csX1" fmla="*/ 646280 w 2692833"/>
              <a:gd name="csY1" fmla="*/ 0 h 3311754"/>
              <a:gd name="csX2" fmla="*/ 1238703 w 2692833"/>
              <a:gd name="csY2" fmla="*/ 0 h 3311754"/>
              <a:gd name="csX3" fmla="*/ 1965768 w 2692833"/>
              <a:gd name="csY3" fmla="*/ 0 h 3311754"/>
              <a:gd name="csX4" fmla="*/ 2692833 w 2692833"/>
              <a:gd name="csY4" fmla="*/ 0 h 3311754"/>
              <a:gd name="csX5" fmla="*/ 2692833 w 2692833"/>
              <a:gd name="csY5" fmla="*/ 629233 h 3311754"/>
              <a:gd name="csX6" fmla="*/ 2692833 w 2692833"/>
              <a:gd name="csY6" fmla="*/ 1225349 h 3311754"/>
              <a:gd name="csX7" fmla="*/ 2692833 w 2692833"/>
              <a:gd name="csY7" fmla="*/ 1887700 h 3311754"/>
              <a:gd name="csX8" fmla="*/ 2692833 w 2692833"/>
              <a:gd name="csY8" fmla="*/ 2550051 h 3311754"/>
              <a:gd name="csX9" fmla="*/ 2692833 w 2692833"/>
              <a:gd name="csY9" fmla="*/ 3311754 h 3311754"/>
              <a:gd name="csX10" fmla="*/ 2073481 w 2692833"/>
              <a:gd name="csY10" fmla="*/ 3311754 h 3311754"/>
              <a:gd name="csX11" fmla="*/ 1400273 w 2692833"/>
              <a:gd name="csY11" fmla="*/ 3311754 h 3311754"/>
              <a:gd name="csX12" fmla="*/ 753993 w 2692833"/>
              <a:gd name="csY12" fmla="*/ 3311754 h 3311754"/>
              <a:gd name="csX13" fmla="*/ 0 w 2692833"/>
              <a:gd name="csY13" fmla="*/ 3311754 h 3311754"/>
              <a:gd name="csX14" fmla="*/ 0 w 2692833"/>
              <a:gd name="csY14" fmla="*/ 2583168 h 3311754"/>
              <a:gd name="csX15" fmla="*/ 0 w 2692833"/>
              <a:gd name="csY15" fmla="*/ 1854582 h 3311754"/>
              <a:gd name="csX16" fmla="*/ 0 w 2692833"/>
              <a:gd name="csY16" fmla="*/ 1192231 h 3311754"/>
              <a:gd name="csX17" fmla="*/ 0 w 2692833"/>
              <a:gd name="csY17" fmla="*/ 0 h 3311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2692833" h="3311754" extrusionOk="0">
                <a:moveTo>
                  <a:pt x="0" y="0"/>
                </a:moveTo>
                <a:cubicBezTo>
                  <a:pt x="227926" y="18977"/>
                  <a:pt x="504942" y="31401"/>
                  <a:pt x="646280" y="0"/>
                </a:cubicBezTo>
                <a:cubicBezTo>
                  <a:pt x="787618" y="-31401"/>
                  <a:pt x="1104283" y="22886"/>
                  <a:pt x="1238703" y="0"/>
                </a:cubicBezTo>
                <a:cubicBezTo>
                  <a:pt x="1373123" y="-22886"/>
                  <a:pt x="1766087" y="-33243"/>
                  <a:pt x="1965768" y="0"/>
                </a:cubicBezTo>
                <a:cubicBezTo>
                  <a:pt x="2165449" y="33243"/>
                  <a:pt x="2343171" y="-34396"/>
                  <a:pt x="2692833" y="0"/>
                </a:cubicBezTo>
                <a:cubicBezTo>
                  <a:pt x="2710851" y="252798"/>
                  <a:pt x="2719483" y="364925"/>
                  <a:pt x="2692833" y="629233"/>
                </a:cubicBezTo>
                <a:cubicBezTo>
                  <a:pt x="2666183" y="893541"/>
                  <a:pt x="2665922" y="1071715"/>
                  <a:pt x="2692833" y="1225349"/>
                </a:cubicBezTo>
                <a:cubicBezTo>
                  <a:pt x="2719744" y="1378983"/>
                  <a:pt x="2682781" y="1610054"/>
                  <a:pt x="2692833" y="1887700"/>
                </a:cubicBezTo>
                <a:cubicBezTo>
                  <a:pt x="2702885" y="2165346"/>
                  <a:pt x="2675727" y="2235304"/>
                  <a:pt x="2692833" y="2550051"/>
                </a:cubicBezTo>
                <a:cubicBezTo>
                  <a:pt x="2709939" y="2864798"/>
                  <a:pt x="2674851" y="2947107"/>
                  <a:pt x="2692833" y="3311754"/>
                </a:cubicBezTo>
                <a:cubicBezTo>
                  <a:pt x="2419523" y="3303792"/>
                  <a:pt x="2264353" y="3302934"/>
                  <a:pt x="2073481" y="3311754"/>
                </a:cubicBezTo>
                <a:cubicBezTo>
                  <a:pt x="1882609" y="3320574"/>
                  <a:pt x="1735772" y="3295321"/>
                  <a:pt x="1400273" y="3311754"/>
                </a:cubicBezTo>
                <a:cubicBezTo>
                  <a:pt x="1064774" y="3328187"/>
                  <a:pt x="993870" y="3287394"/>
                  <a:pt x="753993" y="3311754"/>
                </a:cubicBezTo>
                <a:cubicBezTo>
                  <a:pt x="514116" y="3336114"/>
                  <a:pt x="304181" y="3278978"/>
                  <a:pt x="0" y="3311754"/>
                </a:cubicBezTo>
                <a:cubicBezTo>
                  <a:pt x="11811" y="3155597"/>
                  <a:pt x="30763" y="2941858"/>
                  <a:pt x="0" y="2583168"/>
                </a:cubicBezTo>
                <a:cubicBezTo>
                  <a:pt x="-30763" y="2224478"/>
                  <a:pt x="31062" y="2191758"/>
                  <a:pt x="0" y="1854582"/>
                </a:cubicBezTo>
                <a:cubicBezTo>
                  <a:pt x="-31062" y="1517406"/>
                  <a:pt x="7549" y="1335293"/>
                  <a:pt x="0" y="1192231"/>
                </a:cubicBezTo>
                <a:cubicBezTo>
                  <a:pt x="-7549" y="1049169"/>
                  <a:pt x="-46651" y="451951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75000"/>
                <a:lumOff val="2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EEE8DC-A5E0-143A-865B-1576BBC39170}"/>
              </a:ext>
            </a:extLst>
          </p:cNvPr>
          <p:cNvSpPr txBox="1"/>
          <p:nvPr/>
        </p:nvSpPr>
        <p:spPr>
          <a:xfrm>
            <a:off x="2332520" y="1103148"/>
            <a:ext cx="723632" cy="3993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995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16</a:t>
            </a:r>
            <a:r>
              <a:rPr lang="en-US" altLang="ko-KR" sz="1995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th</a:t>
            </a:r>
            <a:endParaRPr lang="ko-KR" altLang="en-US" sz="1995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F9F37-65B4-2904-2E92-3F802BB54753}"/>
              </a:ext>
            </a:extLst>
          </p:cNvPr>
          <p:cNvSpPr txBox="1"/>
          <p:nvPr/>
        </p:nvSpPr>
        <p:spPr>
          <a:xfrm>
            <a:off x="363320" y="1103148"/>
            <a:ext cx="805200" cy="39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995" dirty="0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Friday</a:t>
            </a:r>
            <a:endParaRPr lang="ko-KR" altLang="en-US" sz="199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3160C-5D4E-62E3-BF27-55F94C49D95D}"/>
              </a:ext>
            </a:extLst>
          </p:cNvPr>
          <p:cNvSpPr txBox="1"/>
          <p:nvPr/>
        </p:nvSpPr>
        <p:spPr>
          <a:xfrm>
            <a:off x="846160" y="692495"/>
            <a:ext cx="17271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24B29-26BF-AB9C-53D2-56B9D17F1CBB}"/>
              </a:ext>
            </a:extLst>
          </p:cNvPr>
          <p:cNvSpPr txBox="1"/>
          <p:nvPr/>
        </p:nvSpPr>
        <p:spPr>
          <a:xfrm>
            <a:off x="846160" y="685101"/>
            <a:ext cx="1727156" cy="245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97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997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019E41AA-CCA3-2B0A-A9E3-3F694EB304C6}"/>
              </a:ext>
            </a:extLst>
          </p:cNvPr>
          <p:cNvSpPr txBox="1"/>
          <p:nvPr/>
        </p:nvSpPr>
        <p:spPr>
          <a:xfrm>
            <a:off x="1465498" y="452323"/>
            <a:ext cx="5111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63.5dp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4" name="TextBox 27">
            <a:extLst>
              <a:ext uri="{FF2B5EF4-FFF2-40B4-BE49-F238E27FC236}">
                <a16:creationId xmlns:a16="http://schemas.microsoft.com/office/drawing/2014/main" id="{615844D0-B749-1839-0D79-C9FE5F5258C5}"/>
              </a:ext>
            </a:extLst>
          </p:cNvPr>
          <p:cNvSpPr txBox="1"/>
          <p:nvPr/>
        </p:nvSpPr>
        <p:spPr>
          <a:xfrm>
            <a:off x="1533616" y="4770036"/>
            <a:ext cx="384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45dp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B070B2BD-5D1E-60D5-660D-89CDFE2EEE75}"/>
              </a:ext>
            </a:extLst>
          </p:cNvPr>
          <p:cNvSpPr txBox="1"/>
          <p:nvPr/>
        </p:nvSpPr>
        <p:spPr>
          <a:xfrm>
            <a:off x="-31012" y="2596213"/>
            <a:ext cx="384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31">
            <a:extLst>
              <a:ext uri="{FF2B5EF4-FFF2-40B4-BE49-F238E27FC236}">
                <a16:creationId xmlns:a16="http://schemas.microsoft.com/office/drawing/2014/main" id="{04252718-733E-DBF1-1EB4-8D3EAF270925}"/>
              </a:ext>
            </a:extLst>
          </p:cNvPr>
          <p:cNvSpPr txBox="1"/>
          <p:nvPr/>
        </p:nvSpPr>
        <p:spPr>
          <a:xfrm>
            <a:off x="3066311" y="2596213"/>
            <a:ext cx="3841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71dp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169EA5B4-9875-09A3-4A64-800B3DB926FF}"/>
              </a:ext>
            </a:extLst>
          </p:cNvPr>
          <p:cNvSpPr txBox="1"/>
          <p:nvPr/>
        </p:nvSpPr>
        <p:spPr>
          <a:xfrm>
            <a:off x="1057047" y="620833"/>
            <a:ext cx="590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26sp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8" name="TextBox 34">
            <a:extLst>
              <a:ext uri="{FF2B5EF4-FFF2-40B4-BE49-F238E27FC236}">
                <a16:creationId xmlns:a16="http://schemas.microsoft.com/office/drawing/2014/main" id="{711AC4F2-A983-6C56-6D6F-A9054C96ED7A}"/>
              </a:ext>
            </a:extLst>
          </p:cNvPr>
          <p:cNvSpPr txBox="1"/>
          <p:nvPr/>
        </p:nvSpPr>
        <p:spPr>
          <a:xfrm>
            <a:off x="739547" y="713166"/>
            <a:ext cx="590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800" dirty="0">
                <a:solidFill>
                  <a:srgbClr val="C0000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78sp</a:t>
            </a:r>
            <a:endParaRPr lang="ko-KR" altLang="en-US" sz="800" dirty="0">
              <a:solidFill>
                <a:srgbClr val="C0000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5230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43805-365E-2701-F613-9F4CCDE4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96C631-B164-B6DD-7CE0-189A9040B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44309" y="423334"/>
            <a:ext cx="3708091" cy="4560358"/>
          </a:xfrm>
          <a:custGeom>
            <a:avLst/>
            <a:gdLst>
              <a:gd name="csX0" fmla="*/ 0 w 3708091"/>
              <a:gd name="csY0" fmla="*/ 0 h 4560358"/>
              <a:gd name="csX1" fmla="*/ 580934 w 3708091"/>
              <a:gd name="csY1" fmla="*/ 0 h 4560358"/>
              <a:gd name="csX2" fmla="*/ 1087707 w 3708091"/>
              <a:gd name="csY2" fmla="*/ 0 h 4560358"/>
              <a:gd name="csX3" fmla="*/ 1779884 w 3708091"/>
              <a:gd name="csY3" fmla="*/ 0 h 4560358"/>
              <a:gd name="csX4" fmla="*/ 2360818 w 3708091"/>
              <a:gd name="csY4" fmla="*/ 0 h 4560358"/>
              <a:gd name="csX5" fmla="*/ 2941752 w 3708091"/>
              <a:gd name="csY5" fmla="*/ 0 h 4560358"/>
              <a:gd name="csX6" fmla="*/ 3708091 w 3708091"/>
              <a:gd name="csY6" fmla="*/ 0 h 4560358"/>
              <a:gd name="csX7" fmla="*/ 3708091 w 3708091"/>
              <a:gd name="csY7" fmla="*/ 560273 h 4560358"/>
              <a:gd name="csX8" fmla="*/ 3708091 w 3708091"/>
              <a:gd name="csY8" fmla="*/ 1211752 h 4560358"/>
              <a:gd name="csX9" fmla="*/ 3708091 w 3708091"/>
              <a:gd name="csY9" fmla="*/ 1772025 h 4560358"/>
              <a:gd name="csX10" fmla="*/ 3708091 w 3708091"/>
              <a:gd name="csY10" fmla="*/ 2332297 h 4560358"/>
              <a:gd name="csX11" fmla="*/ 3708091 w 3708091"/>
              <a:gd name="csY11" fmla="*/ 2983777 h 4560358"/>
              <a:gd name="csX12" fmla="*/ 3708091 w 3708091"/>
              <a:gd name="csY12" fmla="*/ 3680860 h 4560358"/>
              <a:gd name="csX13" fmla="*/ 3708091 w 3708091"/>
              <a:gd name="csY13" fmla="*/ 4560358 h 4560358"/>
              <a:gd name="csX14" fmla="*/ 3090076 w 3708091"/>
              <a:gd name="csY14" fmla="*/ 4560358 h 4560358"/>
              <a:gd name="csX15" fmla="*/ 2546222 w 3708091"/>
              <a:gd name="csY15" fmla="*/ 4560358 h 4560358"/>
              <a:gd name="csX16" fmla="*/ 1928207 w 3708091"/>
              <a:gd name="csY16" fmla="*/ 4560358 h 4560358"/>
              <a:gd name="csX17" fmla="*/ 1236030 w 3708091"/>
              <a:gd name="csY17" fmla="*/ 4560358 h 4560358"/>
              <a:gd name="csX18" fmla="*/ 618015 w 3708091"/>
              <a:gd name="csY18" fmla="*/ 4560358 h 4560358"/>
              <a:gd name="csX19" fmla="*/ 0 w 3708091"/>
              <a:gd name="csY19" fmla="*/ 4560358 h 4560358"/>
              <a:gd name="csX20" fmla="*/ 0 w 3708091"/>
              <a:gd name="csY20" fmla="*/ 4000085 h 4560358"/>
              <a:gd name="csX21" fmla="*/ 0 w 3708091"/>
              <a:gd name="csY21" fmla="*/ 3394209 h 4560358"/>
              <a:gd name="csX22" fmla="*/ 0 w 3708091"/>
              <a:gd name="csY22" fmla="*/ 2651522 h 4560358"/>
              <a:gd name="csX23" fmla="*/ 0 w 3708091"/>
              <a:gd name="csY23" fmla="*/ 2000043 h 4560358"/>
              <a:gd name="csX24" fmla="*/ 0 w 3708091"/>
              <a:gd name="csY24" fmla="*/ 1394167 h 4560358"/>
              <a:gd name="csX25" fmla="*/ 0 w 3708091"/>
              <a:gd name="csY25" fmla="*/ 879498 h 4560358"/>
              <a:gd name="csX26" fmla="*/ 0 w 3708091"/>
              <a:gd name="csY26" fmla="*/ 0 h 45603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708091" h="4560358" extrusionOk="0">
                <a:moveTo>
                  <a:pt x="0" y="0"/>
                </a:moveTo>
                <a:cubicBezTo>
                  <a:pt x="185721" y="14550"/>
                  <a:pt x="435537" y="8840"/>
                  <a:pt x="580934" y="0"/>
                </a:cubicBezTo>
                <a:cubicBezTo>
                  <a:pt x="726331" y="-8840"/>
                  <a:pt x="949220" y="619"/>
                  <a:pt x="1087707" y="0"/>
                </a:cubicBezTo>
                <a:cubicBezTo>
                  <a:pt x="1226194" y="-619"/>
                  <a:pt x="1530824" y="5280"/>
                  <a:pt x="1779884" y="0"/>
                </a:cubicBezTo>
                <a:cubicBezTo>
                  <a:pt x="2028944" y="-5280"/>
                  <a:pt x="2199108" y="-28419"/>
                  <a:pt x="2360818" y="0"/>
                </a:cubicBezTo>
                <a:cubicBezTo>
                  <a:pt x="2522528" y="28419"/>
                  <a:pt x="2740973" y="25132"/>
                  <a:pt x="2941752" y="0"/>
                </a:cubicBezTo>
                <a:cubicBezTo>
                  <a:pt x="3142531" y="-25132"/>
                  <a:pt x="3336227" y="25260"/>
                  <a:pt x="3708091" y="0"/>
                </a:cubicBezTo>
                <a:cubicBezTo>
                  <a:pt x="3728884" y="130596"/>
                  <a:pt x="3725615" y="382014"/>
                  <a:pt x="3708091" y="560273"/>
                </a:cubicBezTo>
                <a:cubicBezTo>
                  <a:pt x="3690567" y="738532"/>
                  <a:pt x="3726665" y="891185"/>
                  <a:pt x="3708091" y="1211752"/>
                </a:cubicBezTo>
                <a:cubicBezTo>
                  <a:pt x="3689517" y="1532319"/>
                  <a:pt x="3729207" y="1502489"/>
                  <a:pt x="3708091" y="1772025"/>
                </a:cubicBezTo>
                <a:cubicBezTo>
                  <a:pt x="3686975" y="2041561"/>
                  <a:pt x="3711177" y="2215484"/>
                  <a:pt x="3708091" y="2332297"/>
                </a:cubicBezTo>
                <a:cubicBezTo>
                  <a:pt x="3705005" y="2449110"/>
                  <a:pt x="3683878" y="2738575"/>
                  <a:pt x="3708091" y="2983777"/>
                </a:cubicBezTo>
                <a:cubicBezTo>
                  <a:pt x="3732304" y="3228979"/>
                  <a:pt x="3697917" y="3452242"/>
                  <a:pt x="3708091" y="3680860"/>
                </a:cubicBezTo>
                <a:cubicBezTo>
                  <a:pt x="3718265" y="3909478"/>
                  <a:pt x="3701900" y="4191893"/>
                  <a:pt x="3708091" y="4560358"/>
                </a:cubicBezTo>
                <a:cubicBezTo>
                  <a:pt x="3436265" y="4558876"/>
                  <a:pt x="3270269" y="4567009"/>
                  <a:pt x="3090076" y="4560358"/>
                </a:cubicBezTo>
                <a:cubicBezTo>
                  <a:pt x="2909883" y="4553707"/>
                  <a:pt x="2715654" y="4551055"/>
                  <a:pt x="2546222" y="4560358"/>
                </a:cubicBezTo>
                <a:cubicBezTo>
                  <a:pt x="2376790" y="4569661"/>
                  <a:pt x="2195161" y="4575993"/>
                  <a:pt x="1928207" y="4560358"/>
                </a:cubicBezTo>
                <a:cubicBezTo>
                  <a:pt x="1661253" y="4544723"/>
                  <a:pt x="1421540" y="4572608"/>
                  <a:pt x="1236030" y="4560358"/>
                </a:cubicBezTo>
                <a:cubicBezTo>
                  <a:pt x="1050520" y="4548108"/>
                  <a:pt x="921485" y="4537385"/>
                  <a:pt x="618015" y="4560358"/>
                </a:cubicBezTo>
                <a:cubicBezTo>
                  <a:pt x="314545" y="4583331"/>
                  <a:pt x="173854" y="4577911"/>
                  <a:pt x="0" y="4560358"/>
                </a:cubicBezTo>
                <a:cubicBezTo>
                  <a:pt x="-2823" y="4446249"/>
                  <a:pt x="16342" y="4113937"/>
                  <a:pt x="0" y="4000085"/>
                </a:cubicBezTo>
                <a:cubicBezTo>
                  <a:pt x="-16342" y="3886233"/>
                  <a:pt x="-16011" y="3606785"/>
                  <a:pt x="0" y="3394209"/>
                </a:cubicBezTo>
                <a:cubicBezTo>
                  <a:pt x="16011" y="3181633"/>
                  <a:pt x="5947" y="2993920"/>
                  <a:pt x="0" y="2651522"/>
                </a:cubicBezTo>
                <a:cubicBezTo>
                  <a:pt x="-5947" y="2309124"/>
                  <a:pt x="31475" y="2253090"/>
                  <a:pt x="0" y="2000043"/>
                </a:cubicBezTo>
                <a:cubicBezTo>
                  <a:pt x="-31475" y="1746996"/>
                  <a:pt x="7945" y="1550319"/>
                  <a:pt x="0" y="1394167"/>
                </a:cubicBezTo>
                <a:cubicBezTo>
                  <a:pt x="-7945" y="1238015"/>
                  <a:pt x="-7944" y="986277"/>
                  <a:pt x="0" y="879498"/>
                </a:cubicBezTo>
                <a:cubicBezTo>
                  <a:pt x="7944" y="772719"/>
                  <a:pt x="-14754" y="374696"/>
                  <a:pt x="0" y="0"/>
                </a:cubicBezTo>
                <a:close/>
              </a:path>
            </a:pathLst>
          </a:custGeom>
          <a:noFill/>
          <a:ln w="2540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AD5545-425E-1933-268F-1F3EBFC565D4}"/>
              </a:ext>
            </a:extLst>
          </p:cNvPr>
          <p:cNvSpPr/>
          <p:nvPr/>
        </p:nvSpPr>
        <p:spPr>
          <a:xfrm>
            <a:off x="846159" y="276577"/>
            <a:ext cx="1727156" cy="4775200"/>
          </a:xfrm>
          <a:prstGeom prst="roundRect">
            <a:avLst>
              <a:gd name="adj" fmla="val 9069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85"/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E6E7DA9-1297-14A4-0F88-15D90A076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502382"/>
              </p:ext>
            </p:extLst>
          </p:nvPr>
        </p:nvGraphicFramePr>
        <p:xfrm>
          <a:off x="896233" y="3444668"/>
          <a:ext cx="1627010" cy="11358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30">
                  <a:extLst>
                    <a:ext uri="{9D8B030D-6E8A-4147-A177-3AD203B41FA5}">
                      <a16:colId xmlns:a16="http://schemas.microsoft.com/office/drawing/2014/main" val="2056030249"/>
                    </a:ext>
                  </a:extLst>
                </a:gridCol>
                <a:gridCol w="232430">
                  <a:extLst>
                    <a:ext uri="{9D8B030D-6E8A-4147-A177-3AD203B41FA5}">
                      <a16:colId xmlns:a16="http://schemas.microsoft.com/office/drawing/2014/main" val="3566604318"/>
                    </a:ext>
                  </a:extLst>
                </a:gridCol>
                <a:gridCol w="232430">
                  <a:extLst>
                    <a:ext uri="{9D8B030D-6E8A-4147-A177-3AD203B41FA5}">
                      <a16:colId xmlns:a16="http://schemas.microsoft.com/office/drawing/2014/main" val="2125247123"/>
                    </a:ext>
                  </a:extLst>
                </a:gridCol>
                <a:gridCol w="232430">
                  <a:extLst>
                    <a:ext uri="{9D8B030D-6E8A-4147-A177-3AD203B41FA5}">
                      <a16:colId xmlns:a16="http://schemas.microsoft.com/office/drawing/2014/main" val="372100949"/>
                    </a:ext>
                  </a:extLst>
                </a:gridCol>
                <a:gridCol w="232430">
                  <a:extLst>
                    <a:ext uri="{9D8B030D-6E8A-4147-A177-3AD203B41FA5}">
                      <a16:colId xmlns:a16="http://schemas.microsoft.com/office/drawing/2014/main" val="584385140"/>
                    </a:ext>
                  </a:extLst>
                </a:gridCol>
                <a:gridCol w="232430">
                  <a:extLst>
                    <a:ext uri="{9D8B030D-6E8A-4147-A177-3AD203B41FA5}">
                      <a16:colId xmlns:a16="http://schemas.microsoft.com/office/drawing/2014/main" val="3427679242"/>
                    </a:ext>
                  </a:extLst>
                </a:gridCol>
                <a:gridCol w="232430">
                  <a:extLst>
                    <a:ext uri="{9D8B030D-6E8A-4147-A177-3AD203B41FA5}">
                      <a16:colId xmlns:a16="http://schemas.microsoft.com/office/drawing/2014/main" val="3367657603"/>
                    </a:ext>
                  </a:extLst>
                </a:gridCol>
              </a:tblGrid>
              <a:tr h="14719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Sun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Mon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Tue</a:t>
                      </a:r>
                      <a:r>
                        <a:rPr lang="ko-KR" altLang="en-US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 </a:t>
                      </a: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Wed</a:t>
                      </a: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Thu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Fri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</a:rPr>
                        <a:t>Sat </a:t>
                      </a:r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643975"/>
                  </a:ext>
                </a:extLst>
              </a:tr>
              <a:tr h="16393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062273"/>
                  </a:ext>
                </a:extLst>
              </a:tr>
              <a:tr h="163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4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5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6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8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10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075238"/>
                  </a:ext>
                </a:extLst>
              </a:tr>
              <a:tr h="163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12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13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14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15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16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042117"/>
                  </a:ext>
                </a:extLst>
              </a:tr>
              <a:tr h="163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18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19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20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22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23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24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775741"/>
                  </a:ext>
                </a:extLst>
              </a:tr>
              <a:tr h="1639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25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27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28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29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30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127000" dist="38100" dir="2700000" algn="tl" rotWithShape="0">
                              <a:schemeClr val="bg1"/>
                            </a:outerShdw>
                          </a:effectLst>
                          <a:latin typeface="Cavorting" panose="000B0504000000000004" pitchFamily="34" charset="0"/>
                          <a:ea typeface="+mn-ea"/>
                          <a:cs typeface="+mn-cs"/>
                        </a:rPr>
                        <a:t>31</a:t>
                      </a:r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6513"/>
                  </a:ext>
                </a:extLst>
              </a:tr>
              <a:tr h="16393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>
                          <a:outerShdw blurRad="127000" dist="38100" dir="2700000" algn="tl" rotWithShape="0">
                            <a:schemeClr val="bg1"/>
                          </a:outerShdw>
                        </a:effectLst>
                        <a:latin typeface="Cavorting" panose="000B0504000000000004" pitchFamily="34" charset="0"/>
                        <a:ea typeface="+mn-ea"/>
                        <a:cs typeface="+mn-cs"/>
                      </a:endParaRPr>
                    </a:p>
                  </a:txBody>
                  <a:tcPr marL="45593" marR="45593" marT="22797" marB="2279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46332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569DB6A-FB95-A83D-3C31-7FD1CAAE8A73}"/>
              </a:ext>
            </a:extLst>
          </p:cNvPr>
          <p:cNvSpPr txBox="1"/>
          <p:nvPr/>
        </p:nvSpPr>
        <p:spPr>
          <a:xfrm>
            <a:off x="981076" y="2817104"/>
            <a:ext cx="14573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vorting" panose="000B0504000000000004" pitchFamily="34" charset="0"/>
              </a:rPr>
              <a:t>Janualy</a:t>
            </a:r>
            <a:endParaRPr lang="ko-KR" altLang="en-US" sz="3000" dirty="0">
              <a:solidFill>
                <a:schemeClr val="tx1">
                  <a:lumMod val="75000"/>
                  <a:lumOff val="25000"/>
                </a:schemeClr>
              </a:solidFill>
              <a:latin typeface="Cavorting" panose="000B05040000000000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FE639B-A585-168C-C3B7-C92AB7800069}"/>
              </a:ext>
            </a:extLst>
          </p:cNvPr>
          <p:cNvSpPr txBox="1"/>
          <p:nvPr/>
        </p:nvSpPr>
        <p:spPr>
          <a:xfrm>
            <a:off x="846160" y="2809710"/>
            <a:ext cx="1727156" cy="245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97" dirty="0">
                <a:solidFill>
                  <a:schemeClr val="bg1">
                    <a:lumMod val="50000"/>
                  </a:schemeClr>
                </a:solidFill>
                <a:latin typeface="Cavorting" panose="000B0504000000000004" pitchFamily="34" charset="0"/>
              </a:rPr>
              <a:t>2026</a:t>
            </a:r>
            <a:endParaRPr lang="ko-KR" altLang="en-US" sz="997" dirty="0">
              <a:solidFill>
                <a:schemeClr val="bg1">
                  <a:lumMod val="50000"/>
                </a:schemeClr>
              </a:solidFill>
              <a:latin typeface="Cavorting" panose="000B0504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4972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96772-A1A1-D03E-9EA1-BA49E89C3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56034882-8445-0AC9-B82C-C0638E90CE31}"/>
              </a:ext>
            </a:extLst>
          </p:cNvPr>
          <p:cNvGrpSpPr/>
          <p:nvPr/>
        </p:nvGrpSpPr>
        <p:grpSpPr>
          <a:xfrm>
            <a:off x="3585050" y="423863"/>
            <a:ext cx="511121" cy="3668696"/>
            <a:chOff x="7197291" y="1354369"/>
            <a:chExt cx="1025090" cy="7357831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94FDA7E-510A-90A2-58F1-B983242AFB4D}"/>
                </a:ext>
              </a:extLst>
            </p:cNvPr>
            <p:cNvSpPr/>
            <p:nvPr/>
          </p:nvSpPr>
          <p:spPr>
            <a:xfrm>
              <a:off x="7197291" y="2616104"/>
              <a:ext cx="1025090" cy="1049154"/>
            </a:xfrm>
            <a:prstGeom prst="rect">
              <a:avLst/>
            </a:prstGeom>
            <a:solidFill>
              <a:srgbClr val="ABBCA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C2A25EF-410C-3AFA-2976-9000915F7DC2}"/>
                </a:ext>
              </a:extLst>
            </p:cNvPr>
            <p:cNvSpPr/>
            <p:nvPr/>
          </p:nvSpPr>
          <p:spPr>
            <a:xfrm>
              <a:off x="7197291" y="6401309"/>
              <a:ext cx="1025090" cy="104915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F8516A0E-EDE8-C771-B6DC-CB09DA985F3C}"/>
                </a:ext>
              </a:extLst>
            </p:cNvPr>
            <p:cNvSpPr/>
            <p:nvPr/>
          </p:nvSpPr>
          <p:spPr>
            <a:xfrm>
              <a:off x="7197291" y="7663046"/>
              <a:ext cx="1025090" cy="1049154"/>
            </a:xfrm>
            <a:prstGeom prst="rect">
              <a:avLst/>
            </a:prstGeom>
            <a:solidFill>
              <a:srgbClr val="FAF8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7AEFCBC9-41B8-8E64-0C3E-CD8A25C7D8AC}"/>
                </a:ext>
              </a:extLst>
            </p:cNvPr>
            <p:cNvSpPr/>
            <p:nvPr/>
          </p:nvSpPr>
          <p:spPr>
            <a:xfrm>
              <a:off x="7197291" y="3877839"/>
              <a:ext cx="1025090" cy="1049154"/>
            </a:xfrm>
            <a:prstGeom prst="rect">
              <a:avLst/>
            </a:prstGeom>
            <a:solidFill>
              <a:srgbClr val="E6E9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61957D0-E273-236B-6B73-4FF3872AFA18}"/>
                </a:ext>
              </a:extLst>
            </p:cNvPr>
            <p:cNvSpPr/>
            <p:nvPr/>
          </p:nvSpPr>
          <p:spPr>
            <a:xfrm>
              <a:off x="7197291" y="1354369"/>
              <a:ext cx="1025090" cy="1049154"/>
            </a:xfrm>
            <a:prstGeom prst="rect">
              <a:avLst/>
            </a:prstGeom>
            <a:solidFill>
              <a:srgbClr val="CFC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9A9E7F8-68B1-83F8-89F0-2304D8ADA66D}"/>
                </a:ext>
              </a:extLst>
            </p:cNvPr>
            <p:cNvSpPr/>
            <p:nvPr/>
          </p:nvSpPr>
          <p:spPr>
            <a:xfrm>
              <a:off x="7197291" y="5139574"/>
              <a:ext cx="1025090" cy="1049154"/>
            </a:xfrm>
            <a:prstGeom prst="rect">
              <a:avLst/>
            </a:prstGeom>
            <a:solidFill>
              <a:srgbClr val="1D2E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5536C06-1ECE-0CC7-4F43-A304A37E539B}"/>
              </a:ext>
            </a:extLst>
          </p:cNvPr>
          <p:cNvSpPr txBox="1"/>
          <p:nvPr/>
        </p:nvSpPr>
        <p:spPr>
          <a:xfrm>
            <a:off x="259160" y="728608"/>
            <a:ext cx="2901155" cy="5525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991" dirty="0">
                <a:solidFill>
                  <a:schemeClr val="tx1">
                    <a:lumMod val="95000"/>
                    <a:lumOff val="5000"/>
                  </a:schemeClr>
                </a:solidFill>
                <a:latin typeface="Cavorting" panose="000B0504000000000004" pitchFamily="34" charset="0"/>
              </a:rPr>
              <a:t>Setting</a:t>
            </a:r>
            <a:endParaRPr lang="ko-KR" altLang="en-US" sz="2991" dirty="0">
              <a:solidFill>
                <a:schemeClr val="tx1">
                  <a:lumMod val="95000"/>
                  <a:lumOff val="5000"/>
                </a:schemeClr>
              </a:solidFill>
              <a:latin typeface="Cavorting" panose="000B0504000000000004" pitchFamily="34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088CCE-BE5F-8ADE-A995-14630C95B11E}"/>
              </a:ext>
            </a:extLst>
          </p:cNvPr>
          <p:cNvGrpSpPr/>
          <p:nvPr/>
        </p:nvGrpSpPr>
        <p:grpSpPr>
          <a:xfrm>
            <a:off x="363319" y="4376225"/>
            <a:ext cx="2692836" cy="391639"/>
            <a:chOff x="728663" y="7926741"/>
            <a:chExt cx="5400674" cy="785459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0B50207-080B-0127-C76D-E9D5DCDC2BD3}"/>
                </a:ext>
              </a:extLst>
            </p:cNvPr>
            <p:cNvSpPr/>
            <p:nvPr/>
          </p:nvSpPr>
          <p:spPr>
            <a:xfrm>
              <a:off x="728663" y="8145780"/>
              <a:ext cx="5400674" cy="566420"/>
            </a:xfrm>
            <a:prstGeom prst="roundRect">
              <a:avLst>
                <a:gd name="adj" fmla="val 50000"/>
              </a:avLst>
            </a:prstGeom>
            <a:solidFill>
              <a:srgbClr val="FEFDF8"/>
            </a:solidFill>
            <a:ln>
              <a:noFill/>
            </a:ln>
            <a:effectLst>
              <a:outerShdw blurRad="114300" dist="76200" dir="3420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87" dirty="0"/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2A6CF2F7-9916-7449-609B-B95CE4AAC16B}"/>
                </a:ext>
              </a:extLst>
            </p:cNvPr>
            <p:cNvGrpSpPr/>
            <p:nvPr/>
          </p:nvGrpSpPr>
          <p:grpSpPr>
            <a:xfrm>
              <a:off x="2521259" y="8281429"/>
              <a:ext cx="280633" cy="295122"/>
              <a:chOff x="7230961" y="4648200"/>
              <a:chExt cx="533400" cy="762000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0AFB7206-2A04-C237-7603-11E620DD26BA}"/>
                  </a:ext>
                </a:extLst>
              </p:cNvPr>
              <p:cNvSpPr/>
              <p:nvPr/>
            </p:nvSpPr>
            <p:spPr>
              <a:xfrm>
                <a:off x="7230961" y="4650105"/>
                <a:ext cx="57150" cy="76009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387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4CD0B96-B692-8F03-44AF-88911CBB4B6C}"/>
                  </a:ext>
                </a:extLst>
              </p:cNvPr>
              <p:cNvSpPr/>
              <p:nvPr/>
            </p:nvSpPr>
            <p:spPr>
              <a:xfrm>
                <a:off x="7326211" y="4648200"/>
                <a:ext cx="438150" cy="762000"/>
              </a:xfrm>
              <a:custGeom>
                <a:avLst/>
                <a:gdLst>
                  <a:gd name="csX0" fmla="*/ 352425 w 438150"/>
                  <a:gd name="csY0" fmla="*/ 285750 h 762000"/>
                  <a:gd name="csX1" fmla="*/ 85725 w 438150"/>
                  <a:gd name="csY1" fmla="*/ 285750 h 762000"/>
                  <a:gd name="csX2" fmla="*/ 85725 w 438150"/>
                  <a:gd name="csY2" fmla="*/ 228600 h 762000"/>
                  <a:gd name="csX3" fmla="*/ 352425 w 438150"/>
                  <a:gd name="csY3" fmla="*/ 228600 h 762000"/>
                  <a:gd name="csX4" fmla="*/ 352425 w 438150"/>
                  <a:gd name="csY4" fmla="*/ 285750 h 762000"/>
                  <a:gd name="csX5" fmla="*/ 295275 w 438150"/>
                  <a:gd name="csY5" fmla="*/ 381000 h 762000"/>
                  <a:gd name="csX6" fmla="*/ 147638 w 438150"/>
                  <a:gd name="csY6" fmla="*/ 381000 h 762000"/>
                  <a:gd name="csX7" fmla="*/ 147638 w 438150"/>
                  <a:gd name="csY7" fmla="*/ 342900 h 762000"/>
                  <a:gd name="csX8" fmla="*/ 295275 w 438150"/>
                  <a:gd name="csY8" fmla="*/ 342900 h 762000"/>
                  <a:gd name="csX9" fmla="*/ 295275 w 438150"/>
                  <a:gd name="csY9" fmla="*/ 381000 h 762000"/>
                  <a:gd name="csX10" fmla="*/ 400050 w 438150"/>
                  <a:gd name="csY10" fmla="*/ 0 h 762000"/>
                  <a:gd name="csX11" fmla="*/ 0 w 438150"/>
                  <a:gd name="csY11" fmla="*/ 1905 h 762000"/>
                  <a:gd name="csX12" fmla="*/ 0 w 438150"/>
                  <a:gd name="csY12" fmla="*/ 762000 h 762000"/>
                  <a:gd name="csX13" fmla="*/ 400050 w 438150"/>
                  <a:gd name="csY13" fmla="*/ 762000 h 762000"/>
                  <a:gd name="csX14" fmla="*/ 438150 w 438150"/>
                  <a:gd name="csY14" fmla="*/ 723900 h 762000"/>
                  <a:gd name="csX15" fmla="*/ 438150 w 438150"/>
                  <a:gd name="csY15" fmla="*/ 38100 h 762000"/>
                  <a:gd name="csX16" fmla="*/ 400050 w 438150"/>
                  <a:gd name="csY16" fmla="*/ 0 h 762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438150" h="762000">
                    <a:moveTo>
                      <a:pt x="352425" y="285750"/>
                    </a:moveTo>
                    <a:lnTo>
                      <a:pt x="85725" y="285750"/>
                    </a:lnTo>
                    <a:lnTo>
                      <a:pt x="85725" y="228600"/>
                    </a:lnTo>
                    <a:lnTo>
                      <a:pt x="352425" y="228600"/>
                    </a:lnTo>
                    <a:lnTo>
                      <a:pt x="352425" y="285750"/>
                    </a:lnTo>
                    <a:close/>
                    <a:moveTo>
                      <a:pt x="295275" y="381000"/>
                    </a:moveTo>
                    <a:lnTo>
                      <a:pt x="147638" y="381000"/>
                    </a:lnTo>
                    <a:lnTo>
                      <a:pt x="147638" y="342900"/>
                    </a:lnTo>
                    <a:lnTo>
                      <a:pt x="295275" y="342900"/>
                    </a:lnTo>
                    <a:lnTo>
                      <a:pt x="295275" y="381000"/>
                    </a:lnTo>
                    <a:close/>
                    <a:moveTo>
                      <a:pt x="400050" y="0"/>
                    </a:moveTo>
                    <a:lnTo>
                      <a:pt x="0" y="1905"/>
                    </a:lnTo>
                    <a:lnTo>
                      <a:pt x="0" y="762000"/>
                    </a:lnTo>
                    <a:lnTo>
                      <a:pt x="400050" y="762000"/>
                    </a:lnTo>
                    <a:cubicBezTo>
                      <a:pt x="421005" y="762000"/>
                      <a:pt x="438150" y="744855"/>
                      <a:pt x="438150" y="723900"/>
                    </a:cubicBezTo>
                    <a:lnTo>
                      <a:pt x="438150" y="38100"/>
                    </a:lnTo>
                    <a:cubicBezTo>
                      <a:pt x="438150" y="17145"/>
                      <a:pt x="421005" y="0"/>
                      <a:pt x="400050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387"/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90EF5EA-0B50-A0E7-DA3B-A4A0FF0C5B8A}"/>
                </a:ext>
              </a:extLst>
            </p:cNvPr>
            <p:cNvGrpSpPr/>
            <p:nvPr/>
          </p:nvGrpSpPr>
          <p:grpSpPr>
            <a:xfrm>
              <a:off x="3901314" y="8281429"/>
              <a:ext cx="295122" cy="295122"/>
              <a:chOff x="4086962" y="8350256"/>
              <a:chExt cx="295122" cy="295122"/>
            </a:xfrm>
          </p:grpSpPr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96C3CF3D-3448-2F7F-83E1-3C53B49C7247}"/>
                  </a:ext>
                </a:extLst>
              </p:cNvPr>
              <p:cNvSpPr/>
              <p:nvPr/>
            </p:nvSpPr>
            <p:spPr>
              <a:xfrm>
                <a:off x="4086962" y="8402336"/>
                <a:ext cx="295122" cy="243042"/>
              </a:xfrm>
              <a:custGeom>
                <a:avLst/>
                <a:gdLst>
                  <a:gd name="csX0" fmla="*/ 590550 w 647700"/>
                  <a:gd name="csY0" fmla="*/ 57150 h 533400"/>
                  <a:gd name="csX1" fmla="*/ 590550 w 647700"/>
                  <a:gd name="csY1" fmla="*/ 133350 h 533400"/>
                  <a:gd name="csX2" fmla="*/ 514350 w 647700"/>
                  <a:gd name="csY2" fmla="*/ 133350 h 533400"/>
                  <a:gd name="csX3" fmla="*/ 514350 w 647700"/>
                  <a:gd name="csY3" fmla="*/ 57150 h 533400"/>
                  <a:gd name="csX4" fmla="*/ 590550 w 647700"/>
                  <a:gd name="csY4" fmla="*/ 57150 h 533400"/>
                  <a:gd name="csX5" fmla="*/ 57150 w 647700"/>
                  <a:gd name="csY5" fmla="*/ 400050 h 533400"/>
                  <a:gd name="csX6" fmla="*/ 133350 w 647700"/>
                  <a:gd name="csY6" fmla="*/ 400050 h 533400"/>
                  <a:gd name="csX7" fmla="*/ 133350 w 647700"/>
                  <a:gd name="csY7" fmla="*/ 476250 h 533400"/>
                  <a:gd name="csX8" fmla="*/ 57150 w 647700"/>
                  <a:gd name="csY8" fmla="*/ 476250 h 533400"/>
                  <a:gd name="csX9" fmla="*/ 57150 w 647700"/>
                  <a:gd name="csY9" fmla="*/ 400050 h 533400"/>
                  <a:gd name="csX10" fmla="*/ 247650 w 647700"/>
                  <a:gd name="csY10" fmla="*/ 57150 h 533400"/>
                  <a:gd name="csX11" fmla="*/ 247650 w 647700"/>
                  <a:gd name="csY11" fmla="*/ 133350 h 533400"/>
                  <a:gd name="csX12" fmla="*/ 171450 w 647700"/>
                  <a:gd name="csY12" fmla="*/ 133350 h 533400"/>
                  <a:gd name="csX13" fmla="*/ 171450 w 647700"/>
                  <a:gd name="csY13" fmla="*/ 57150 h 533400"/>
                  <a:gd name="csX14" fmla="*/ 247650 w 647700"/>
                  <a:gd name="csY14" fmla="*/ 57150 h 533400"/>
                  <a:gd name="csX15" fmla="*/ 361950 w 647700"/>
                  <a:gd name="csY15" fmla="*/ 57150 h 533400"/>
                  <a:gd name="csX16" fmla="*/ 361950 w 647700"/>
                  <a:gd name="csY16" fmla="*/ 133350 h 533400"/>
                  <a:gd name="csX17" fmla="*/ 285750 w 647700"/>
                  <a:gd name="csY17" fmla="*/ 133350 h 533400"/>
                  <a:gd name="csX18" fmla="*/ 285750 w 647700"/>
                  <a:gd name="csY18" fmla="*/ 57150 h 533400"/>
                  <a:gd name="csX19" fmla="*/ 361950 w 647700"/>
                  <a:gd name="csY19" fmla="*/ 57150 h 533400"/>
                  <a:gd name="csX20" fmla="*/ 476250 w 647700"/>
                  <a:gd name="csY20" fmla="*/ 247650 h 533400"/>
                  <a:gd name="csX21" fmla="*/ 400050 w 647700"/>
                  <a:gd name="csY21" fmla="*/ 247650 h 533400"/>
                  <a:gd name="csX22" fmla="*/ 400050 w 647700"/>
                  <a:gd name="csY22" fmla="*/ 171450 h 533400"/>
                  <a:gd name="csX23" fmla="*/ 476250 w 647700"/>
                  <a:gd name="csY23" fmla="*/ 171450 h 533400"/>
                  <a:gd name="csX24" fmla="*/ 476250 w 647700"/>
                  <a:gd name="csY24" fmla="*/ 247650 h 533400"/>
                  <a:gd name="csX25" fmla="*/ 514350 w 647700"/>
                  <a:gd name="csY25" fmla="*/ 247650 h 533400"/>
                  <a:gd name="csX26" fmla="*/ 514350 w 647700"/>
                  <a:gd name="csY26" fmla="*/ 171450 h 533400"/>
                  <a:gd name="csX27" fmla="*/ 590550 w 647700"/>
                  <a:gd name="csY27" fmla="*/ 171450 h 533400"/>
                  <a:gd name="csX28" fmla="*/ 590550 w 647700"/>
                  <a:gd name="csY28" fmla="*/ 247650 h 533400"/>
                  <a:gd name="csX29" fmla="*/ 514350 w 647700"/>
                  <a:gd name="csY29" fmla="*/ 247650 h 533400"/>
                  <a:gd name="csX30" fmla="*/ 514350 w 647700"/>
                  <a:gd name="csY30" fmla="*/ 361950 h 533400"/>
                  <a:gd name="csX31" fmla="*/ 514350 w 647700"/>
                  <a:gd name="csY31" fmla="*/ 285750 h 533400"/>
                  <a:gd name="csX32" fmla="*/ 590550 w 647700"/>
                  <a:gd name="csY32" fmla="*/ 285750 h 533400"/>
                  <a:gd name="csX33" fmla="*/ 590550 w 647700"/>
                  <a:gd name="csY33" fmla="*/ 361950 h 533400"/>
                  <a:gd name="csX34" fmla="*/ 514350 w 647700"/>
                  <a:gd name="csY34" fmla="*/ 361950 h 533400"/>
                  <a:gd name="csX35" fmla="*/ 285750 w 647700"/>
                  <a:gd name="csY35" fmla="*/ 400050 h 533400"/>
                  <a:gd name="csX36" fmla="*/ 361950 w 647700"/>
                  <a:gd name="csY36" fmla="*/ 400050 h 533400"/>
                  <a:gd name="csX37" fmla="*/ 361950 w 647700"/>
                  <a:gd name="csY37" fmla="*/ 476250 h 533400"/>
                  <a:gd name="csX38" fmla="*/ 285750 w 647700"/>
                  <a:gd name="csY38" fmla="*/ 476250 h 533400"/>
                  <a:gd name="csX39" fmla="*/ 285750 w 647700"/>
                  <a:gd name="csY39" fmla="*/ 400050 h 533400"/>
                  <a:gd name="csX40" fmla="*/ 247650 w 647700"/>
                  <a:gd name="csY40" fmla="*/ 400050 h 533400"/>
                  <a:gd name="csX41" fmla="*/ 247650 w 647700"/>
                  <a:gd name="csY41" fmla="*/ 476250 h 533400"/>
                  <a:gd name="csX42" fmla="*/ 171450 w 647700"/>
                  <a:gd name="csY42" fmla="*/ 476250 h 533400"/>
                  <a:gd name="csX43" fmla="*/ 171450 w 647700"/>
                  <a:gd name="csY43" fmla="*/ 400050 h 533400"/>
                  <a:gd name="csX44" fmla="*/ 247650 w 647700"/>
                  <a:gd name="csY44" fmla="*/ 400050 h 533400"/>
                  <a:gd name="csX45" fmla="*/ 171450 w 647700"/>
                  <a:gd name="csY45" fmla="*/ 285750 h 533400"/>
                  <a:gd name="csX46" fmla="*/ 247650 w 647700"/>
                  <a:gd name="csY46" fmla="*/ 285750 h 533400"/>
                  <a:gd name="csX47" fmla="*/ 247650 w 647700"/>
                  <a:gd name="csY47" fmla="*/ 361950 h 533400"/>
                  <a:gd name="csX48" fmla="*/ 171450 w 647700"/>
                  <a:gd name="csY48" fmla="*/ 361950 h 533400"/>
                  <a:gd name="csX49" fmla="*/ 171450 w 647700"/>
                  <a:gd name="csY49" fmla="*/ 285750 h 533400"/>
                  <a:gd name="csX50" fmla="*/ 133350 w 647700"/>
                  <a:gd name="csY50" fmla="*/ 285750 h 533400"/>
                  <a:gd name="csX51" fmla="*/ 133350 w 647700"/>
                  <a:gd name="csY51" fmla="*/ 361950 h 533400"/>
                  <a:gd name="csX52" fmla="*/ 57150 w 647700"/>
                  <a:gd name="csY52" fmla="*/ 361950 h 533400"/>
                  <a:gd name="csX53" fmla="*/ 57150 w 647700"/>
                  <a:gd name="csY53" fmla="*/ 285750 h 533400"/>
                  <a:gd name="csX54" fmla="*/ 133350 w 647700"/>
                  <a:gd name="csY54" fmla="*/ 285750 h 533400"/>
                  <a:gd name="csX55" fmla="*/ 133350 w 647700"/>
                  <a:gd name="csY55" fmla="*/ 171450 h 533400"/>
                  <a:gd name="csX56" fmla="*/ 133350 w 647700"/>
                  <a:gd name="csY56" fmla="*/ 247650 h 533400"/>
                  <a:gd name="csX57" fmla="*/ 57150 w 647700"/>
                  <a:gd name="csY57" fmla="*/ 247650 h 533400"/>
                  <a:gd name="csX58" fmla="*/ 57150 w 647700"/>
                  <a:gd name="csY58" fmla="*/ 171450 h 533400"/>
                  <a:gd name="csX59" fmla="*/ 133350 w 647700"/>
                  <a:gd name="csY59" fmla="*/ 171450 h 533400"/>
                  <a:gd name="csX60" fmla="*/ 247650 w 647700"/>
                  <a:gd name="csY60" fmla="*/ 247650 h 533400"/>
                  <a:gd name="csX61" fmla="*/ 171450 w 647700"/>
                  <a:gd name="csY61" fmla="*/ 247650 h 533400"/>
                  <a:gd name="csX62" fmla="*/ 171450 w 647700"/>
                  <a:gd name="csY62" fmla="*/ 171450 h 533400"/>
                  <a:gd name="csX63" fmla="*/ 247650 w 647700"/>
                  <a:gd name="csY63" fmla="*/ 171450 h 533400"/>
                  <a:gd name="csX64" fmla="*/ 247650 w 647700"/>
                  <a:gd name="csY64" fmla="*/ 247650 h 533400"/>
                  <a:gd name="csX65" fmla="*/ 285750 w 647700"/>
                  <a:gd name="csY65" fmla="*/ 247650 h 533400"/>
                  <a:gd name="csX66" fmla="*/ 285750 w 647700"/>
                  <a:gd name="csY66" fmla="*/ 171450 h 533400"/>
                  <a:gd name="csX67" fmla="*/ 361950 w 647700"/>
                  <a:gd name="csY67" fmla="*/ 171450 h 533400"/>
                  <a:gd name="csX68" fmla="*/ 361950 w 647700"/>
                  <a:gd name="csY68" fmla="*/ 247650 h 533400"/>
                  <a:gd name="csX69" fmla="*/ 285750 w 647700"/>
                  <a:gd name="csY69" fmla="*/ 247650 h 533400"/>
                  <a:gd name="csX70" fmla="*/ 361950 w 647700"/>
                  <a:gd name="csY70" fmla="*/ 361950 h 533400"/>
                  <a:gd name="csX71" fmla="*/ 285750 w 647700"/>
                  <a:gd name="csY71" fmla="*/ 361950 h 533400"/>
                  <a:gd name="csX72" fmla="*/ 285750 w 647700"/>
                  <a:gd name="csY72" fmla="*/ 285750 h 533400"/>
                  <a:gd name="csX73" fmla="*/ 361950 w 647700"/>
                  <a:gd name="csY73" fmla="*/ 285750 h 533400"/>
                  <a:gd name="csX74" fmla="*/ 361950 w 647700"/>
                  <a:gd name="csY74" fmla="*/ 361950 h 533400"/>
                  <a:gd name="csX75" fmla="*/ 400050 w 647700"/>
                  <a:gd name="csY75" fmla="*/ 361950 h 533400"/>
                  <a:gd name="csX76" fmla="*/ 400050 w 647700"/>
                  <a:gd name="csY76" fmla="*/ 285750 h 533400"/>
                  <a:gd name="csX77" fmla="*/ 476250 w 647700"/>
                  <a:gd name="csY77" fmla="*/ 285750 h 533400"/>
                  <a:gd name="csX78" fmla="*/ 476250 w 647700"/>
                  <a:gd name="csY78" fmla="*/ 361950 h 533400"/>
                  <a:gd name="csX79" fmla="*/ 400050 w 647700"/>
                  <a:gd name="csY79" fmla="*/ 361950 h 533400"/>
                  <a:gd name="csX80" fmla="*/ 476250 w 647700"/>
                  <a:gd name="csY80" fmla="*/ 57150 h 533400"/>
                  <a:gd name="csX81" fmla="*/ 476250 w 647700"/>
                  <a:gd name="csY81" fmla="*/ 133350 h 533400"/>
                  <a:gd name="csX82" fmla="*/ 400050 w 647700"/>
                  <a:gd name="csY82" fmla="*/ 133350 h 533400"/>
                  <a:gd name="csX83" fmla="*/ 400050 w 647700"/>
                  <a:gd name="csY83" fmla="*/ 57150 h 533400"/>
                  <a:gd name="csX84" fmla="*/ 476250 w 647700"/>
                  <a:gd name="csY84" fmla="*/ 57150 h 533400"/>
                  <a:gd name="csX85" fmla="*/ 0 w 647700"/>
                  <a:gd name="csY85" fmla="*/ 0 h 533400"/>
                  <a:gd name="csX86" fmla="*/ 0 w 647700"/>
                  <a:gd name="csY86" fmla="*/ 533400 h 533400"/>
                  <a:gd name="csX87" fmla="*/ 647700 w 647700"/>
                  <a:gd name="csY87" fmla="*/ 533400 h 533400"/>
                  <a:gd name="csX88" fmla="*/ 647700 w 647700"/>
                  <a:gd name="csY88" fmla="*/ 0 h 533400"/>
                  <a:gd name="csX89" fmla="*/ 0 w 647700"/>
                  <a:gd name="csY89" fmla="*/ 0 h 533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</a:cxnLst>
                <a:rect l="l" t="t" r="r" b="b"/>
                <a:pathLst>
                  <a:path w="647700" h="533400">
                    <a:moveTo>
                      <a:pt x="590550" y="57150"/>
                    </a:moveTo>
                    <a:lnTo>
                      <a:pt x="590550" y="133350"/>
                    </a:lnTo>
                    <a:lnTo>
                      <a:pt x="514350" y="133350"/>
                    </a:lnTo>
                    <a:lnTo>
                      <a:pt x="514350" y="57150"/>
                    </a:lnTo>
                    <a:lnTo>
                      <a:pt x="590550" y="57150"/>
                    </a:lnTo>
                    <a:close/>
                    <a:moveTo>
                      <a:pt x="57150" y="400050"/>
                    </a:moveTo>
                    <a:lnTo>
                      <a:pt x="133350" y="400050"/>
                    </a:lnTo>
                    <a:lnTo>
                      <a:pt x="133350" y="476250"/>
                    </a:lnTo>
                    <a:lnTo>
                      <a:pt x="57150" y="476250"/>
                    </a:lnTo>
                    <a:lnTo>
                      <a:pt x="57150" y="400050"/>
                    </a:lnTo>
                    <a:close/>
                    <a:moveTo>
                      <a:pt x="247650" y="57150"/>
                    </a:moveTo>
                    <a:lnTo>
                      <a:pt x="247650" y="133350"/>
                    </a:lnTo>
                    <a:lnTo>
                      <a:pt x="171450" y="133350"/>
                    </a:lnTo>
                    <a:lnTo>
                      <a:pt x="171450" y="57150"/>
                    </a:lnTo>
                    <a:lnTo>
                      <a:pt x="247650" y="57150"/>
                    </a:lnTo>
                    <a:close/>
                    <a:moveTo>
                      <a:pt x="361950" y="57150"/>
                    </a:moveTo>
                    <a:lnTo>
                      <a:pt x="361950" y="133350"/>
                    </a:lnTo>
                    <a:lnTo>
                      <a:pt x="285750" y="133350"/>
                    </a:lnTo>
                    <a:lnTo>
                      <a:pt x="285750" y="57150"/>
                    </a:lnTo>
                    <a:lnTo>
                      <a:pt x="361950" y="57150"/>
                    </a:lnTo>
                    <a:close/>
                    <a:moveTo>
                      <a:pt x="476250" y="247650"/>
                    </a:moveTo>
                    <a:lnTo>
                      <a:pt x="400050" y="247650"/>
                    </a:lnTo>
                    <a:lnTo>
                      <a:pt x="400050" y="171450"/>
                    </a:lnTo>
                    <a:lnTo>
                      <a:pt x="476250" y="171450"/>
                    </a:lnTo>
                    <a:lnTo>
                      <a:pt x="476250" y="247650"/>
                    </a:lnTo>
                    <a:close/>
                    <a:moveTo>
                      <a:pt x="514350" y="247650"/>
                    </a:moveTo>
                    <a:lnTo>
                      <a:pt x="514350" y="171450"/>
                    </a:lnTo>
                    <a:lnTo>
                      <a:pt x="590550" y="171450"/>
                    </a:lnTo>
                    <a:lnTo>
                      <a:pt x="590550" y="247650"/>
                    </a:lnTo>
                    <a:lnTo>
                      <a:pt x="514350" y="247650"/>
                    </a:lnTo>
                    <a:close/>
                    <a:moveTo>
                      <a:pt x="514350" y="361950"/>
                    </a:moveTo>
                    <a:lnTo>
                      <a:pt x="514350" y="285750"/>
                    </a:lnTo>
                    <a:lnTo>
                      <a:pt x="590550" y="285750"/>
                    </a:lnTo>
                    <a:lnTo>
                      <a:pt x="590550" y="361950"/>
                    </a:lnTo>
                    <a:lnTo>
                      <a:pt x="514350" y="361950"/>
                    </a:lnTo>
                    <a:close/>
                    <a:moveTo>
                      <a:pt x="285750" y="400050"/>
                    </a:moveTo>
                    <a:lnTo>
                      <a:pt x="361950" y="400050"/>
                    </a:lnTo>
                    <a:lnTo>
                      <a:pt x="361950" y="476250"/>
                    </a:lnTo>
                    <a:lnTo>
                      <a:pt x="285750" y="476250"/>
                    </a:lnTo>
                    <a:lnTo>
                      <a:pt x="285750" y="400050"/>
                    </a:lnTo>
                    <a:close/>
                    <a:moveTo>
                      <a:pt x="247650" y="400050"/>
                    </a:moveTo>
                    <a:lnTo>
                      <a:pt x="247650" y="476250"/>
                    </a:lnTo>
                    <a:lnTo>
                      <a:pt x="171450" y="476250"/>
                    </a:lnTo>
                    <a:lnTo>
                      <a:pt x="171450" y="400050"/>
                    </a:lnTo>
                    <a:lnTo>
                      <a:pt x="247650" y="400050"/>
                    </a:lnTo>
                    <a:close/>
                    <a:moveTo>
                      <a:pt x="171450" y="285750"/>
                    </a:moveTo>
                    <a:lnTo>
                      <a:pt x="247650" y="285750"/>
                    </a:lnTo>
                    <a:lnTo>
                      <a:pt x="247650" y="361950"/>
                    </a:lnTo>
                    <a:lnTo>
                      <a:pt x="171450" y="361950"/>
                    </a:lnTo>
                    <a:lnTo>
                      <a:pt x="171450" y="285750"/>
                    </a:lnTo>
                    <a:close/>
                    <a:moveTo>
                      <a:pt x="133350" y="285750"/>
                    </a:moveTo>
                    <a:lnTo>
                      <a:pt x="133350" y="361950"/>
                    </a:lnTo>
                    <a:lnTo>
                      <a:pt x="57150" y="361950"/>
                    </a:lnTo>
                    <a:lnTo>
                      <a:pt x="57150" y="285750"/>
                    </a:lnTo>
                    <a:lnTo>
                      <a:pt x="133350" y="285750"/>
                    </a:lnTo>
                    <a:close/>
                    <a:moveTo>
                      <a:pt x="133350" y="171450"/>
                    </a:moveTo>
                    <a:lnTo>
                      <a:pt x="133350" y="247650"/>
                    </a:lnTo>
                    <a:lnTo>
                      <a:pt x="57150" y="247650"/>
                    </a:lnTo>
                    <a:lnTo>
                      <a:pt x="57150" y="171450"/>
                    </a:lnTo>
                    <a:lnTo>
                      <a:pt x="133350" y="171450"/>
                    </a:lnTo>
                    <a:close/>
                    <a:moveTo>
                      <a:pt x="247650" y="247650"/>
                    </a:moveTo>
                    <a:lnTo>
                      <a:pt x="171450" y="247650"/>
                    </a:lnTo>
                    <a:lnTo>
                      <a:pt x="171450" y="171450"/>
                    </a:lnTo>
                    <a:lnTo>
                      <a:pt x="247650" y="171450"/>
                    </a:lnTo>
                    <a:lnTo>
                      <a:pt x="247650" y="247650"/>
                    </a:lnTo>
                    <a:close/>
                    <a:moveTo>
                      <a:pt x="285750" y="247650"/>
                    </a:moveTo>
                    <a:lnTo>
                      <a:pt x="285750" y="171450"/>
                    </a:lnTo>
                    <a:lnTo>
                      <a:pt x="361950" y="171450"/>
                    </a:lnTo>
                    <a:lnTo>
                      <a:pt x="361950" y="247650"/>
                    </a:lnTo>
                    <a:lnTo>
                      <a:pt x="285750" y="247650"/>
                    </a:lnTo>
                    <a:close/>
                    <a:moveTo>
                      <a:pt x="361950" y="361950"/>
                    </a:moveTo>
                    <a:lnTo>
                      <a:pt x="285750" y="361950"/>
                    </a:lnTo>
                    <a:lnTo>
                      <a:pt x="285750" y="285750"/>
                    </a:lnTo>
                    <a:lnTo>
                      <a:pt x="361950" y="285750"/>
                    </a:lnTo>
                    <a:lnTo>
                      <a:pt x="361950" y="361950"/>
                    </a:lnTo>
                    <a:close/>
                    <a:moveTo>
                      <a:pt x="400050" y="361950"/>
                    </a:moveTo>
                    <a:lnTo>
                      <a:pt x="400050" y="285750"/>
                    </a:lnTo>
                    <a:lnTo>
                      <a:pt x="476250" y="285750"/>
                    </a:lnTo>
                    <a:lnTo>
                      <a:pt x="476250" y="361950"/>
                    </a:lnTo>
                    <a:lnTo>
                      <a:pt x="400050" y="361950"/>
                    </a:lnTo>
                    <a:close/>
                    <a:moveTo>
                      <a:pt x="476250" y="57150"/>
                    </a:moveTo>
                    <a:lnTo>
                      <a:pt x="476250" y="133350"/>
                    </a:lnTo>
                    <a:lnTo>
                      <a:pt x="400050" y="133350"/>
                    </a:lnTo>
                    <a:lnTo>
                      <a:pt x="400050" y="57150"/>
                    </a:lnTo>
                    <a:lnTo>
                      <a:pt x="476250" y="57150"/>
                    </a:lnTo>
                    <a:close/>
                    <a:moveTo>
                      <a:pt x="0" y="0"/>
                    </a:moveTo>
                    <a:lnTo>
                      <a:pt x="0" y="533400"/>
                    </a:lnTo>
                    <a:lnTo>
                      <a:pt x="647700" y="533400"/>
                    </a:lnTo>
                    <a:lnTo>
                      <a:pt x="647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387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5BED7E4D-6464-3E86-DCA0-DC7FCD648534}"/>
                  </a:ext>
                </a:extLst>
              </p:cNvPr>
              <p:cNvSpPr/>
              <p:nvPr/>
            </p:nvSpPr>
            <p:spPr>
              <a:xfrm>
                <a:off x="4086962" y="8350256"/>
                <a:ext cx="295122" cy="3472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387"/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8F7C4B7-3833-1728-507A-BD5A38D147B9}"/>
                </a:ext>
              </a:extLst>
            </p:cNvPr>
            <p:cNvGrpSpPr/>
            <p:nvPr/>
          </p:nvGrpSpPr>
          <p:grpSpPr>
            <a:xfrm>
              <a:off x="5155553" y="7926741"/>
              <a:ext cx="575732" cy="575732"/>
              <a:chOff x="5155553" y="7926741"/>
              <a:chExt cx="575732" cy="575732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8DE9830D-BD56-D52F-3EA7-B2F7B7B768E0}"/>
                  </a:ext>
                </a:extLst>
              </p:cNvPr>
              <p:cNvSpPr/>
              <p:nvPr/>
            </p:nvSpPr>
            <p:spPr>
              <a:xfrm>
                <a:off x="5155553" y="7926741"/>
                <a:ext cx="575732" cy="575732"/>
              </a:xfrm>
              <a:prstGeom prst="ellipse">
                <a:avLst/>
              </a:prstGeom>
              <a:solidFill>
                <a:srgbClr val="1E2D4C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  <p:sp>
            <p:nvSpPr>
              <p:cNvPr id="11" name="그래픽 9" descr="단일 톱니바퀴 단색으로 채워진">
                <a:extLst>
                  <a:ext uri="{FF2B5EF4-FFF2-40B4-BE49-F238E27FC236}">
                    <a16:creationId xmlns:a16="http://schemas.microsoft.com/office/drawing/2014/main" id="{C119262D-5E12-99D1-7E46-5D215043DC33}"/>
                  </a:ext>
                </a:extLst>
              </p:cNvPr>
              <p:cNvSpPr/>
              <p:nvPr/>
            </p:nvSpPr>
            <p:spPr>
              <a:xfrm>
                <a:off x="5295858" y="8067046"/>
                <a:ext cx="295122" cy="295122"/>
              </a:xfrm>
              <a:custGeom>
                <a:avLst/>
                <a:gdLst>
                  <a:gd name="csX0" fmla="*/ 323850 w 648652"/>
                  <a:gd name="csY0" fmla="*/ 438150 h 647700"/>
                  <a:gd name="csX1" fmla="*/ 209550 w 648652"/>
                  <a:gd name="csY1" fmla="*/ 323850 h 647700"/>
                  <a:gd name="csX2" fmla="*/ 323850 w 648652"/>
                  <a:gd name="csY2" fmla="*/ 209550 h 647700"/>
                  <a:gd name="csX3" fmla="*/ 438150 w 648652"/>
                  <a:gd name="csY3" fmla="*/ 323850 h 647700"/>
                  <a:gd name="csX4" fmla="*/ 323850 w 648652"/>
                  <a:gd name="csY4" fmla="*/ 438150 h 647700"/>
                  <a:gd name="csX5" fmla="*/ 581025 w 648652"/>
                  <a:gd name="csY5" fmla="*/ 252413 h 647700"/>
                  <a:gd name="csX6" fmla="*/ 556260 w 648652"/>
                  <a:gd name="csY6" fmla="*/ 193358 h 647700"/>
                  <a:gd name="csX7" fmla="*/ 580073 w 648652"/>
                  <a:gd name="csY7" fmla="*/ 121920 h 647700"/>
                  <a:gd name="csX8" fmla="*/ 525780 w 648652"/>
                  <a:gd name="csY8" fmla="*/ 67628 h 647700"/>
                  <a:gd name="csX9" fmla="*/ 454343 w 648652"/>
                  <a:gd name="csY9" fmla="*/ 91440 h 647700"/>
                  <a:gd name="csX10" fmla="*/ 394335 w 648652"/>
                  <a:gd name="csY10" fmla="*/ 66675 h 647700"/>
                  <a:gd name="csX11" fmla="*/ 361950 w 648652"/>
                  <a:gd name="csY11" fmla="*/ 0 h 647700"/>
                  <a:gd name="csX12" fmla="*/ 285750 w 648652"/>
                  <a:gd name="csY12" fmla="*/ 0 h 647700"/>
                  <a:gd name="csX13" fmla="*/ 252413 w 648652"/>
                  <a:gd name="csY13" fmla="*/ 66675 h 647700"/>
                  <a:gd name="csX14" fmla="*/ 193358 w 648652"/>
                  <a:gd name="csY14" fmla="*/ 91440 h 647700"/>
                  <a:gd name="csX15" fmla="*/ 121920 w 648652"/>
                  <a:gd name="csY15" fmla="*/ 67628 h 647700"/>
                  <a:gd name="csX16" fmla="*/ 67628 w 648652"/>
                  <a:gd name="csY16" fmla="*/ 121920 h 647700"/>
                  <a:gd name="csX17" fmla="*/ 91440 w 648652"/>
                  <a:gd name="csY17" fmla="*/ 193358 h 647700"/>
                  <a:gd name="csX18" fmla="*/ 66675 w 648652"/>
                  <a:gd name="csY18" fmla="*/ 253365 h 647700"/>
                  <a:gd name="csX19" fmla="*/ 0 w 648652"/>
                  <a:gd name="csY19" fmla="*/ 285750 h 647700"/>
                  <a:gd name="csX20" fmla="*/ 0 w 648652"/>
                  <a:gd name="csY20" fmla="*/ 361950 h 647700"/>
                  <a:gd name="csX21" fmla="*/ 66675 w 648652"/>
                  <a:gd name="csY21" fmla="*/ 395288 h 647700"/>
                  <a:gd name="csX22" fmla="*/ 91440 w 648652"/>
                  <a:gd name="csY22" fmla="*/ 454343 h 647700"/>
                  <a:gd name="csX23" fmla="*/ 67628 w 648652"/>
                  <a:gd name="csY23" fmla="*/ 525780 h 647700"/>
                  <a:gd name="csX24" fmla="*/ 121920 w 648652"/>
                  <a:gd name="csY24" fmla="*/ 580073 h 647700"/>
                  <a:gd name="csX25" fmla="*/ 193358 w 648652"/>
                  <a:gd name="csY25" fmla="*/ 556260 h 647700"/>
                  <a:gd name="csX26" fmla="*/ 253365 w 648652"/>
                  <a:gd name="csY26" fmla="*/ 581025 h 647700"/>
                  <a:gd name="csX27" fmla="*/ 286703 w 648652"/>
                  <a:gd name="csY27" fmla="*/ 647700 h 647700"/>
                  <a:gd name="csX28" fmla="*/ 362903 w 648652"/>
                  <a:gd name="csY28" fmla="*/ 647700 h 647700"/>
                  <a:gd name="csX29" fmla="*/ 396240 w 648652"/>
                  <a:gd name="csY29" fmla="*/ 581025 h 647700"/>
                  <a:gd name="csX30" fmla="*/ 455295 w 648652"/>
                  <a:gd name="csY30" fmla="*/ 556260 h 647700"/>
                  <a:gd name="csX31" fmla="*/ 526733 w 648652"/>
                  <a:gd name="csY31" fmla="*/ 580073 h 647700"/>
                  <a:gd name="csX32" fmla="*/ 581025 w 648652"/>
                  <a:gd name="csY32" fmla="*/ 525780 h 647700"/>
                  <a:gd name="csX33" fmla="*/ 557213 w 648652"/>
                  <a:gd name="csY33" fmla="*/ 454343 h 647700"/>
                  <a:gd name="csX34" fmla="*/ 581978 w 648652"/>
                  <a:gd name="csY34" fmla="*/ 394335 h 647700"/>
                  <a:gd name="csX35" fmla="*/ 648653 w 648652"/>
                  <a:gd name="csY35" fmla="*/ 360998 h 647700"/>
                  <a:gd name="csX36" fmla="*/ 648653 w 648652"/>
                  <a:gd name="csY36" fmla="*/ 284798 h 647700"/>
                  <a:gd name="csX37" fmla="*/ 581025 w 648652"/>
                  <a:gd name="csY37" fmla="*/ 252413 h 647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</a:cxnLst>
                <a:rect l="l" t="t" r="r" b="b"/>
                <a:pathLst>
                  <a:path w="648652" h="647700">
                    <a:moveTo>
                      <a:pt x="323850" y="438150"/>
                    </a:moveTo>
                    <a:cubicBezTo>
                      <a:pt x="260985" y="438150"/>
                      <a:pt x="209550" y="386715"/>
                      <a:pt x="209550" y="323850"/>
                    </a:cubicBezTo>
                    <a:cubicBezTo>
                      <a:pt x="209550" y="260985"/>
                      <a:pt x="260985" y="209550"/>
                      <a:pt x="323850" y="209550"/>
                    </a:cubicBezTo>
                    <a:cubicBezTo>
                      <a:pt x="386715" y="209550"/>
                      <a:pt x="438150" y="260985"/>
                      <a:pt x="438150" y="323850"/>
                    </a:cubicBezTo>
                    <a:cubicBezTo>
                      <a:pt x="438150" y="386715"/>
                      <a:pt x="386715" y="438150"/>
                      <a:pt x="323850" y="438150"/>
                    </a:cubicBezTo>
                    <a:close/>
                    <a:moveTo>
                      <a:pt x="581025" y="252413"/>
                    </a:moveTo>
                    <a:cubicBezTo>
                      <a:pt x="575310" y="231458"/>
                      <a:pt x="566738" y="211455"/>
                      <a:pt x="556260" y="193358"/>
                    </a:cubicBezTo>
                    <a:lnTo>
                      <a:pt x="580073" y="121920"/>
                    </a:lnTo>
                    <a:lnTo>
                      <a:pt x="525780" y="67628"/>
                    </a:lnTo>
                    <a:lnTo>
                      <a:pt x="454343" y="91440"/>
                    </a:lnTo>
                    <a:cubicBezTo>
                      <a:pt x="435293" y="80963"/>
                      <a:pt x="415290" y="72390"/>
                      <a:pt x="394335" y="66675"/>
                    </a:cubicBezTo>
                    <a:lnTo>
                      <a:pt x="361950" y="0"/>
                    </a:lnTo>
                    <a:lnTo>
                      <a:pt x="285750" y="0"/>
                    </a:lnTo>
                    <a:lnTo>
                      <a:pt x="252413" y="66675"/>
                    </a:lnTo>
                    <a:cubicBezTo>
                      <a:pt x="231458" y="72390"/>
                      <a:pt x="211455" y="80963"/>
                      <a:pt x="193358" y="91440"/>
                    </a:cubicBezTo>
                    <a:lnTo>
                      <a:pt x="121920" y="67628"/>
                    </a:lnTo>
                    <a:lnTo>
                      <a:pt x="67628" y="121920"/>
                    </a:lnTo>
                    <a:lnTo>
                      <a:pt x="91440" y="193358"/>
                    </a:lnTo>
                    <a:cubicBezTo>
                      <a:pt x="80963" y="212408"/>
                      <a:pt x="72390" y="232410"/>
                      <a:pt x="66675" y="253365"/>
                    </a:cubicBezTo>
                    <a:lnTo>
                      <a:pt x="0" y="285750"/>
                    </a:lnTo>
                    <a:lnTo>
                      <a:pt x="0" y="361950"/>
                    </a:lnTo>
                    <a:lnTo>
                      <a:pt x="66675" y="395288"/>
                    </a:lnTo>
                    <a:cubicBezTo>
                      <a:pt x="72390" y="416243"/>
                      <a:pt x="80963" y="436245"/>
                      <a:pt x="91440" y="454343"/>
                    </a:cubicBezTo>
                    <a:lnTo>
                      <a:pt x="67628" y="525780"/>
                    </a:lnTo>
                    <a:lnTo>
                      <a:pt x="121920" y="580073"/>
                    </a:lnTo>
                    <a:lnTo>
                      <a:pt x="193358" y="556260"/>
                    </a:lnTo>
                    <a:cubicBezTo>
                      <a:pt x="212408" y="566738"/>
                      <a:pt x="232410" y="575310"/>
                      <a:pt x="253365" y="581025"/>
                    </a:cubicBezTo>
                    <a:lnTo>
                      <a:pt x="286703" y="647700"/>
                    </a:lnTo>
                    <a:lnTo>
                      <a:pt x="362903" y="647700"/>
                    </a:lnTo>
                    <a:lnTo>
                      <a:pt x="396240" y="581025"/>
                    </a:lnTo>
                    <a:cubicBezTo>
                      <a:pt x="417195" y="575310"/>
                      <a:pt x="437198" y="566738"/>
                      <a:pt x="455295" y="556260"/>
                    </a:cubicBezTo>
                    <a:lnTo>
                      <a:pt x="526733" y="580073"/>
                    </a:lnTo>
                    <a:lnTo>
                      <a:pt x="581025" y="525780"/>
                    </a:lnTo>
                    <a:lnTo>
                      <a:pt x="557213" y="454343"/>
                    </a:lnTo>
                    <a:cubicBezTo>
                      <a:pt x="567690" y="435293"/>
                      <a:pt x="576263" y="415290"/>
                      <a:pt x="581978" y="394335"/>
                    </a:cubicBezTo>
                    <a:lnTo>
                      <a:pt x="648653" y="360998"/>
                    </a:lnTo>
                    <a:lnTo>
                      <a:pt x="648653" y="284798"/>
                    </a:lnTo>
                    <a:lnTo>
                      <a:pt x="581025" y="252413"/>
                    </a:lnTo>
                    <a:close/>
                  </a:path>
                </a:pathLst>
              </a:custGeom>
              <a:solidFill>
                <a:srgbClr val="FAF8F4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87"/>
              </a:p>
            </p:txBody>
          </p:sp>
        </p:grpSp>
        <p:sp>
          <p:nvSpPr>
            <p:cNvPr id="9" name="그래픽 15" descr="주택 윤곽선">
              <a:extLst>
                <a:ext uri="{FF2B5EF4-FFF2-40B4-BE49-F238E27FC236}">
                  <a16:creationId xmlns:a16="http://schemas.microsoft.com/office/drawing/2014/main" id="{62C7DB6E-6E84-FAF5-2654-E6B1EEB44860}"/>
                </a:ext>
              </a:extLst>
            </p:cNvPr>
            <p:cNvSpPr>
              <a:spLocks/>
            </p:cNvSpPr>
            <p:nvPr/>
          </p:nvSpPr>
          <p:spPr>
            <a:xfrm>
              <a:off x="1267020" y="8281429"/>
              <a:ext cx="295122" cy="295122"/>
            </a:xfrm>
            <a:custGeom>
              <a:avLst/>
              <a:gdLst>
                <a:gd name="csX0" fmla="*/ 0 w 789298"/>
                <a:gd name="csY0" fmla="*/ 374885 h 699134"/>
                <a:gd name="csX1" fmla="*/ 61808 w 789298"/>
                <a:gd name="csY1" fmla="*/ 436683 h 699134"/>
                <a:gd name="csX2" fmla="*/ 108899 w 789298"/>
                <a:gd name="csY2" fmla="*/ 392087 h 699134"/>
                <a:gd name="csX3" fmla="*/ 108899 w 789298"/>
                <a:gd name="csY3" fmla="*/ 698906 h 699134"/>
                <a:gd name="csX4" fmla="*/ 347024 w 789298"/>
                <a:gd name="csY4" fmla="*/ 699002 h 699134"/>
                <a:gd name="csX5" fmla="*/ 347024 w 789298"/>
                <a:gd name="csY5" fmla="*/ 461172 h 699134"/>
                <a:gd name="csX6" fmla="*/ 442274 w 789298"/>
                <a:gd name="csY6" fmla="*/ 461172 h 699134"/>
                <a:gd name="csX7" fmla="*/ 442274 w 789298"/>
                <a:gd name="csY7" fmla="*/ 699040 h 699134"/>
                <a:gd name="csX8" fmla="*/ 680399 w 789298"/>
                <a:gd name="csY8" fmla="*/ 699135 h 699134"/>
                <a:gd name="csX9" fmla="*/ 680399 w 789298"/>
                <a:gd name="csY9" fmla="*/ 391687 h 699134"/>
                <a:gd name="csX10" fmla="*/ 727729 w 789298"/>
                <a:gd name="csY10" fmla="*/ 436455 h 699134"/>
                <a:gd name="csX11" fmla="*/ 789299 w 789298"/>
                <a:gd name="csY11" fmla="*/ 374894 h 699134"/>
                <a:gd name="csX12" fmla="*/ 394649 w 789298"/>
                <a:gd name="csY12" fmla="*/ 0 h 699134"/>
                <a:gd name="csX13" fmla="*/ 661349 w 789298"/>
                <a:gd name="csY13" fmla="*/ 680085 h 699134"/>
                <a:gd name="csX14" fmla="*/ 461324 w 789298"/>
                <a:gd name="csY14" fmla="*/ 679999 h 699134"/>
                <a:gd name="csX15" fmla="*/ 461324 w 789298"/>
                <a:gd name="csY15" fmla="*/ 442122 h 699134"/>
                <a:gd name="csX16" fmla="*/ 327974 w 789298"/>
                <a:gd name="csY16" fmla="*/ 442122 h 699134"/>
                <a:gd name="csX17" fmla="*/ 327974 w 789298"/>
                <a:gd name="csY17" fmla="*/ 679942 h 699134"/>
                <a:gd name="csX18" fmla="*/ 127949 w 789298"/>
                <a:gd name="csY18" fmla="*/ 679866 h 699134"/>
                <a:gd name="csX19" fmla="*/ 127949 w 789298"/>
                <a:gd name="csY19" fmla="*/ 374047 h 699134"/>
                <a:gd name="csX20" fmla="*/ 394649 w 789298"/>
                <a:gd name="csY20" fmla="*/ 121482 h 699134"/>
                <a:gd name="csX21" fmla="*/ 661349 w 789298"/>
                <a:gd name="csY21" fmla="*/ 373675 h 699134"/>
                <a:gd name="csX22" fmla="*/ 62170 w 789298"/>
                <a:gd name="csY22" fmla="*/ 410108 h 699134"/>
                <a:gd name="csX23" fmla="*/ 27299 w 789298"/>
                <a:gd name="csY23" fmla="*/ 375285 h 699134"/>
                <a:gd name="csX24" fmla="*/ 394649 w 789298"/>
                <a:gd name="csY24" fmla="*/ 26251 h 699134"/>
                <a:gd name="csX25" fmla="*/ 762000 w 789298"/>
                <a:gd name="csY25" fmla="*/ 375285 h 699134"/>
                <a:gd name="csX26" fmla="*/ 727358 w 789298"/>
                <a:gd name="csY26" fmla="*/ 409880 h 699134"/>
                <a:gd name="csX27" fmla="*/ 394649 w 789298"/>
                <a:gd name="csY27" fmla="*/ 95250 h 699134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394649 w 789299"/>
                <a:gd name="csY28" fmla="*/ 95250 h 699135"/>
                <a:gd name="csX29" fmla="*/ 62170 w 789299"/>
                <a:gd name="csY29" fmla="*/ 410108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661349 w 789299"/>
                <a:gd name="csY14" fmla="*/ 680085 h 699135"/>
                <a:gd name="csX15" fmla="*/ 461324 w 789299"/>
                <a:gd name="csY15" fmla="*/ 679999 h 699135"/>
                <a:gd name="csX16" fmla="*/ 461324 w 789299"/>
                <a:gd name="csY16" fmla="*/ 442122 h 699135"/>
                <a:gd name="csX17" fmla="*/ 327974 w 789299"/>
                <a:gd name="csY17" fmla="*/ 442122 h 699135"/>
                <a:gd name="csX18" fmla="*/ 327974 w 789299"/>
                <a:gd name="csY18" fmla="*/ 679942 h 699135"/>
                <a:gd name="csX19" fmla="*/ 127949 w 789299"/>
                <a:gd name="csY19" fmla="*/ 679866 h 699135"/>
                <a:gd name="csX20" fmla="*/ 127949 w 789299"/>
                <a:gd name="csY20" fmla="*/ 374047 h 699135"/>
                <a:gd name="csX21" fmla="*/ 394649 w 789299"/>
                <a:gd name="csY21" fmla="*/ 121482 h 699135"/>
                <a:gd name="csX22" fmla="*/ 661349 w 789299"/>
                <a:gd name="csY22" fmla="*/ 680085 h 699135"/>
                <a:gd name="csX23" fmla="*/ 62170 w 789299"/>
                <a:gd name="csY23" fmla="*/ 410108 h 699135"/>
                <a:gd name="csX24" fmla="*/ 27299 w 789299"/>
                <a:gd name="csY24" fmla="*/ 375285 h 699135"/>
                <a:gd name="csX25" fmla="*/ 394649 w 789299"/>
                <a:gd name="csY25" fmla="*/ 26251 h 699135"/>
                <a:gd name="csX26" fmla="*/ 762000 w 789299"/>
                <a:gd name="csY26" fmla="*/ 375285 h 699135"/>
                <a:gd name="csX27" fmla="*/ 727358 w 789299"/>
                <a:gd name="csY27" fmla="*/ 409880 h 699135"/>
                <a:gd name="csX28" fmla="*/ 62170 w 789299"/>
                <a:gd name="csY28" fmla="*/ 410108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394649 w 789299"/>
                <a:gd name="csY23" fmla="*/ 121482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27" fmla="*/ 486089 w 789299"/>
                <a:gd name="csY27" fmla="*/ 117691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28" fmla="*/ 490852 w 789299"/>
                <a:gd name="csY28" fmla="*/ 119279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394649 w 789299"/>
                <a:gd name="csY24" fmla="*/ 121482 h 699135"/>
                <a:gd name="csX25" fmla="*/ 661349 w 789299"/>
                <a:gd name="csY25" fmla="*/ 680085 h 699135"/>
                <a:gd name="csX26" fmla="*/ 62170 w 789299"/>
                <a:gd name="csY26" fmla="*/ 410108 h 699135"/>
                <a:gd name="csX27" fmla="*/ 27299 w 789299"/>
                <a:gd name="csY27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25" fmla="*/ 62170 w 789299"/>
                <a:gd name="csY25" fmla="*/ 410108 h 699135"/>
                <a:gd name="csX26" fmla="*/ 27299 w 789299"/>
                <a:gd name="csY26" fmla="*/ 3752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2170 w 789299"/>
                <a:gd name="csY2" fmla="*/ 410108 h 699135"/>
                <a:gd name="csX3" fmla="*/ 61808 w 789299"/>
                <a:gd name="csY3" fmla="*/ 436683 h 699135"/>
                <a:gd name="csX4" fmla="*/ 108899 w 789299"/>
                <a:gd name="csY4" fmla="*/ 392087 h 699135"/>
                <a:gd name="csX5" fmla="*/ 108899 w 789299"/>
                <a:gd name="csY5" fmla="*/ 698906 h 699135"/>
                <a:gd name="csX6" fmla="*/ 347024 w 789299"/>
                <a:gd name="csY6" fmla="*/ 699002 h 699135"/>
                <a:gd name="csX7" fmla="*/ 347024 w 789299"/>
                <a:gd name="csY7" fmla="*/ 461172 h 699135"/>
                <a:gd name="csX8" fmla="*/ 442274 w 789299"/>
                <a:gd name="csY8" fmla="*/ 461172 h 699135"/>
                <a:gd name="csX9" fmla="*/ 442274 w 789299"/>
                <a:gd name="csY9" fmla="*/ 699040 h 699135"/>
                <a:gd name="csX10" fmla="*/ 680399 w 789299"/>
                <a:gd name="csY10" fmla="*/ 699135 h 699135"/>
                <a:gd name="csX11" fmla="*/ 680399 w 789299"/>
                <a:gd name="csY11" fmla="*/ 391687 h 699135"/>
                <a:gd name="csX12" fmla="*/ 727729 w 789299"/>
                <a:gd name="csY12" fmla="*/ 436455 h 699135"/>
                <a:gd name="csX13" fmla="*/ 789299 w 789299"/>
                <a:gd name="csY13" fmla="*/ 374894 h 699135"/>
                <a:gd name="csX14" fmla="*/ 394649 w 789299"/>
                <a:gd name="csY14" fmla="*/ 0 h 699135"/>
                <a:gd name="csX15" fmla="*/ 0 w 789299"/>
                <a:gd name="csY15" fmla="*/ 374885 h 699135"/>
                <a:gd name="csX16" fmla="*/ 762000 w 789299"/>
                <a:gd name="csY16" fmla="*/ 375285 h 699135"/>
                <a:gd name="csX17" fmla="*/ 661349 w 789299"/>
                <a:gd name="csY17" fmla="*/ 680085 h 699135"/>
                <a:gd name="csX18" fmla="*/ 461324 w 789299"/>
                <a:gd name="csY18" fmla="*/ 679999 h 699135"/>
                <a:gd name="csX19" fmla="*/ 461324 w 789299"/>
                <a:gd name="csY19" fmla="*/ 442122 h 699135"/>
                <a:gd name="csX20" fmla="*/ 327974 w 789299"/>
                <a:gd name="csY20" fmla="*/ 442122 h 699135"/>
                <a:gd name="csX21" fmla="*/ 327974 w 789299"/>
                <a:gd name="csY21" fmla="*/ 679942 h 699135"/>
                <a:gd name="csX22" fmla="*/ 127949 w 789299"/>
                <a:gd name="csY22" fmla="*/ 679866 h 699135"/>
                <a:gd name="csX23" fmla="*/ 127949 w 789299"/>
                <a:gd name="csY23" fmla="*/ 374047 h 699135"/>
                <a:gd name="csX24" fmla="*/ 661349 w 789299"/>
                <a:gd name="csY24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127949 w 789299"/>
                <a:gd name="csY22" fmla="*/ 374047 h 699135"/>
                <a:gd name="csX23" fmla="*/ 661349 w 789299"/>
                <a:gd name="csY23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127949 w 789299"/>
                <a:gd name="csY21" fmla="*/ 679866 h 699135"/>
                <a:gd name="csX22" fmla="*/ 661349 w 789299"/>
                <a:gd name="csY22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327974 w 789299"/>
                <a:gd name="csY20" fmla="*/ 679942 h 699135"/>
                <a:gd name="csX21" fmla="*/ 661349 w 789299"/>
                <a:gd name="csY21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327974 w 789299"/>
                <a:gd name="csY19" fmla="*/ 442122 h 699135"/>
                <a:gd name="csX20" fmla="*/ 661349 w 789299"/>
                <a:gd name="csY20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461324 w 789299"/>
                <a:gd name="csY18" fmla="*/ 442122 h 699135"/>
                <a:gd name="csX19" fmla="*/ 661349 w 789299"/>
                <a:gd name="csY19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16" fmla="*/ 661349 w 789299"/>
                <a:gd name="csY16" fmla="*/ 680085 h 699135"/>
                <a:gd name="csX17" fmla="*/ 461324 w 789299"/>
                <a:gd name="csY17" fmla="*/ 679999 h 699135"/>
                <a:gd name="csX18" fmla="*/ 661349 w 789299"/>
                <a:gd name="csY18" fmla="*/ 680085 h 699135"/>
                <a:gd name="csX0" fmla="*/ 762000 w 789299"/>
                <a:gd name="csY0" fmla="*/ 375285 h 699135"/>
                <a:gd name="csX1" fmla="*/ 727358 w 789299"/>
                <a:gd name="csY1" fmla="*/ 409880 h 699135"/>
                <a:gd name="csX2" fmla="*/ 61808 w 789299"/>
                <a:gd name="csY2" fmla="*/ 436683 h 699135"/>
                <a:gd name="csX3" fmla="*/ 108899 w 789299"/>
                <a:gd name="csY3" fmla="*/ 392087 h 699135"/>
                <a:gd name="csX4" fmla="*/ 108899 w 789299"/>
                <a:gd name="csY4" fmla="*/ 698906 h 699135"/>
                <a:gd name="csX5" fmla="*/ 347024 w 789299"/>
                <a:gd name="csY5" fmla="*/ 699002 h 699135"/>
                <a:gd name="csX6" fmla="*/ 347024 w 789299"/>
                <a:gd name="csY6" fmla="*/ 461172 h 699135"/>
                <a:gd name="csX7" fmla="*/ 442274 w 789299"/>
                <a:gd name="csY7" fmla="*/ 461172 h 699135"/>
                <a:gd name="csX8" fmla="*/ 442274 w 789299"/>
                <a:gd name="csY8" fmla="*/ 699040 h 699135"/>
                <a:gd name="csX9" fmla="*/ 680399 w 789299"/>
                <a:gd name="csY9" fmla="*/ 699135 h 699135"/>
                <a:gd name="csX10" fmla="*/ 680399 w 789299"/>
                <a:gd name="csY10" fmla="*/ 391687 h 699135"/>
                <a:gd name="csX11" fmla="*/ 727729 w 789299"/>
                <a:gd name="csY11" fmla="*/ 436455 h 699135"/>
                <a:gd name="csX12" fmla="*/ 789299 w 789299"/>
                <a:gd name="csY12" fmla="*/ 374894 h 699135"/>
                <a:gd name="csX13" fmla="*/ 394649 w 789299"/>
                <a:gd name="csY13" fmla="*/ 0 h 699135"/>
                <a:gd name="csX14" fmla="*/ 0 w 789299"/>
                <a:gd name="csY14" fmla="*/ 374885 h 699135"/>
                <a:gd name="csX15" fmla="*/ 762000 w 789299"/>
                <a:gd name="csY15" fmla="*/ 375285 h 699135"/>
                <a:gd name="csX0" fmla="*/ 762000 w 789299"/>
                <a:gd name="csY0" fmla="*/ 3752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  <a:gd name="csX14" fmla="*/ 762000 w 789299"/>
                <a:gd name="csY14" fmla="*/ 375285 h 699135"/>
                <a:gd name="csX0" fmla="*/ 0 w 789299"/>
                <a:gd name="csY0" fmla="*/ 374885 h 699135"/>
                <a:gd name="csX1" fmla="*/ 61808 w 789299"/>
                <a:gd name="csY1" fmla="*/ 436683 h 699135"/>
                <a:gd name="csX2" fmla="*/ 108899 w 789299"/>
                <a:gd name="csY2" fmla="*/ 392087 h 699135"/>
                <a:gd name="csX3" fmla="*/ 108899 w 789299"/>
                <a:gd name="csY3" fmla="*/ 698906 h 699135"/>
                <a:gd name="csX4" fmla="*/ 347024 w 789299"/>
                <a:gd name="csY4" fmla="*/ 699002 h 699135"/>
                <a:gd name="csX5" fmla="*/ 347024 w 789299"/>
                <a:gd name="csY5" fmla="*/ 461172 h 699135"/>
                <a:gd name="csX6" fmla="*/ 442274 w 789299"/>
                <a:gd name="csY6" fmla="*/ 461172 h 699135"/>
                <a:gd name="csX7" fmla="*/ 442274 w 789299"/>
                <a:gd name="csY7" fmla="*/ 699040 h 699135"/>
                <a:gd name="csX8" fmla="*/ 680399 w 789299"/>
                <a:gd name="csY8" fmla="*/ 699135 h 699135"/>
                <a:gd name="csX9" fmla="*/ 680399 w 789299"/>
                <a:gd name="csY9" fmla="*/ 391687 h 699135"/>
                <a:gd name="csX10" fmla="*/ 727729 w 789299"/>
                <a:gd name="csY10" fmla="*/ 436455 h 699135"/>
                <a:gd name="csX11" fmla="*/ 789299 w 789299"/>
                <a:gd name="csY11" fmla="*/ 374894 h 699135"/>
                <a:gd name="csX12" fmla="*/ 394649 w 789299"/>
                <a:gd name="csY12" fmla="*/ 0 h 699135"/>
                <a:gd name="csX13" fmla="*/ 0 w 789299"/>
                <a:gd name="csY13" fmla="*/ 374885 h 699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789299" h="699135">
                  <a:moveTo>
                    <a:pt x="0" y="374885"/>
                  </a:moveTo>
                  <a:lnTo>
                    <a:pt x="61808" y="436683"/>
                  </a:lnTo>
                  <a:lnTo>
                    <a:pt x="108899" y="392087"/>
                  </a:lnTo>
                  <a:lnTo>
                    <a:pt x="108899" y="698906"/>
                  </a:lnTo>
                  <a:lnTo>
                    <a:pt x="347024" y="699002"/>
                  </a:lnTo>
                  <a:lnTo>
                    <a:pt x="347024" y="461172"/>
                  </a:lnTo>
                  <a:lnTo>
                    <a:pt x="442274" y="461172"/>
                  </a:lnTo>
                  <a:lnTo>
                    <a:pt x="442274" y="699040"/>
                  </a:lnTo>
                  <a:lnTo>
                    <a:pt x="680399" y="699135"/>
                  </a:lnTo>
                  <a:lnTo>
                    <a:pt x="680399" y="391687"/>
                  </a:lnTo>
                  <a:lnTo>
                    <a:pt x="727729" y="436455"/>
                  </a:lnTo>
                  <a:lnTo>
                    <a:pt x="789299" y="374894"/>
                  </a:lnTo>
                  <a:lnTo>
                    <a:pt x="394649" y="0"/>
                  </a:lnTo>
                  <a:lnTo>
                    <a:pt x="0" y="37488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387" dirty="0"/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38C7736-B7FC-12FF-FA6C-22FCFB02877C}"/>
              </a:ext>
            </a:extLst>
          </p:cNvPr>
          <p:cNvSpPr/>
          <p:nvPr/>
        </p:nvSpPr>
        <p:spPr>
          <a:xfrm>
            <a:off x="341842" y="1453092"/>
            <a:ext cx="2735791" cy="2853176"/>
          </a:xfrm>
          <a:prstGeom prst="roundRect">
            <a:avLst/>
          </a:prstGeom>
          <a:solidFill>
            <a:srgbClr val="FEFDF8"/>
          </a:solidFill>
          <a:ln>
            <a:noFill/>
          </a:ln>
          <a:effectLst>
            <a:outerShdw blurRad="114300" dist="76200" dir="3420000" algn="tl" rotWithShape="0">
              <a:prstClr val="black">
                <a:alpha val="2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87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29841F-70F3-5DCA-CC86-0AAF6CCCA16C}"/>
              </a:ext>
            </a:extLst>
          </p:cNvPr>
          <p:cNvSpPr txBox="1"/>
          <p:nvPr/>
        </p:nvSpPr>
        <p:spPr>
          <a:xfrm>
            <a:off x="1046710" y="1943653"/>
            <a:ext cx="14499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프로필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별명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아바타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로그아웃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테마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버튼으로 시스템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해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제스쳐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설정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아이콘으로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정보는 하단에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52FA344-0A19-D050-82B4-C0766AA8C4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3301" y="3351062"/>
            <a:ext cx="1334774" cy="26104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374D21-7FF5-5670-48FD-D47B512C5B5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61211" y="2655739"/>
            <a:ext cx="409405" cy="26104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782BBFB-E7E7-E600-67F0-36FC0B96A5B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31169" y="2980798"/>
            <a:ext cx="409405" cy="26104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3A4994-3FC2-57DF-C3AE-7BF8D27417FA}"/>
              </a:ext>
            </a:extLst>
          </p:cNvPr>
          <p:cNvGrpSpPr/>
          <p:nvPr/>
        </p:nvGrpSpPr>
        <p:grpSpPr>
          <a:xfrm>
            <a:off x="3138715" y="2760323"/>
            <a:ext cx="360000" cy="180000"/>
            <a:chOff x="3138715" y="2760323"/>
            <a:chExt cx="360000" cy="18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A67129B-6EAC-630E-A709-786103919427}"/>
                </a:ext>
              </a:extLst>
            </p:cNvPr>
            <p:cNvSpPr/>
            <p:nvPr/>
          </p:nvSpPr>
          <p:spPr>
            <a:xfrm>
              <a:off x="3138715" y="2760323"/>
              <a:ext cx="360000" cy="180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5F1500B8-5664-22A8-9334-32B89851853A}"/>
                </a:ext>
              </a:extLst>
            </p:cNvPr>
            <p:cNvSpPr/>
            <p:nvPr/>
          </p:nvSpPr>
          <p:spPr>
            <a:xfrm>
              <a:off x="3155551" y="2772923"/>
              <a:ext cx="151200" cy="15120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730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vivid mj">
      <a:dk1>
        <a:sysClr val="windowText" lastClr="000000"/>
      </a:dk1>
      <a:lt1>
        <a:sysClr val="window" lastClr="FFFFFF"/>
      </a:lt1>
      <a:dk2>
        <a:srgbClr val="323232"/>
      </a:dk2>
      <a:lt2>
        <a:srgbClr val="F1EFE9"/>
      </a:lt2>
      <a:accent1>
        <a:srgbClr val="E40000"/>
      </a:accent1>
      <a:accent2>
        <a:srgbClr val="FB5E01"/>
      </a:accent2>
      <a:accent3>
        <a:srgbClr val="F584B5"/>
      </a:accent3>
      <a:accent4>
        <a:srgbClr val="FCC117"/>
      </a:accent4>
      <a:accent5>
        <a:srgbClr val="9AC8C8"/>
      </a:accent5>
      <a:accent6>
        <a:srgbClr val="005A5A"/>
      </a:accent6>
      <a:hlink>
        <a:srgbClr val="0070C0"/>
      </a:hlink>
      <a:folHlink>
        <a:srgbClr val="FF0000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929DACA-1948-4C6A-AC4F-A8DB9F443F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cb5c456-d79f-4e99-8698-fce3db2fef8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4207</TotalTime>
  <Words>574</Words>
  <Application>Microsoft Office PowerPoint</Application>
  <PresentationFormat>사용자 지정</PresentationFormat>
  <Paragraphs>348</Paragraphs>
  <Slides>19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Pretendard</vt:lpstr>
      <vt:lpstr>Pretendard Light</vt:lpstr>
      <vt:lpstr>Pretendard Medium</vt:lpstr>
      <vt:lpstr>Pretendard SemiBold</vt:lpstr>
      <vt:lpstr>맑은 고딕</vt:lpstr>
      <vt:lpstr>Aptos</vt:lpstr>
      <vt:lpstr>Aptos Display</vt:lpstr>
      <vt:lpstr>Arial</vt:lpstr>
      <vt:lpstr>Bodoni MT Black</vt:lpstr>
      <vt:lpstr>Cavorting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젤 이</dc:creator>
  <cp:lastModifiedBy>젤 이</cp:lastModifiedBy>
  <cp:revision>23</cp:revision>
  <dcterms:created xsi:type="dcterms:W3CDTF">2026-08-13T10:59:55Z</dcterms:created>
  <dcterms:modified xsi:type="dcterms:W3CDTF">2026-08-17T00:01:52Z</dcterms:modified>
</cp:coreProperties>
</file>