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1" r:id="rId2"/>
    <p:sldId id="258" r:id="rId3"/>
    <p:sldId id="259" r:id="rId4"/>
    <p:sldId id="257" r:id="rId5"/>
    <p:sldId id="260" r:id="rId6"/>
    <p:sldId id="256" r:id="rId7"/>
  </p:sldIdLst>
  <p:sldSz cx="6840538" cy="5129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6" userDrawn="1">
          <p15:clr>
            <a:srgbClr val="A4A3A4"/>
          </p15:clr>
        </p15:guide>
        <p15:guide id="2" pos="2155" userDrawn="1">
          <p15:clr>
            <a:srgbClr val="A4A3A4"/>
          </p15:clr>
        </p15:guide>
        <p15:guide id="3" pos="317" userDrawn="1">
          <p15:clr>
            <a:srgbClr val="A4A3A4"/>
          </p15:clr>
        </p15:guide>
        <p15:guide id="4" pos="3992" userDrawn="1">
          <p15:clr>
            <a:srgbClr val="A4A3A4"/>
          </p15:clr>
        </p15:guide>
        <p15:guide id="5" orient="horz" pos="2908" userDrawn="1">
          <p15:clr>
            <a:srgbClr val="A4A3A4"/>
          </p15:clr>
        </p15:guide>
        <p15:guide id="6" orient="horz" pos="32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8F4"/>
    <a:srgbClr val="E6E9DE"/>
    <a:srgbClr val="CD681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1256" y="528"/>
      </p:cViewPr>
      <p:guideLst>
        <p:guide orient="horz" pos="1616"/>
        <p:guide pos="2155"/>
        <p:guide pos="317"/>
        <p:guide pos="3992"/>
        <p:guide orient="horz" pos="2908"/>
        <p:guide orient="horz" pos="32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3041" y="839434"/>
            <a:ext cx="5814457" cy="1785726"/>
          </a:xfrm>
        </p:spPr>
        <p:txBody>
          <a:bodyPr anchor="b"/>
          <a:lstStyle>
            <a:lvl1pPr algn="ctr">
              <a:defRPr sz="4487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5067" y="2694025"/>
            <a:ext cx="5130404" cy="1238372"/>
          </a:xfrm>
        </p:spPr>
        <p:txBody>
          <a:bodyPr/>
          <a:lstStyle>
            <a:lvl1pPr marL="0" indent="0" algn="ctr">
              <a:buNone/>
              <a:defRPr sz="1795"/>
            </a:lvl1pPr>
            <a:lvl2pPr marL="341940" indent="0" algn="ctr">
              <a:buNone/>
              <a:defRPr sz="1496"/>
            </a:lvl2pPr>
            <a:lvl3pPr marL="683880" indent="0" algn="ctr">
              <a:buNone/>
              <a:defRPr sz="1346"/>
            </a:lvl3pPr>
            <a:lvl4pPr marL="1025820" indent="0" algn="ctr">
              <a:buNone/>
              <a:defRPr sz="1197"/>
            </a:lvl4pPr>
            <a:lvl5pPr marL="1367760" indent="0" algn="ctr">
              <a:buNone/>
              <a:defRPr sz="1197"/>
            </a:lvl5pPr>
            <a:lvl6pPr marL="1709699" indent="0" algn="ctr">
              <a:buNone/>
              <a:defRPr sz="1197"/>
            </a:lvl6pPr>
            <a:lvl7pPr marL="2051639" indent="0" algn="ctr">
              <a:buNone/>
              <a:defRPr sz="1197"/>
            </a:lvl7pPr>
            <a:lvl8pPr marL="2393579" indent="0" algn="ctr">
              <a:buNone/>
              <a:defRPr sz="1197"/>
            </a:lvl8pPr>
            <a:lvl9pPr marL="2735519" indent="0" algn="ctr">
              <a:buNone/>
              <a:defRPr sz="1197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91CC-9A4A-4231-880F-2FC0A80364C2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B9AA1-88EC-48BD-8767-265D711F4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5767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91CC-9A4A-4231-880F-2FC0A80364C2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B9AA1-88EC-48BD-8767-265D711F4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56311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725" y="1278743"/>
            <a:ext cx="5899964" cy="2133610"/>
          </a:xfrm>
        </p:spPr>
        <p:txBody>
          <a:bodyPr anchor="b"/>
          <a:lstStyle>
            <a:lvl1pPr>
              <a:defRPr sz="4487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6725" y="3432537"/>
            <a:ext cx="5899964" cy="1122015"/>
          </a:xfrm>
        </p:spPr>
        <p:txBody>
          <a:bodyPr/>
          <a:lstStyle>
            <a:lvl1pPr marL="0" indent="0">
              <a:buNone/>
              <a:defRPr sz="1795">
                <a:solidFill>
                  <a:schemeClr val="tx1">
                    <a:tint val="82000"/>
                  </a:schemeClr>
                </a:solidFill>
              </a:defRPr>
            </a:lvl1pPr>
            <a:lvl2pPr marL="341940" indent="0">
              <a:buNone/>
              <a:defRPr sz="1496">
                <a:solidFill>
                  <a:schemeClr val="tx1">
                    <a:tint val="82000"/>
                  </a:schemeClr>
                </a:solidFill>
              </a:defRPr>
            </a:lvl2pPr>
            <a:lvl3pPr marL="683880" indent="0">
              <a:buNone/>
              <a:defRPr sz="1346">
                <a:solidFill>
                  <a:schemeClr val="tx1">
                    <a:tint val="82000"/>
                  </a:schemeClr>
                </a:solidFill>
              </a:defRPr>
            </a:lvl3pPr>
            <a:lvl4pPr marL="1025820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4pPr>
            <a:lvl5pPr marL="1367760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5pPr>
            <a:lvl6pPr marL="1709699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6pPr>
            <a:lvl7pPr marL="2051639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7pPr>
            <a:lvl8pPr marL="2393579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8pPr>
            <a:lvl9pPr marL="2735519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91CC-9A4A-4231-880F-2FC0A80364C2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B9AA1-88EC-48BD-8767-265D711F4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9370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0287" y="1365415"/>
            <a:ext cx="2907229" cy="325443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63022" y="1365415"/>
            <a:ext cx="2907229" cy="325443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91CC-9A4A-4231-880F-2FC0A80364C2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B9AA1-88EC-48BD-8767-265D711F4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33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178" y="273084"/>
            <a:ext cx="5899964" cy="991411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179" y="1257370"/>
            <a:ext cx="2893868" cy="616218"/>
          </a:xfrm>
        </p:spPr>
        <p:txBody>
          <a:bodyPr anchor="b"/>
          <a:lstStyle>
            <a:lvl1pPr marL="0" indent="0">
              <a:buNone/>
              <a:defRPr sz="1795" b="1"/>
            </a:lvl1pPr>
            <a:lvl2pPr marL="341940" indent="0">
              <a:buNone/>
              <a:defRPr sz="1496" b="1"/>
            </a:lvl2pPr>
            <a:lvl3pPr marL="683880" indent="0">
              <a:buNone/>
              <a:defRPr sz="1346" b="1"/>
            </a:lvl3pPr>
            <a:lvl4pPr marL="1025820" indent="0">
              <a:buNone/>
              <a:defRPr sz="1197" b="1"/>
            </a:lvl4pPr>
            <a:lvl5pPr marL="1367760" indent="0">
              <a:buNone/>
              <a:defRPr sz="1197" b="1"/>
            </a:lvl5pPr>
            <a:lvl6pPr marL="1709699" indent="0">
              <a:buNone/>
              <a:defRPr sz="1197" b="1"/>
            </a:lvl6pPr>
            <a:lvl7pPr marL="2051639" indent="0">
              <a:buNone/>
              <a:defRPr sz="1197" b="1"/>
            </a:lvl7pPr>
            <a:lvl8pPr marL="2393579" indent="0">
              <a:buNone/>
              <a:defRPr sz="1197" b="1"/>
            </a:lvl8pPr>
            <a:lvl9pPr marL="2735519" indent="0">
              <a:buNone/>
              <a:defRPr sz="119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1179" y="1873588"/>
            <a:ext cx="2893868" cy="275576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63023" y="1257370"/>
            <a:ext cx="2908120" cy="616218"/>
          </a:xfrm>
        </p:spPr>
        <p:txBody>
          <a:bodyPr anchor="b"/>
          <a:lstStyle>
            <a:lvl1pPr marL="0" indent="0">
              <a:buNone/>
              <a:defRPr sz="1795" b="1"/>
            </a:lvl1pPr>
            <a:lvl2pPr marL="341940" indent="0">
              <a:buNone/>
              <a:defRPr sz="1496" b="1"/>
            </a:lvl2pPr>
            <a:lvl3pPr marL="683880" indent="0">
              <a:buNone/>
              <a:defRPr sz="1346" b="1"/>
            </a:lvl3pPr>
            <a:lvl4pPr marL="1025820" indent="0">
              <a:buNone/>
              <a:defRPr sz="1197" b="1"/>
            </a:lvl4pPr>
            <a:lvl5pPr marL="1367760" indent="0">
              <a:buNone/>
              <a:defRPr sz="1197" b="1"/>
            </a:lvl5pPr>
            <a:lvl6pPr marL="1709699" indent="0">
              <a:buNone/>
              <a:defRPr sz="1197" b="1"/>
            </a:lvl6pPr>
            <a:lvl7pPr marL="2051639" indent="0">
              <a:buNone/>
              <a:defRPr sz="1197" b="1"/>
            </a:lvl7pPr>
            <a:lvl8pPr marL="2393579" indent="0">
              <a:buNone/>
              <a:defRPr sz="1197" b="1"/>
            </a:lvl8pPr>
            <a:lvl9pPr marL="2735519" indent="0">
              <a:buNone/>
              <a:defRPr sz="119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63023" y="1873588"/>
            <a:ext cx="2908120" cy="275576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91CC-9A4A-4231-880F-2FC0A80364C2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B9AA1-88EC-48BD-8767-265D711F4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3862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91CC-9A4A-4231-880F-2FC0A80364C2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B9AA1-88EC-48BD-8767-265D711F4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451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91CC-9A4A-4231-880F-2FC0A80364C2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B9AA1-88EC-48BD-8767-265D711F4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6466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178" y="341948"/>
            <a:ext cx="2206252" cy="1196816"/>
          </a:xfrm>
        </p:spPr>
        <p:txBody>
          <a:bodyPr anchor="b"/>
          <a:lstStyle>
            <a:lvl1pPr>
              <a:defRPr sz="2393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08120" y="738513"/>
            <a:ext cx="3463022" cy="3645066"/>
          </a:xfrm>
        </p:spPr>
        <p:txBody>
          <a:bodyPr/>
          <a:lstStyle>
            <a:lvl1pPr>
              <a:defRPr sz="2393"/>
            </a:lvl1pPr>
            <a:lvl2pPr>
              <a:defRPr sz="2094"/>
            </a:lvl2pPr>
            <a:lvl3pPr>
              <a:defRPr sz="1795"/>
            </a:lvl3pPr>
            <a:lvl4pPr>
              <a:defRPr sz="1496"/>
            </a:lvl4pPr>
            <a:lvl5pPr>
              <a:defRPr sz="1496"/>
            </a:lvl5pPr>
            <a:lvl6pPr>
              <a:defRPr sz="1496"/>
            </a:lvl6pPr>
            <a:lvl7pPr>
              <a:defRPr sz="1496"/>
            </a:lvl7pPr>
            <a:lvl8pPr>
              <a:defRPr sz="1496"/>
            </a:lvl8pPr>
            <a:lvl9pPr>
              <a:defRPr sz="1496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1178" y="1538764"/>
            <a:ext cx="2206252" cy="2850750"/>
          </a:xfrm>
        </p:spPr>
        <p:txBody>
          <a:bodyPr/>
          <a:lstStyle>
            <a:lvl1pPr marL="0" indent="0">
              <a:buNone/>
              <a:defRPr sz="1197"/>
            </a:lvl1pPr>
            <a:lvl2pPr marL="341940" indent="0">
              <a:buNone/>
              <a:defRPr sz="1047"/>
            </a:lvl2pPr>
            <a:lvl3pPr marL="683880" indent="0">
              <a:buNone/>
              <a:defRPr sz="897"/>
            </a:lvl3pPr>
            <a:lvl4pPr marL="1025820" indent="0">
              <a:buNone/>
              <a:defRPr sz="748"/>
            </a:lvl4pPr>
            <a:lvl5pPr marL="1367760" indent="0">
              <a:buNone/>
              <a:defRPr sz="748"/>
            </a:lvl5pPr>
            <a:lvl6pPr marL="1709699" indent="0">
              <a:buNone/>
              <a:defRPr sz="748"/>
            </a:lvl6pPr>
            <a:lvl7pPr marL="2051639" indent="0">
              <a:buNone/>
              <a:defRPr sz="748"/>
            </a:lvl7pPr>
            <a:lvl8pPr marL="2393579" indent="0">
              <a:buNone/>
              <a:defRPr sz="748"/>
            </a:lvl8pPr>
            <a:lvl9pPr marL="2735519" indent="0">
              <a:buNone/>
              <a:defRPr sz="748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91CC-9A4A-4231-880F-2FC0A80364C2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B9AA1-88EC-48BD-8767-265D711F4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7187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178" y="341948"/>
            <a:ext cx="2206252" cy="1196816"/>
          </a:xfrm>
        </p:spPr>
        <p:txBody>
          <a:bodyPr anchor="b"/>
          <a:lstStyle>
            <a:lvl1pPr>
              <a:defRPr sz="2393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08120" y="738513"/>
            <a:ext cx="3463022" cy="3645066"/>
          </a:xfrm>
        </p:spPr>
        <p:txBody>
          <a:bodyPr anchor="t"/>
          <a:lstStyle>
            <a:lvl1pPr marL="0" indent="0">
              <a:buNone/>
              <a:defRPr sz="2393"/>
            </a:lvl1pPr>
            <a:lvl2pPr marL="341940" indent="0">
              <a:buNone/>
              <a:defRPr sz="2094"/>
            </a:lvl2pPr>
            <a:lvl3pPr marL="683880" indent="0">
              <a:buNone/>
              <a:defRPr sz="1795"/>
            </a:lvl3pPr>
            <a:lvl4pPr marL="1025820" indent="0">
              <a:buNone/>
              <a:defRPr sz="1496"/>
            </a:lvl4pPr>
            <a:lvl5pPr marL="1367760" indent="0">
              <a:buNone/>
              <a:defRPr sz="1496"/>
            </a:lvl5pPr>
            <a:lvl6pPr marL="1709699" indent="0">
              <a:buNone/>
              <a:defRPr sz="1496"/>
            </a:lvl6pPr>
            <a:lvl7pPr marL="2051639" indent="0">
              <a:buNone/>
              <a:defRPr sz="1496"/>
            </a:lvl7pPr>
            <a:lvl8pPr marL="2393579" indent="0">
              <a:buNone/>
              <a:defRPr sz="1496"/>
            </a:lvl8pPr>
            <a:lvl9pPr marL="2735519" indent="0">
              <a:buNone/>
              <a:defRPr sz="1496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1178" y="1538764"/>
            <a:ext cx="2206252" cy="2850750"/>
          </a:xfrm>
        </p:spPr>
        <p:txBody>
          <a:bodyPr/>
          <a:lstStyle>
            <a:lvl1pPr marL="0" indent="0">
              <a:buNone/>
              <a:defRPr sz="1197"/>
            </a:lvl1pPr>
            <a:lvl2pPr marL="341940" indent="0">
              <a:buNone/>
              <a:defRPr sz="1047"/>
            </a:lvl2pPr>
            <a:lvl3pPr marL="683880" indent="0">
              <a:buNone/>
              <a:defRPr sz="897"/>
            </a:lvl3pPr>
            <a:lvl4pPr marL="1025820" indent="0">
              <a:buNone/>
              <a:defRPr sz="748"/>
            </a:lvl4pPr>
            <a:lvl5pPr marL="1367760" indent="0">
              <a:buNone/>
              <a:defRPr sz="748"/>
            </a:lvl5pPr>
            <a:lvl6pPr marL="1709699" indent="0">
              <a:buNone/>
              <a:defRPr sz="748"/>
            </a:lvl6pPr>
            <a:lvl7pPr marL="2051639" indent="0">
              <a:buNone/>
              <a:defRPr sz="748"/>
            </a:lvl7pPr>
            <a:lvl8pPr marL="2393579" indent="0">
              <a:buNone/>
              <a:defRPr sz="748"/>
            </a:lvl8pPr>
            <a:lvl9pPr marL="2735519" indent="0">
              <a:buNone/>
              <a:defRPr sz="748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91CC-9A4A-4231-880F-2FC0A80364C2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B9AA1-88EC-48BD-8767-265D711F4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18544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91CC-9A4A-4231-880F-2FC0A80364C2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B9AA1-88EC-48BD-8767-265D711F4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6372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895260" y="273083"/>
            <a:ext cx="1474991" cy="434677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0288" y="273083"/>
            <a:ext cx="4339466" cy="4346771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91CC-9A4A-4231-880F-2FC0A80364C2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FB9AA1-88EC-48BD-8767-265D711F4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488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0287" y="273084"/>
            <a:ext cx="5899964" cy="9914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0287" y="1365415"/>
            <a:ext cx="5899964" cy="32544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0287" y="4754022"/>
            <a:ext cx="1539121" cy="2730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9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3091CC-9A4A-4231-880F-2FC0A80364C2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65928" y="4754022"/>
            <a:ext cx="2308682" cy="2730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9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31130" y="4754022"/>
            <a:ext cx="1539121" cy="2730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9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FB9AA1-88EC-48BD-8767-265D711F4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2121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3880" rtl="0" eaLnBrk="1" latinLnBrk="1" hangingPunct="1">
        <a:lnSpc>
          <a:spcPct val="90000"/>
        </a:lnSpc>
        <a:spcBef>
          <a:spcPct val="0"/>
        </a:spcBef>
        <a:buNone/>
        <a:defRPr sz="329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0970" indent="-170970" algn="l" defTabSz="683880" rtl="0" eaLnBrk="1" latinLnBrk="1" hangingPunct="1">
        <a:lnSpc>
          <a:spcPct val="90000"/>
        </a:lnSpc>
        <a:spcBef>
          <a:spcPts val="748"/>
        </a:spcBef>
        <a:buFont typeface="Arial" panose="020B0604020202020204" pitchFamily="34" charset="0"/>
        <a:buChar char="•"/>
        <a:defRPr sz="2094" kern="1200">
          <a:solidFill>
            <a:schemeClr val="tx1"/>
          </a:solidFill>
          <a:latin typeface="+mn-lt"/>
          <a:ea typeface="+mn-ea"/>
          <a:cs typeface="+mn-cs"/>
        </a:defRPr>
      </a:lvl1pPr>
      <a:lvl2pPr marL="512910" indent="-170970" algn="l" defTabSz="683880" rtl="0" eaLnBrk="1" latinLnBrk="1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854850" indent="-170970" algn="l" defTabSz="683880" rtl="0" eaLnBrk="1" latinLnBrk="1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496" kern="1200">
          <a:solidFill>
            <a:schemeClr val="tx1"/>
          </a:solidFill>
          <a:latin typeface="+mn-lt"/>
          <a:ea typeface="+mn-ea"/>
          <a:cs typeface="+mn-cs"/>
        </a:defRPr>
      </a:lvl3pPr>
      <a:lvl4pPr marL="1196790" indent="-170970" algn="l" defTabSz="683880" rtl="0" eaLnBrk="1" latinLnBrk="1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6" kern="1200">
          <a:solidFill>
            <a:schemeClr val="tx1"/>
          </a:solidFill>
          <a:latin typeface="+mn-lt"/>
          <a:ea typeface="+mn-ea"/>
          <a:cs typeface="+mn-cs"/>
        </a:defRPr>
      </a:lvl4pPr>
      <a:lvl5pPr marL="1538729" indent="-170970" algn="l" defTabSz="683880" rtl="0" eaLnBrk="1" latinLnBrk="1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6" kern="1200">
          <a:solidFill>
            <a:schemeClr val="tx1"/>
          </a:solidFill>
          <a:latin typeface="+mn-lt"/>
          <a:ea typeface="+mn-ea"/>
          <a:cs typeface="+mn-cs"/>
        </a:defRPr>
      </a:lvl5pPr>
      <a:lvl6pPr marL="1880669" indent="-170970" algn="l" defTabSz="683880" rtl="0" eaLnBrk="1" latinLnBrk="1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6" kern="1200">
          <a:solidFill>
            <a:schemeClr val="tx1"/>
          </a:solidFill>
          <a:latin typeface="+mn-lt"/>
          <a:ea typeface="+mn-ea"/>
          <a:cs typeface="+mn-cs"/>
        </a:defRPr>
      </a:lvl6pPr>
      <a:lvl7pPr marL="2222609" indent="-170970" algn="l" defTabSz="683880" rtl="0" eaLnBrk="1" latinLnBrk="1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6" kern="1200">
          <a:solidFill>
            <a:schemeClr val="tx1"/>
          </a:solidFill>
          <a:latin typeface="+mn-lt"/>
          <a:ea typeface="+mn-ea"/>
          <a:cs typeface="+mn-cs"/>
        </a:defRPr>
      </a:lvl7pPr>
      <a:lvl8pPr marL="2564549" indent="-170970" algn="l" defTabSz="683880" rtl="0" eaLnBrk="1" latinLnBrk="1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6" kern="1200">
          <a:solidFill>
            <a:schemeClr val="tx1"/>
          </a:solidFill>
          <a:latin typeface="+mn-lt"/>
          <a:ea typeface="+mn-ea"/>
          <a:cs typeface="+mn-cs"/>
        </a:defRPr>
      </a:lvl8pPr>
      <a:lvl9pPr marL="2906489" indent="-170970" algn="l" defTabSz="683880" rtl="0" eaLnBrk="1" latinLnBrk="1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3880" rtl="0" eaLnBrk="1" latinLnBrk="1" hangingPunct="1">
        <a:defRPr sz="1346" kern="1200">
          <a:solidFill>
            <a:schemeClr val="tx1"/>
          </a:solidFill>
          <a:latin typeface="+mn-lt"/>
          <a:ea typeface="+mn-ea"/>
          <a:cs typeface="+mn-cs"/>
        </a:defRPr>
      </a:lvl1pPr>
      <a:lvl2pPr marL="341940" algn="l" defTabSz="683880" rtl="0" eaLnBrk="1" latinLnBrk="1" hangingPunct="1">
        <a:defRPr sz="1346" kern="1200">
          <a:solidFill>
            <a:schemeClr val="tx1"/>
          </a:solidFill>
          <a:latin typeface="+mn-lt"/>
          <a:ea typeface="+mn-ea"/>
          <a:cs typeface="+mn-cs"/>
        </a:defRPr>
      </a:lvl2pPr>
      <a:lvl3pPr marL="683880" algn="l" defTabSz="683880" rtl="0" eaLnBrk="1" latinLnBrk="1" hangingPunct="1">
        <a:defRPr sz="1346" kern="1200">
          <a:solidFill>
            <a:schemeClr val="tx1"/>
          </a:solidFill>
          <a:latin typeface="+mn-lt"/>
          <a:ea typeface="+mn-ea"/>
          <a:cs typeface="+mn-cs"/>
        </a:defRPr>
      </a:lvl3pPr>
      <a:lvl4pPr marL="1025820" algn="l" defTabSz="683880" rtl="0" eaLnBrk="1" latinLnBrk="1" hangingPunct="1">
        <a:defRPr sz="1346" kern="1200">
          <a:solidFill>
            <a:schemeClr val="tx1"/>
          </a:solidFill>
          <a:latin typeface="+mn-lt"/>
          <a:ea typeface="+mn-ea"/>
          <a:cs typeface="+mn-cs"/>
        </a:defRPr>
      </a:lvl4pPr>
      <a:lvl5pPr marL="1367760" algn="l" defTabSz="683880" rtl="0" eaLnBrk="1" latinLnBrk="1" hangingPunct="1">
        <a:defRPr sz="1346" kern="1200">
          <a:solidFill>
            <a:schemeClr val="tx1"/>
          </a:solidFill>
          <a:latin typeface="+mn-lt"/>
          <a:ea typeface="+mn-ea"/>
          <a:cs typeface="+mn-cs"/>
        </a:defRPr>
      </a:lvl5pPr>
      <a:lvl6pPr marL="1709699" algn="l" defTabSz="683880" rtl="0" eaLnBrk="1" latinLnBrk="1" hangingPunct="1">
        <a:defRPr sz="1346" kern="1200">
          <a:solidFill>
            <a:schemeClr val="tx1"/>
          </a:solidFill>
          <a:latin typeface="+mn-lt"/>
          <a:ea typeface="+mn-ea"/>
          <a:cs typeface="+mn-cs"/>
        </a:defRPr>
      </a:lvl6pPr>
      <a:lvl7pPr marL="2051639" algn="l" defTabSz="683880" rtl="0" eaLnBrk="1" latinLnBrk="1" hangingPunct="1">
        <a:defRPr sz="1346" kern="1200">
          <a:solidFill>
            <a:schemeClr val="tx1"/>
          </a:solidFill>
          <a:latin typeface="+mn-lt"/>
          <a:ea typeface="+mn-ea"/>
          <a:cs typeface="+mn-cs"/>
        </a:defRPr>
      </a:lvl7pPr>
      <a:lvl8pPr marL="2393579" algn="l" defTabSz="683880" rtl="0" eaLnBrk="1" latinLnBrk="1" hangingPunct="1">
        <a:defRPr sz="1346" kern="1200">
          <a:solidFill>
            <a:schemeClr val="tx1"/>
          </a:solidFill>
          <a:latin typeface="+mn-lt"/>
          <a:ea typeface="+mn-ea"/>
          <a:cs typeface="+mn-cs"/>
        </a:defRPr>
      </a:lvl8pPr>
      <a:lvl9pPr marL="2735519" algn="l" defTabSz="683880" rtl="0" eaLnBrk="1" latinLnBrk="1" hangingPunct="1">
        <a:defRPr sz="134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AE6E7-1334-FB9C-03E5-5CD993675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9AE0DF4-F21D-A3FA-D60D-173D8DCF7E35}"/>
              </a:ext>
            </a:extLst>
          </p:cNvPr>
          <p:cNvSpPr/>
          <p:nvPr/>
        </p:nvSpPr>
        <p:spPr>
          <a:xfrm rot="16200000">
            <a:off x="855663" y="-854869"/>
            <a:ext cx="5129213" cy="6838950"/>
          </a:xfrm>
          <a:prstGeom prst="rect">
            <a:avLst/>
          </a:prstGeom>
          <a:solidFill>
            <a:srgbClr val="ABBCA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CB842A6-E900-33CD-23BF-6A4A9FF856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3615" y="-189669"/>
            <a:ext cx="3672368" cy="55085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A112B7-0351-9C37-A356-E7793DA8B933}"/>
              </a:ext>
            </a:extLst>
          </p:cNvPr>
          <p:cNvSpPr txBox="1"/>
          <p:nvPr/>
        </p:nvSpPr>
        <p:spPr>
          <a:xfrm>
            <a:off x="310266" y="1039261"/>
            <a:ext cx="4351732" cy="124328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75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Daily sketch</a:t>
            </a:r>
            <a:endParaRPr lang="ko-KR" altLang="en-US" sz="75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33C54D-E7EC-D044-5943-F7D7B158DABE}"/>
              </a:ext>
            </a:extLst>
          </p:cNvPr>
          <p:cNvSpPr txBox="1"/>
          <p:nvPr/>
        </p:nvSpPr>
        <p:spPr>
          <a:xfrm>
            <a:off x="310266" y="2164496"/>
            <a:ext cx="435173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Draw together, keep the little days</a:t>
            </a:r>
            <a:endParaRPr lang="ko-KR" altLang="en-US" sz="20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4079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9D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DD0260-AFB1-44AB-7DE0-F64234ACC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위쪽 모서리 39">
            <a:extLst>
              <a:ext uri="{FF2B5EF4-FFF2-40B4-BE49-F238E27FC236}">
                <a16:creationId xmlns:a16="http://schemas.microsoft.com/office/drawing/2014/main" id="{B9710111-474E-774B-B255-DEE81A65DEC0}"/>
              </a:ext>
            </a:extLst>
          </p:cNvPr>
          <p:cNvSpPr/>
          <p:nvPr/>
        </p:nvSpPr>
        <p:spPr>
          <a:xfrm rot="16200000">
            <a:off x="1107282" y="-604048"/>
            <a:ext cx="5129214" cy="6337302"/>
          </a:xfrm>
          <a:prstGeom prst="round2SameRect">
            <a:avLst>
              <a:gd name="adj1" fmla="val 5525"/>
              <a:gd name="adj2" fmla="val 0"/>
            </a:avLst>
          </a:prstGeom>
          <a:solidFill>
            <a:srgbClr val="FAF8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EC24AA38-BD30-F467-86DE-B4FD334123BD}"/>
              </a:ext>
            </a:extLst>
          </p:cNvPr>
          <p:cNvGrpSpPr/>
          <p:nvPr/>
        </p:nvGrpSpPr>
        <p:grpSpPr>
          <a:xfrm>
            <a:off x="7267073" y="795"/>
            <a:ext cx="766682" cy="5503044"/>
            <a:chOff x="7197291" y="1354369"/>
            <a:chExt cx="1025090" cy="735783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2ED0438-6AB4-642B-72F2-DFA60DBDC1B9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 dirty="0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C46B067F-88D6-E4A6-84BB-07F2A4D82489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2E6904CF-E3C7-A6D2-A587-94FC0010F49C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7986A018-DD98-E1CD-FA19-6636398142BB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35CD42D5-9501-7D9A-EC1F-B41B14387B54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F6473B6-7B10-031E-47A3-B5D5D814B9CF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81"/>
            </a:p>
          </p:txBody>
        </p:sp>
      </p:grpSp>
      <p:sp>
        <p:nvSpPr>
          <p:cNvPr id="14" name="타원 13">
            <a:extLst>
              <a:ext uri="{FF2B5EF4-FFF2-40B4-BE49-F238E27FC236}">
                <a16:creationId xmlns:a16="http://schemas.microsoft.com/office/drawing/2014/main" id="{60847759-EEC3-9A08-7F75-EA25B2E573AA}"/>
              </a:ext>
            </a:extLst>
          </p:cNvPr>
          <p:cNvSpPr/>
          <p:nvPr/>
        </p:nvSpPr>
        <p:spPr>
          <a:xfrm>
            <a:off x="107950" y="1203458"/>
            <a:ext cx="266700" cy="266700"/>
          </a:xfrm>
          <a:prstGeom prst="ellipse">
            <a:avLst/>
          </a:prstGeom>
          <a:solidFill>
            <a:srgbClr val="CFC0B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C426AE9-E2C5-D159-1DF5-56601B3D9606}"/>
              </a:ext>
            </a:extLst>
          </p:cNvPr>
          <p:cNvSpPr/>
          <p:nvPr/>
        </p:nvSpPr>
        <p:spPr>
          <a:xfrm>
            <a:off x="107950" y="1729148"/>
            <a:ext cx="266700" cy="266700"/>
          </a:xfrm>
          <a:prstGeom prst="ellipse">
            <a:avLst/>
          </a:prstGeom>
          <a:solidFill>
            <a:srgbClr val="CFC0B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E10ED31C-2422-3134-75BB-3CB393518D27}"/>
              </a:ext>
            </a:extLst>
          </p:cNvPr>
          <p:cNvSpPr/>
          <p:nvPr/>
        </p:nvSpPr>
        <p:spPr>
          <a:xfrm>
            <a:off x="107950" y="2254838"/>
            <a:ext cx="266700" cy="266700"/>
          </a:xfrm>
          <a:prstGeom prst="ellipse">
            <a:avLst/>
          </a:prstGeom>
          <a:solidFill>
            <a:srgbClr val="CFC0B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1A6E8F9A-E0DD-E539-CECA-79DC3A7AB6C0}"/>
              </a:ext>
            </a:extLst>
          </p:cNvPr>
          <p:cNvSpPr/>
          <p:nvPr/>
        </p:nvSpPr>
        <p:spPr>
          <a:xfrm>
            <a:off x="107950" y="2780528"/>
            <a:ext cx="266700" cy="266700"/>
          </a:xfrm>
          <a:prstGeom prst="ellipse">
            <a:avLst/>
          </a:prstGeom>
          <a:solidFill>
            <a:srgbClr val="CFC0B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24E37979-4B32-CE93-D3EF-C75C51F9EBAF}"/>
              </a:ext>
            </a:extLst>
          </p:cNvPr>
          <p:cNvSpPr/>
          <p:nvPr/>
        </p:nvSpPr>
        <p:spPr>
          <a:xfrm>
            <a:off x="107950" y="3306218"/>
            <a:ext cx="266700" cy="266700"/>
          </a:xfrm>
          <a:prstGeom prst="ellipse">
            <a:avLst/>
          </a:prstGeom>
          <a:solidFill>
            <a:srgbClr val="CFC0B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81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A2DAAB3C-5FFD-379B-9C8F-6D258400D416}"/>
              </a:ext>
            </a:extLst>
          </p:cNvPr>
          <p:cNvGrpSpPr/>
          <p:nvPr/>
        </p:nvGrpSpPr>
        <p:grpSpPr>
          <a:xfrm>
            <a:off x="859075" y="1417073"/>
            <a:ext cx="7848713" cy="4996937"/>
            <a:chOff x="-368301" y="2963709"/>
            <a:chExt cx="10494101" cy="6681142"/>
          </a:xfrm>
        </p:grpSpPr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358A68BF-B735-BA39-2C3C-FFB7A15910CA}"/>
                </a:ext>
              </a:extLst>
            </p:cNvPr>
            <p:cNvGrpSpPr/>
            <p:nvPr/>
          </p:nvGrpSpPr>
          <p:grpSpPr>
            <a:xfrm>
              <a:off x="-368301" y="3592092"/>
              <a:ext cx="5025779" cy="5424374"/>
              <a:chOff x="10151764" y="1692275"/>
              <a:chExt cx="5832309" cy="6294869"/>
            </a:xfrm>
          </p:grpSpPr>
          <p:sp>
            <p:nvSpPr>
              <p:cNvPr id="34" name="자유형: 도형 33">
                <a:extLst>
                  <a:ext uri="{FF2B5EF4-FFF2-40B4-BE49-F238E27FC236}">
                    <a16:creationId xmlns:a16="http://schemas.microsoft.com/office/drawing/2014/main" id="{DD516E9A-FB8B-C763-08FB-F81651413E8C}"/>
                  </a:ext>
                </a:extLst>
              </p:cNvPr>
              <p:cNvSpPr/>
              <p:nvPr/>
            </p:nvSpPr>
            <p:spPr>
              <a:xfrm>
                <a:off x="10151764" y="1758248"/>
                <a:ext cx="5832309" cy="6228896"/>
              </a:xfrm>
              <a:custGeom>
                <a:avLst/>
                <a:gdLst>
                  <a:gd name="csX0" fmla="*/ 0 w 6358466"/>
                  <a:gd name="csY0" fmla="*/ 3716867 h 6739467"/>
                  <a:gd name="csX1" fmla="*/ 3022600 w 6358466"/>
                  <a:gd name="csY1" fmla="*/ 6739467 h 6739467"/>
                  <a:gd name="csX2" fmla="*/ 6358466 w 6358466"/>
                  <a:gd name="csY2" fmla="*/ 6739467 h 6739467"/>
                  <a:gd name="csX3" fmla="*/ 6358466 w 6358466"/>
                  <a:gd name="csY3" fmla="*/ 3742267 h 6739467"/>
                  <a:gd name="csX4" fmla="*/ 2616199 w 6358466"/>
                  <a:gd name="csY4" fmla="*/ 0 h 6739467"/>
                  <a:gd name="csX5" fmla="*/ 0 w 6358466"/>
                  <a:gd name="csY5" fmla="*/ 3716867 h 6739467"/>
                  <a:gd name="csX0" fmla="*/ 0 w 6310373"/>
                  <a:gd name="csY0" fmla="*/ 3854277 h 6739467"/>
                  <a:gd name="csX1" fmla="*/ 2974507 w 6310373"/>
                  <a:gd name="csY1" fmla="*/ 6739467 h 6739467"/>
                  <a:gd name="csX2" fmla="*/ 6310373 w 6310373"/>
                  <a:gd name="csY2" fmla="*/ 6739467 h 6739467"/>
                  <a:gd name="csX3" fmla="*/ 6310373 w 6310373"/>
                  <a:gd name="csY3" fmla="*/ 3742267 h 6739467"/>
                  <a:gd name="csX4" fmla="*/ 2568106 w 6310373"/>
                  <a:gd name="csY4" fmla="*/ 0 h 6739467"/>
                  <a:gd name="csX5" fmla="*/ 0 w 6310373"/>
                  <a:gd name="csY5" fmla="*/ 3854277 h 67394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310373" h="6739467">
                    <a:moveTo>
                      <a:pt x="0" y="3854277"/>
                    </a:moveTo>
                    <a:lnTo>
                      <a:pt x="2974507" y="6739467"/>
                    </a:lnTo>
                    <a:lnTo>
                      <a:pt x="6310373" y="6739467"/>
                    </a:lnTo>
                    <a:lnTo>
                      <a:pt x="6310373" y="3742267"/>
                    </a:lnTo>
                    <a:lnTo>
                      <a:pt x="2568106" y="0"/>
                    </a:lnTo>
                    <a:lnTo>
                      <a:pt x="0" y="3854277"/>
                    </a:lnTo>
                    <a:close/>
                  </a:path>
                </a:pathLst>
              </a:custGeom>
              <a:gradFill>
                <a:gsLst>
                  <a:gs pos="63000">
                    <a:schemeClr val="tx1">
                      <a:lumMod val="50000"/>
                      <a:lumOff val="50000"/>
                      <a:alpha val="0"/>
                    </a:schemeClr>
                  </a:gs>
                  <a:gs pos="0">
                    <a:schemeClr val="bg1">
                      <a:lumMod val="75000"/>
                      <a:alpha val="50000"/>
                    </a:schemeClr>
                  </a:gs>
                </a:gsLst>
                <a:lin ang="24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081" dirty="0"/>
              </a:p>
            </p:txBody>
          </p:sp>
          <p:grpSp>
            <p:nvGrpSpPr>
              <p:cNvPr id="35" name="그룹 34">
                <a:extLst>
                  <a:ext uri="{FF2B5EF4-FFF2-40B4-BE49-F238E27FC236}">
                    <a16:creationId xmlns:a16="http://schemas.microsoft.com/office/drawing/2014/main" id="{5B206C4D-8736-F996-1886-95F4185BAA08}"/>
                  </a:ext>
                </a:extLst>
              </p:cNvPr>
              <p:cNvGrpSpPr/>
              <p:nvPr/>
            </p:nvGrpSpPr>
            <p:grpSpPr>
              <a:xfrm>
                <a:off x="10167769" y="1692275"/>
                <a:ext cx="2425965" cy="3651137"/>
                <a:chOff x="2138045" y="3527386"/>
                <a:chExt cx="2425965" cy="3651137"/>
              </a:xfrm>
            </p:grpSpPr>
            <p:sp>
              <p:nvSpPr>
                <p:cNvPr id="36" name="사각형: 둥근 위쪽 모서리 35">
                  <a:extLst>
                    <a:ext uri="{FF2B5EF4-FFF2-40B4-BE49-F238E27FC236}">
                      <a16:creationId xmlns:a16="http://schemas.microsoft.com/office/drawing/2014/main" id="{817DED0C-D87E-E6E7-08A9-2CAA0E59FE5E}"/>
                    </a:ext>
                  </a:extLst>
                </p:cNvPr>
                <p:cNvSpPr/>
                <p:nvPr/>
              </p:nvSpPr>
              <p:spPr>
                <a:xfrm rot="5400000">
                  <a:off x="1525460" y="4139972"/>
                  <a:ext cx="3651136" cy="2425965"/>
                </a:xfrm>
                <a:prstGeom prst="round2SameRect">
                  <a:avLst>
                    <a:gd name="adj1" fmla="val 7938"/>
                    <a:gd name="adj2" fmla="val 0"/>
                  </a:avLst>
                </a:prstGeom>
                <a:solidFill>
                  <a:srgbClr val="305683"/>
                </a:solidFill>
                <a:ln>
                  <a:noFill/>
                </a:ln>
                <a:effectLst>
                  <a:outerShdw blurRad="38100" dist="38100" dir="2700000" algn="tl" rotWithShape="0">
                    <a:srgbClr val="27466B">
                      <a:alpha val="80000"/>
                    </a:srgb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081"/>
                </a:p>
              </p:txBody>
            </p:sp>
            <p:sp>
              <p:nvSpPr>
                <p:cNvPr id="37" name="직사각형 36">
                  <a:extLst>
                    <a:ext uri="{FF2B5EF4-FFF2-40B4-BE49-F238E27FC236}">
                      <a16:creationId xmlns:a16="http://schemas.microsoft.com/office/drawing/2014/main" id="{38E35DD5-FE66-9425-9542-10018F949449}"/>
                    </a:ext>
                  </a:extLst>
                </p:cNvPr>
                <p:cNvSpPr/>
                <p:nvPr/>
              </p:nvSpPr>
              <p:spPr>
                <a:xfrm>
                  <a:off x="2138045" y="3527386"/>
                  <a:ext cx="235894" cy="3651136"/>
                </a:xfrm>
                <a:prstGeom prst="rect">
                  <a:avLst/>
                </a:prstGeom>
                <a:solidFill>
                  <a:srgbClr val="27466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081"/>
                </a:p>
              </p:txBody>
            </p:sp>
          </p:grpSp>
        </p:grp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C090897C-F10A-34E2-A69E-C977C84638BC}"/>
                </a:ext>
              </a:extLst>
            </p:cNvPr>
            <p:cNvGrpSpPr/>
            <p:nvPr/>
          </p:nvGrpSpPr>
          <p:grpSpPr>
            <a:xfrm>
              <a:off x="5100021" y="3592092"/>
              <a:ext cx="5025779" cy="5424374"/>
              <a:chOff x="10151764" y="1692275"/>
              <a:chExt cx="5832309" cy="6294869"/>
            </a:xfrm>
          </p:grpSpPr>
          <p:sp>
            <p:nvSpPr>
              <p:cNvPr id="30" name="자유형: 도형 29">
                <a:extLst>
                  <a:ext uri="{FF2B5EF4-FFF2-40B4-BE49-F238E27FC236}">
                    <a16:creationId xmlns:a16="http://schemas.microsoft.com/office/drawing/2014/main" id="{90EF37E2-13D7-BE2B-3A2C-CBDE71C8FFF2}"/>
                  </a:ext>
                </a:extLst>
              </p:cNvPr>
              <p:cNvSpPr/>
              <p:nvPr/>
            </p:nvSpPr>
            <p:spPr>
              <a:xfrm>
                <a:off x="10151764" y="1758248"/>
                <a:ext cx="5832309" cy="6228896"/>
              </a:xfrm>
              <a:custGeom>
                <a:avLst/>
                <a:gdLst>
                  <a:gd name="csX0" fmla="*/ 0 w 6358466"/>
                  <a:gd name="csY0" fmla="*/ 3716867 h 6739467"/>
                  <a:gd name="csX1" fmla="*/ 3022600 w 6358466"/>
                  <a:gd name="csY1" fmla="*/ 6739467 h 6739467"/>
                  <a:gd name="csX2" fmla="*/ 6358466 w 6358466"/>
                  <a:gd name="csY2" fmla="*/ 6739467 h 6739467"/>
                  <a:gd name="csX3" fmla="*/ 6358466 w 6358466"/>
                  <a:gd name="csY3" fmla="*/ 3742267 h 6739467"/>
                  <a:gd name="csX4" fmla="*/ 2616199 w 6358466"/>
                  <a:gd name="csY4" fmla="*/ 0 h 6739467"/>
                  <a:gd name="csX5" fmla="*/ 0 w 6358466"/>
                  <a:gd name="csY5" fmla="*/ 3716867 h 6739467"/>
                  <a:gd name="csX0" fmla="*/ 0 w 6310373"/>
                  <a:gd name="csY0" fmla="*/ 3854277 h 6739467"/>
                  <a:gd name="csX1" fmla="*/ 2974507 w 6310373"/>
                  <a:gd name="csY1" fmla="*/ 6739467 h 6739467"/>
                  <a:gd name="csX2" fmla="*/ 6310373 w 6310373"/>
                  <a:gd name="csY2" fmla="*/ 6739467 h 6739467"/>
                  <a:gd name="csX3" fmla="*/ 6310373 w 6310373"/>
                  <a:gd name="csY3" fmla="*/ 3742267 h 6739467"/>
                  <a:gd name="csX4" fmla="*/ 2568106 w 6310373"/>
                  <a:gd name="csY4" fmla="*/ 0 h 6739467"/>
                  <a:gd name="csX5" fmla="*/ 0 w 6310373"/>
                  <a:gd name="csY5" fmla="*/ 3854277 h 67394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310373" h="6739467">
                    <a:moveTo>
                      <a:pt x="0" y="3854277"/>
                    </a:moveTo>
                    <a:lnTo>
                      <a:pt x="2974507" y="6739467"/>
                    </a:lnTo>
                    <a:lnTo>
                      <a:pt x="6310373" y="6739467"/>
                    </a:lnTo>
                    <a:lnTo>
                      <a:pt x="6310373" y="3742267"/>
                    </a:lnTo>
                    <a:lnTo>
                      <a:pt x="2568106" y="0"/>
                    </a:lnTo>
                    <a:lnTo>
                      <a:pt x="0" y="3854277"/>
                    </a:lnTo>
                    <a:close/>
                  </a:path>
                </a:pathLst>
              </a:custGeom>
              <a:gradFill>
                <a:gsLst>
                  <a:gs pos="63000">
                    <a:schemeClr val="tx1">
                      <a:lumMod val="50000"/>
                      <a:lumOff val="50000"/>
                      <a:alpha val="0"/>
                    </a:schemeClr>
                  </a:gs>
                  <a:gs pos="0">
                    <a:schemeClr val="bg1">
                      <a:lumMod val="75000"/>
                      <a:alpha val="50000"/>
                    </a:schemeClr>
                  </a:gs>
                </a:gsLst>
                <a:lin ang="24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081" dirty="0"/>
              </a:p>
            </p:txBody>
          </p: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08EBC575-7DF1-80C4-A86A-77C4DCB9AFE7}"/>
                  </a:ext>
                </a:extLst>
              </p:cNvPr>
              <p:cNvGrpSpPr/>
              <p:nvPr/>
            </p:nvGrpSpPr>
            <p:grpSpPr>
              <a:xfrm>
                <a:off x="10167769" y="1692275"/>
                <a:ext cx="2425965" cy="3651137"/>
                <a:chOff x="2138045" y="3527386"/>
                <a:chExt cx="2425965" cy="3651137"/>
              </a:xfrm>
            </p:grpSpPr>
            <p:sp>
              <p:nvSpPr>
                <p:cNvPr id="32" name="사각형: 둥근 위쪽 모서리 31">
                  <a:extLst>
                    <a:ext uri="{FF2B5EF4-FFF2-40B4-BE49-F238E27FC236}">
                      <a16:creationId xmlns:a16="http://schemas.microsoft.com/office/drawing/2014/main" id="{2AD3F469-6D38-CECE-0E9F-C9E2409957F9}"/>
                    </a:ext>
                  </a:extLst>
                </p:cNvPr>
                <p:cNvSpPr/>
                <p:nvPr/>
              </p:nvSpPr>
              <p:spPr>
                <a:xfrm rot="5400000">
                  <a:off x="1525460" y="4139972"/>
                  <a:ext cx="3651136" cy="2425965"/>
                </a:xfrm>
                <a:prstGeom prst="round2SameRect">
                  <a:avLst>
                    <a:gd name="adj1" fmla="val 7938"/>
                    <a:gd name="adj2" fmla="val 0"/>
                  </a:avLst>
                </a:prstGeom>
                <a:solidFill>
                  <a:srgbClr val="E05036"/>
                </a:solidFill>
                <a:ln>
                  <a:noFill/>
                </a:ln>
                <a:effectLst>
                  <a:outerShdw blurRad="38100" dist="38100" dir="2700000" algn="tl" rotWithShape="0">
                    <a:srgbClr val="C00000">
                      <a:alpha val="80000"/>
                    </a:srgb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081"/>
                </a:p>
              </p:txBody>
            </p:sp>
            <p:sp>
              <p:nvSpPr>
                <p:cNvPr id="33" name="직사각형 32">
                  <a:extLst>
                    <a:ext uri="{FF2B5EF4-FFF2-40B4-BE49-F238E27FC236}">
                      <a16:creationId xmlns:a16="http://schemas.microsoft.com/office/drawing/2014/main" id="{61AC413E-D9A7-4A61-8440-984522FF989A}"/>
                    </a:ext>
                  </a:extLst>
                </p:cNvPr>
                <p:cNvSpPr/>
                <p:nvPr/>
              </p:nvSpPr>
              <p:spPr>
                <a:xfrm>
                  <a:off x="2138045" y="3527386"/>
                  <a:ext cx="235894" cy="3651136"/>
                </a:xfrm>
                <a:prstGeom prst="rect">
                  <a:avLst/>
                </a:prstGeom>
                <a:solidFill>
                  <a:srgbClr val="BD341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081"/>
                </a:p>
              </p:txBody>
            </p:sp>
          </p:grpSp>
        </p:grp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B6EF0808-FDE0-4860-02B6-F29704430569}"/>
                </a:ext>
              </a:extLst>
            </p:cNvPr>
            <p:cNvGrpSpPr/>
            <p:nvPr/>
          </p:nvGrpSpPr>
          <p:grpSpPr>
            <a:xfrm>
              <a:off x="2113887" y="2963709"/>
              <a:ext cx="6190201" cy="6681142"/>
              <a:chOff x="10151764" y="1692275"/>
              <a:chExt cx="5832309" cy="6294869"/>
            </a:xfrm>
          </p:grpSpPr>
          <p:sp>
            <p:nvSpPr>
              <p:cNvPr id="26" name="자유형: 도형 25">
                <a:extLst>
                  <a:ext uri="{FF2B5EF4-FFF2-40B4-BE49-F238E27FC236}">
                    <a16:creationId xmlns:a16="http://schemas.microsoft.com/office/drawing/2014/main" id="{6DBE4B59-D374-9670-AAD5-49EE46432624}"/>
                  </a:ext>
                </a:extLst>
              </p:cNvPr>
              <p:cNvSpPr/>
              <p:nvPr/>
            </p:nvSpPr>
            <p:spPr>
              <a:xfrm>
                <a:off x="10151764" y="1758248"/>
                <a:ext cx="5832309" cy="6228896"/>
              </a:xfrm>
              <a:custGeom>
                <a:avLst/>
                <a:gdLst>
                  <a:gd name="csX0" fmla="*/ 0 w 6358466"/>
                  <a:gd name="csY0" fmla="*/ 3716867 h 6739467"/>
                  <a:gd name="csX1" fmla="*/ 3022600 w 6358466"/>
                  <a:gd name="csY1" fmla="*/ 6739467 h 6739467"/>
                  <a:gd name="csX2" fmla="*/ 6358466 w 6358466"/>
                  <a:gd name="csY2" fmla="*/ 6739467 h 6739467"/>
                  <a:gd name="csX3" fmla="*/ 6358466 w 6358466"/>
                  <a:gd name="csY3" fmla="*/ 3742267 h 6739467"/>
                  <a:gd name="csX4" fmla="*/ 2616199 w 6358466"/>
                  <a:gd name="csY4" fmla="*/ 0 h 6739467"/>
                  <a:gd name="csX5" fmla="*/ 0 w 6358466"/>
                  <a:gd name="csY5" fmla="*/ 3716867 h 6739467"/>
                  <a:gd name="csX0" fmla="*/ 0 w 6310373"/>
                  <a:gd name="csY0" fmla="*/ 3854277 h 6739467"/>
                  <a:gd name="csX1" fmla="*/ 2974507 w 6310373"/>
                  <a:gd name="csY1" fmla="*/ 6739467 h 6739467"/>
                  <a:gd name="csX2" fmla="*/ 6310373 w 6310373"/>
                  <a:gd name="csY2" fmla="*/ 6739467 h 6739467"/>
                  <a:gd name="csX3" fmla="*/ 6310373 w 6310373"/>
                  <a:gd name="csY3" fmla="*/ 3742267 h 6739467"/>
                  <a:gd name="csX4" fmla="*/ 2568106 w 6310373"/>
                  <a:gd name="csY4" fmla="*/ 0 h 6739467"/>
                  <a:gd name="csX5" fmla="*/ 0 w 6310373"/>
                  <a:gd name="csY5" fmla="*/ 3854277 h 67394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310373" h="6739467">
                    <a:moveTo>
                      <a:pt x="0" y="3854277"/>
                    </a:moveTo>
                    <a:lnTo>
                      <a:pt x="2974507" y="6739467"/>
                    </a:lnTo>
                    <a:lnTo>
                      <a:pt x="6310373" y="6739467"/>
                    </a:lnTo>
                    <a:lnTo>
                      <a:pt x="6310373" y="3742267"/>
                    </a:lnTo>
                    <a:lnTo>
                      <a:pt x="2568106" y="0"/>
                    </a:lnTo>
                    <a:lnTo>
                      <a:pt x="0" y="3854277"/>
                    </a:lnTo>
                    <a:close/>
                  </a:path>
                </a:pathLst>
              </a:custGeom>
              <a:gradFill>
                <a:gsLst>
                  <a:gs pos="63000">
                    <a:schemeClr val="tx1">
                      <a:lumMod val="50000"/>
                      <a:lumOff val="50000"/>
                      <a:alpha val="0"/>
                    </a:schemeClr>
                  </a:gs>
                  <a:gs pos="0">
                    <a:schemeClr val="bg1">
                      <a:lumMod val="75000"/>
                      <a:alpha val="50000"/>
                    </a:schemeClr>
                  </a:gs>
                </a:gsLst>
                <a:lin ang="24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081" dirty="0"/>
              </a:p>
            </p:txBody>
          </p:sp>
          <p:grpSp>
            <p:nvGrpSpPr>
              <p:cNvPr id="27" name="그룹 26">
                <a:extLst>
                  <a:ext uri="{FF2B5EF4-FFF2-40B4-BE49-F238E27FC236}">
                    <a16:creationId xmlns:a16="http://schemas.microsoft.com/office/drawing/2014/main" id="{2D6F7615-D37E-9B94-2E3E-1F08415E3FB5}"/>
                  </a:ext>
                </a:extLst>
              </p:cNvPr>
              <p:cNvGrpSpPr/>
              <p:nvPr/>
            </p:nvGrpSpPr>
            <p:grpSpPr>
              <a:xfrm>
                <a:off x="10167769" y="1692275"/>
                <a:ext cx="2425965" cy="3651137"/>
                <a:chOff x="2138045" y="3527386"/>
                <a:chExt cx="2425965" cy="3651137"/>
              </a:xfrm>
            </p:grpSpPr>
            <p:sp>
              <p:nvSpPr>
                <p:cNvPr id="28" name="사각형: 둥근 위쪽 모서리 27">
                  <a:extLst>
                    <a:ext uri="{FF2B5EF4-FFF2-40B4-BE49-F238E27FC236}">
                      <a16:creationId xmlns:a16="http://schemas.microsoft.com/office/drawing/2014/main" id="{9CF7A5A6-2EB3-C191-83A3-2AE92462C531}"/>
                    </a:ext>
                  </a:extLst>
                </p:cNvPr>
                <p:cNvSpPr/>
                <p:nvPr/>
              </p:nvSpPr>
              <p:spPr>
                <a:xfrm rot="5400000">
                  <a:off x="1525460" y="4139972"/>
                  <a:ext cx="3651136" cy="2425965"/>
                </a:xfrm>
                <a:prstGeom prst="round2SameRect">
                  <a:avLst>
                    <a:gd name="adj1" fmla="val 7938"/>
                    <a:gd name="adj2" fmla="val 0"/>
                  </a:avLst>
                </a:prstGeom>
                <a:solidFill>
                  <a:srgbClr val="FFBF2A"/>
                </a:solidFill>
                <a:ln>
                  <a:noFill/>
                </a:ln>
                <a:effectLst>
                  <a:outerShdw blurRad="38100" dist="38100" dir="2700000" algn="tl" rotWithShape="0">
                    <a:srgbClr val="825A00">
                      <a:alpha val="80000"/>
                    </a:srgb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081" dirty="0"/>
                </a:p>
              </p:txBody>
            </p:sp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D346AEFC-9717-811D-F97F-42E68FF80A37}"/>
                    </a:ext>
                  </a:extLst>
                </p:cNvPr>
                <p:cNvSpPr/>
                <p:nvPr/>
              </p:nvSpPr>
              <p:spPr>
                <a:xfrm>
                  <a:off x="2138045" y="3527386"/>
                  <a:ext cx="235894" cy="3651136"/>
                </a:xfrm>
                <a:prstGeom prst="rect">
                  <a:avLst/>
                </a:prstGeom>
                <a:solidFill>
                  <a:srgbClr val="E7A4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081"/>
                </a:p>
              </p:txBody>
            </p:sp>
          </p:grpSp>
        </p:grp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E0CB5F5E-9683-544C-C9C8-955E96649D3A}"/>
              </a:ext>
            </a:extLst>
          </p:cNvPr>
          <p:cNvSpPr txBox="1"/>
          <p:nvPr/>
        </p:nvSpPr>
        <p:spPr>
          <a:xfrm>
            <a:off x="1496022" y="345500"/>
            <a:ext cx="435173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45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Draw your time</a:t>
            </a:r>
            <a:endParaRPr lang="ko-KR" altLang="en-US" sz="45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0712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1824E-12BD-EAE7-F3B5-25D202434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58154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27726-4E37-2ACB-F9A7-9A3A77858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7417B98-3C8B-96DE-740D-1F2626F52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52"/>
            <a:ext cx="6840538" cy="512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114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CC51D-A762-C644-E09D-537B28CC8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2125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60ABF74-849C-D799-0C12-7356FCA208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20682"/>
              </p:ext>
            </p:extLst>
          </p:nvPr>
        </p:nvGraphicFramePr>
        <p:xfrm>
          <a:off x="194172" y="1044838"/>
          <a:ext cx="3155349" cy="36858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0764">
                  <a:extLst>
                    <a:ext uri="{9D8B030D-6E8A-4147-A177-3AD203B41FA5}">
                      <a16:colId xmlns:a16="http://schemas.microsoft.com/office/drawing/2014/main" val="2056030249"/>
                    </a:ext>
                  </a:extLst>
                </a:gridCol>
                <a:gridCol w="450764">
                  <a:extLst>
                    <a:ext uri="{9D8B030D-6E8A-4147-A177-3AD203B41FA5}">
                      <a16:colId xmlns:a16="http://schemas.microsoft.com/office/drawing/2014/main" val="3566604318"/>
                    </a:ext>
                  </a:extLst>
                </a:gridCol>
                <a:gridCol w="450764">
                  <a:extLst>
                    <a:ext uri="{9D8B030D-6E8A-4147-A177-3AD203B41FA5}">
                      <a16:colId xmlns:a16="http://schemas.microsoft.com/office/drawing/2014/main" val="2125247123"/>
                    </a:ext>
                  </a:extLst>
                </a:gridCol>
                <a:gridCol w="450764">
                  <a:extLst>
                    <a:ext uri="{9D8B030D-6E8A-4147-A177-3AD203B41FA5}">
                      <a16:colId xmlns:a16="http://schemas.microsoft.com/office/drawing/2014/main" val="372100949"/>
                    </a:ext>
                  </a:extLst>
                </a:gridCol>
                <a:gridCol w="450764">
                  <a:extLst>
                    <a:ext uri="{9D8B030D-6E8A-4147-A177-3AD203B41FA5}">
                      <a16:colId xmlns:a16="http://schemas.microsoft.com/office/drawing/2014/main" val="584385140"/>
                    </a:ext>
                  </a:extLst>
                </a:gridCol>
                <a:gridCol w="450764">
                  <a:extLst>
                    <a:ext uri="{9D8B030D-6E8A-4147-A177-3AD203B41FA5}">
                      <a16:colId xmlns:a16="http://schemas.microsoft.com/office/drawing/2014/main" val="3427679242"/>
                    </a:ext>
                  </a:extLst>
                </a:gridCol>
                <a:gridCol w="450764">
                  <a:extLst>
                    <a:ext uri="{9D8B030D-6E8A-4147-A177-3AD203B41FA5}">
                      <a16:colId xmlns:a16="http://schemas.microsoft.com/office/drawing/2014/main" val="3367657603"/>
                    </a:ext>
                  </a:extLst>
                </a:gridCol>
              </a:tblGrid>
              <a:tr h="22931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Sun</a:t>
                      </a:r>
                      <a:endParaRPr lang="ko-KR" altLang="en-US" sz="1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Mon </a:t>
                      </a:r>
                      <a:endParaRPr lang="ko-KR" altLang="en-US" sz="1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Tue</a:t>
                      </a:r>
                      <a:r>
                        <a:rPr lang="ko-KR" altLang="en-US" sz="1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 </a:t>
                      </a:r>
                    </a:p>
                  </a:txBody>
                  <a:tcPr marL="68390" marR="68390" marT="34195" marB="3419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Wed</a:t>
                      </a:r>
                    </a:p>
                  </a:txBody>
                  <a:tcPr marL="68390" marR="68390" marT="34195" marB="3419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Thu </a:t>
                      </a:r>
                      <a:endParaRPr lang="ko-KR" altLang="en-US" sz="1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Fri </a:t>
                      </a:r>
                      <a:endParaRPr lang="ko-KR" altLang="en-US" sz="1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Sat </a:t>
                      </a:r>
                      <a:endParaRPr lang="ko-KR" altLang="en-US" sz="1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marL="68390" marR="68390" marT="34195" marB="3419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8643975"/>
                  </a:ext>
                </a:extLst>
              </a:tr>
              <a:tr h="576086"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2062273"/>
                  </a:ext>
                </a:extLst>
              </a:tr>
              <a:tr h="576086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4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5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6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7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8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9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10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075238"/>
                  </a:ext>
                </a:extLst>
              </a:tr>
              <a:tr h="576086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11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12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13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14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15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16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17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042117"/>
                  </a:ext>
                </a:extLst>
              </a:tr>
              <a:tr h="576086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18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19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20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21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22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23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24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775741"/>
                  </a:ext>
                </a:extLst>
              </a:tr>
              <a:tr h="576086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25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26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27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28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29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30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31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786513"/>
                  </a:ext>
                </a:extLst>
              </a:tr>
              <a:tr h="576086"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463322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40FFBBEB-3BC4-C488-52D9-2CBD2421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08" t="8855" r="4743" b="4597"/>
          <a:stretch>
            <a:fillRect/>
          </a:stretch>
        </p:blipFill>
        <p:spPr>
          <a:xfrm>
            <a:off x="2446669" y="2428065"/>
            <a:ext cx="448806" cy="57228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CD5D006-2117-474E-306A-4AFF166DD6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1015" y="576943"/>
            <a:ext cx="3155350" cy="4153722"/>
          </a:xfrm>
          <a:prstGeom prst="rect">
            <a:avLst/>
          </a:prstGeom>
        </p:spPr>
      </p:pic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0BAC04CD-0992-DECC-75E0-AE8718A580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199879"/>
              </p:ext>
            </p:extLst>
          </p:nvPr>
        </p:nvGraphicFramePr>
        <p:xfrm>
          <a:off x="3491016" y="576944"/>
          <a:ext cx="3155349" cy="4153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5349">
                  <a:extLst>
                    <a:ext uri="{9D8B030D-6E8A-4147-A177-3AD203B41FA5}">
                      <a16:colId xmlns:a16="http://schemas.microsoft.com/office/drawing/2014/main" val="3874790930"/>
                    </a:ext>
                  </a:extLst>
                </a:gridCol>
              </a:tblGrid>
              <a:tr h="4153721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68390" marR="68390" marT="34195" marB="34195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01176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9C27606-6E2A-918C-68DA-5C5852CADBC8}"/>
              </a:ext>
            </a:extLst>
          </p:cNvPr>
          <p:cNvSpPr txBox="1"/>
          <p:nvPr/>
        </p:nvSpPr>
        <p:spPr>
          <a:xfrm>
            <a:off x="894481" y="285208"/>
            <a:ext cx="1754731" cy="782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4487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Janualy</a:t>
            </a:r>
            <a:endParaRPr lang="ko-KR" altLang="en-US" sz="4487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5BCB96-C974-6F9E-FD10-8FF4BB89EADE}"/>
              </a:ext>
            </a:extLst>
          </p:cNvPr>
          <p:cNvSpPr txBox="1"/>
          <p:nvPr/>
        </p:nvSpPr>
        <p:spPr>
          <a:xfrm>
            <a:off x="894481" y="277695"/>
            <a:ext cx="1754731" cy="322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96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1496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9246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</TotalTime>
  <Words>52</Words>
  <Application>Microsoft Office PowerPoint</Application>
  <PresentationFormat>사용자 지정</PresentationFormat>
  <Paragraphs>43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Cavorting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젤 이</dc:creator>
  <cp:lastModifiedBy>젤 이</cp:lastModifiedBy>
  <cp:revision>2</cp:revision>
  <dcterms:created xsi:type="dcterms:W3CDTF">2026-08-13T10:39:13Z</dcterms:created>
  <dcterms:modified xsi:type="dcterms:W3CDTF">2026-08-14T13:27:59Z</dcterms:modified>
</cp:coreProperties>
</file>