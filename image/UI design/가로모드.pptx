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6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60" y="6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59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7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56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664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17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3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740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3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67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22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09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091CC-9A4A-4231-880F-2FC0A80364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B9AA1-88EC-48BD-8767-265D711F4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78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60ABF74-849C-D799-0C12-7356FCA20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0682"/>
              </p:ext>
            </p:extLst>
          </p:nvPr>
        </p:nvGraphicFramePr>
        <p:xfrm>
          <a:off x="258555" y="1396997"/>
          <a:ext cx="4218851" cy="4928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93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602693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602693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602693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602693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602693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602693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306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4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770254"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77025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77025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77025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77025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770254"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0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40FFBBEB-3BC4-C488-52D9-2CBD24210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8" t="8855" r="4743" b="4597"/>
          <a:stretch>
            <a:fillRect/>
          </a:stretch>
        </p:blipFill>
        <p:spPr>
          <a:xfrm>
            <a:off x="3270250" y="3246438"/>
            <a:ext cx="600075" cy="7651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D5D006-2117-474E-306A-4AFF166DD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591" y="771400"/>
            <a:ext cx="4218852" cy="5553723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BAC04CD-0992-DECC-75E0-AE8718A58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199879"/>
              </p:ext>
            </p:extLst>
          </p:nvPr>
        </p:nvGraphicFramePr>
        <p:xfrm>
          <a:off x="4666592" y="771402"/>
          <a:ext cx="4218851" cy="5553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8851">
                  <a:extLst>
                    <a:ext uri="{9D8B030D-6E8A-4147-A177-3AD203B41FA5}">
                      <a16:colId xmlns:a16="http://schemas.microsoft.com/office/drawing/2014/main" val="3874790930"/>
                    </a:ext>
                  </a:extLst>
                </a:gridCol>
              </a:tblGrid>
              <a:tr h="5553722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117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C27606-6E2A-918C-68DA-5C5852CADBC8}"/>
              </a:ext>
            </a:extLst>
          </p:cNvPr>
          <p:cNvSpPr txBox="1"/>
          <p:nvPr/>
        </p:nvSpPr>
        <p:spPr>
          <a:xfrm>
            <a:off x="1194901" y="381336"/>
            <a:ext cx="23461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BCB96-C974-6F9E-FD10-8FF4BB89EADE}"/>
              </a:ext>
            </a:extLst>
          </p:cNvPr>
          <p:cNvSpPr txBox="1"/>
          <p:nvPr/>
        </p:nvSpPr>
        <p:spPr>
          <a:xfrm>
            <a:off x="1194901" y="371292"/>
            <a:ext cx="2346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4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40</Words>
  <Application>Microsoft Office PowerPoint</Application>
  <PresentationFormat>화면 슬라이드 쇼(4:3)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Cavorting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젤 이</dc:creator>
  <cp:lastModifiedBy>젤 이</cp:lastModifiedBy>
  <cp:revision>1</cp:revision>
  <dcterms:created xsi:type="dcterms:W3CDTF">2026-08-13T10:39:13Z</dcterms:created>
  <dcterms:modified xsi:type="dcterms:W3CDTF">2026-08-13T11:12:35Z</dcterms:modified>
</cp:coreProperties>
</file>